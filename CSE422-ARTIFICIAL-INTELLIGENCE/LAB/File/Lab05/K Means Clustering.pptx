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35f626d0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35f626d0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35f626d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35f626d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35f626d0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35f626d0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35f626d0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35f626d0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35f626d0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35f626d0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35f626d0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35f626d0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35f626d0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35f626d0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35f626d0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35f626d0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35f626d0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35f626d0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35f626d0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35f626d0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35f626d0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35f626d0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35f626d0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735f626d0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1083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 Means Clustering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 Means Clustering Algorithm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b="1" lang="en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K-Means Clustering Algorithm</a:t>
            </a:r>
            <a:r>
              <a:rPr lang="en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a widely used unsupervised machine learning algorithm for partitioning data into </a:t>
            </a:r>
            <a:r>
              <a:rPr b="1" lang="en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 distinct non-overlapping clusters</a:t>
            </a:r>
            <a:r>
              <a:rPr lang="en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 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n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It minimizes the </a:t>
            </a:r>
            <a:r>
              <a:rPr b="1" lang="en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intra-cluster variance</a:t>
            </a:r>
            <a:r>
              <a:rPr lang="en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(i.e., the sum of squared distances between each point and the centroid of its cluster).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38" y="1165125"/>
            <a:ext cx="7858125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Concepts</a:t>
            </a:r>
            <a:endParaRPr/>
          </a:p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luster</a:t>
            </a:r>
            <a:r>
              <a:rPr lang="en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A group of data points that are more similar to each other than to those in other groups.</a:t>
            </a:r>
            <a:br>
              <a:rPr lang="en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Centroid</a:t>
            </a:r>
            <a:r>
              <a:rPr lang="en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The center (mean position) of all points in a cluster.</a:t>
            </a:r>
            <a:br>
              <a:rPr lang="en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lang="en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The number of clusters you want to find in your data.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591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AutoNum type="arabicPeriod"/>
            </a:pPr>
            <a:r>
              <a:rPr b="1" lang="en" sz="5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Initialize</a:t>
            </a:r>
            <a:r>
              <a:rPr lang="en" sz="5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Choose </a:t>
            </a:r>
            <a:r>
              <a:rPr lang="en" sz="5500">
                <a:solidFill>
                  <a:srgbClr val="188038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lang="en" sz="5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initial centroids (randomly or using some heuristic).</a:t>
            </a:r>
            <a:endParaRPr sz="5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591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AutoNum type="arabicPeriod"/>
            </a:pPr>
            <a:r>
              <a:rPr b="1" lang="en" sz="5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Assignment step</a:t>
            </a:r>
            <a:r>
              <a:rPr lang="en" sz="5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Assign each data point to the </a:t>
            </a:r>
            <a:r>
              <a:rPr b="1" lang="en" sz="5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nearest centroid</a:t>
            </a:r>
            <a:r>
              <a:rPr lang="en" sz="5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(using Euclidean distance by default).</a:t>
            </a:r>
            <a:endParaRPr sz="5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591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AutoNum type="arabicPeriod"/>
            </a:pPr>
            <a:r>
              <a:rPr b="1" lang="en" sz="5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Update step: </a:t>
            </a:r>
            <a:r>
              <a:rPr lang="en" sz="5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Recalculate each centroid as the mean of all data points assigned to that cluster.</a:t>
            </a:r>
            <a:endParaRPr sz="5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591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AutoNum type="arabicPeriod"/>
            </a:pPr>
            <a:r>
              <a:rPr b="1" lang="en" sz="5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Repeat steps 2 and 3 until:</a:t>
            </a:r>
            <a:endParaRPr b="1" sz="5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591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AutoNum type="alphaLcPeriod"/>
            </a:pPr>
            <a:r>
              <a:rPr lang="en" sz="5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Centroids do not change (convergence)</a:t>
            </a:r>
            <a:endParaRPr sz="5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591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AutoNum type="alphaLcPeriod"/>
            </a:pPr>
            <a:r>
              <a:rPr lang="en" sz="5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Or a maximum number of iterations is reached</a:t>
            </a:r>
            <a:endParaRPr sz="5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3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800" y="997975"/>
            <a:ext cx="8172450" cy="296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850525"/>
            <a:ext cx="7924800" cy="30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50" y="501313"/>
            <a:ext cx="8115300" cy="42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850" y="791500"/>
            <a:ext cx="80581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550" y="998000"/>
            <a:ext cx="794385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150" y="881063"/>
            <a:ext cx="7543800" cy="33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688" y="900113"/>
            <a:ext cx="7800975" cy="33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68725"/>
            <a:ext cx="8839202" cy="449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