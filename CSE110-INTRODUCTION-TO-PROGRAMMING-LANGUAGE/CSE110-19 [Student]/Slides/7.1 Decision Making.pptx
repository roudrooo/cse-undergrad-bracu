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24" Type="http://schemas.openxmlformats.org/officeDocument/2006/relationships/slide" Target="slides/slide19.xml"/><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294338b08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294338b08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2524f499e4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2524f499e4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2296ab276d3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2296ab276d3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521c10181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2521c10181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7f69c6955c_2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7f69c6955c_2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52f3deb10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252f3deb10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2524f499e4b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2524f499e4b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2296ab276d3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2296ab276d3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2521c10181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2521c10181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25371bb0744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25371bb0744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27f69c6955c_2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27f69c6955c_2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22a9f5d821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22a9f5d821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27f69c6955c_2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27f69c6955c_2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2524f499e4b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2524f499e4b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2316377dcbb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2316377dcbb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2316377dcbb_3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2316377dcbb_3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27f69c6955c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27f69c6955c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253d12510f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253d12510f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Decision Making</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Branching or Selection Statements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Conditional / </a:t>
            </a:r>
            <a:r>
              <a:rPr b="1" lang="en"/>
              <a:t>Selection Statement</a:t>
            </a:r>
            <a:r>
              <a:rPr b="1" lang="en"/>
              <a:t> </a:t>
            </a:r>
            <a:endParaRPr b="1"/>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chemeClr val="dk1"/>
              </a:buClr>
              <a:buSzPts val="1600"/>
              <a:buChar char="●"/>
            </a:pPr>
            <a:r>
              <a:rPr lang="en" sz="1600">
                <a:solidFill>
                  <a:schemeClr val="dk1"/>
                </a:solidFill>
              </a:rPr>
              <a:t>Execution of a block of code on the basis of some </a:t>
            </a:r>
            <a:r>
              <a:rPr b="1" lang="en" sz="1600">
                <a:solidFill>
                  <a:schemeClr val="dk1"/>
                </a:solidFill>
              </a:rPr>
              <a:t>C</a:t>
            </a:r>
            <a:r>
              <a:rPr b="1" lang="en" sz="1600">
                <a:solidFill>
                  <a:schemeClr val="dk1"/>
                </a:solidFill>
              </a:rPr>
              <a:t>onditions</a:t>
            </a:r>
            <a:r>
              <a:rPr lang="en" sz="1600">
                <a:solidFill>
                  <a:schemeClr val="dk1"/>
                </a:solidFill>
              </a:rPr>
              <a:t>.</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Non sequential program statements</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Selection statements may be </a:t>
            </a:r>
            <a:r>
              <a:rPr b="1" lang="en" sz="1600">
                <a:solidFill>
                  <a:schemeClr val="dk1"/>
                </a:solidFill>
              </a:rPr>
              <a:t>unary or non</a:t>
            </a:r>
            <a:r>
              <a:rPr lang="en" sz="1600">
                <a:solidFill>
                  <a:schemeClr val="dk1"/>
                </a:solidFill>
              </a:rPr>
              <a:t> </a:t>
            </a:r>
            <a:r>
              <a:rPr b="1" lang="en" sz="1600">
                <a:solidFill>
                  <a:schemeClr val="dk1"/>
                </a:solidFill>
              </a:rPr>
              <a:t>unary. </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Ex: if, else if, else, switch-case</a:t>
            </a:r>
            <a:endParaRPr sz="1600">
              <a:solidFill>
                <a:schemeClr val="dk1"/>
              </a:solidFill>
            </a:endParaRPr>
          </a:p>
          <a:p>
            <a:pPr indent="457200" lvl="0" marL="0" rtl="0" algn="l">
              <a:lnSpc>
                <a:spcPct val="100000"/>
              </a:lnSpc>
              <a:spcBef>
                <a:spcPts val="1200"/>
              </a:spcBef>
              <a:spcAft>
                <a:spcPts val="0"/>
              </a:spcAft>
              <a:buNone/>
            </a:pPr>
            <a:r>
              <a:rPr lang="en" sz="1600">
                <a:solidFill>
                  <a:schemeClr val="dk1"/>
                </a:solidFill>
              </a:rPr>
              <a:t>Remember this diamond shape from the “Flowchart” chapter?</a:t>
            </a:r>
            <a:endParaRPr sz="1600">
              <a:solidFill>
                <a:schemeClr val="dk1"/>
              </a:solidFill>
            </a:endParaRPr>
          </a:p>
          <a:p>
            <a:pPr indent="0" lvl="0" marL="457200" rtl="0" algn="l">
              <a:spcBef>
                <a:spcPts val="0"/>
              </a:spcBef>
              <a:spcAft>
                <a:spcPts val="0"/>
              </a:spcAft>
              <a:buNone/>
            </a:pPr>
            <a:r>
              <a:t/>
            </a:r>
            <a:endParaRPr sz="1600">
              <a:solidFill>
                <a:schemeClr val="dk1"/>
              </a:solidFill>
            </a:endParaRPr>
          </a:p>
          <a:p>
            <a:pPr indent="0" lvl="0" marL="0" rtl="0" algn="l">
              <a:spcBef>
                <a:spcPts val="1200"/>
              </a:spcBef>
              <a:spcAft>
                <a:spcPts val="1200"/>
              </a:spcAft>
              <a:buNone/>
            </a:pPr>
            <a:r>
              <a:t/>
            </a:r>
            <a:endParaRPr sz="1600">
              <a:solidFill>
                <a:schemeClr val="dk1"/>
              </a:solidFill>
            </a:endParaRPr>
          </a:p>
        </p:txBody>
      </p:sp>
      <p:sp>
        <p:nvSpPr>
          <p:cNvPr id="62" name="Google Shape;62;p14"/>
          <p:cNvSpPr/>
          <p:nvPr/>
        </p:nvSpPr>
        <p:spPr>
          <a:xfrm>
            <a:off x="3715225" y="3021700"/>
            <a:ext cx="1615425" cy="1276000"/>
          </a:xfrm>
          <a:prstGeom prst="flowChartDecision">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Checks </a:t>
            </a:r>
            <a:endParaRPr sz="1200"/>
          </a:p>
          <a:p>
            <a:pPr indent="0" lvl="0" marL="0" rtl="0" algn="ctr">
              <a:spcBef>
                <a:spcPts val="0"/>
              </a:spcBef>
              <a:spcAft>
                <a:spcPts val="0"/>
              </a:spcAft>
              <a:buNone/>
            </a:pPr>
            <a:r>
              <a:rPr lang="en" sz="1200"/>
              <a:t>if a condition is true </a:t>
            </a:r>
            <a:endParaRPr sz="1200"/>
          </a:p>
          <a:p>
            <a:pPr indent="0" lvl="0" marL="0" rtl="0" algn="ctr">
              <a:spcBef>
                <a:spcPts val="0"/>
              </a:spcBef>
              <a:spcAft>
                <a:spcPts val="0"/>
              </a:spcAft>
              <a:buNone/>
            </a:pPr>
            <a:r>
              <a:rPr lang="en" sz="1200"/>
              <a:t>or not.</a:t>
            </a:r>
            <a:endParaRPr sz="1200"/>
          </a:p>
        </p:txBody>
      </p:sp>
      <p:cxnSp>
        <p:nvCxnSpPr>
          <p:cNvPr id="63" name="Google Shape;63;p14"/>
          <p:cNvCxnSpPr>
            <a:stCxn id="62" idx="1"/>
            <a:endCxn id="64" idx="0"/>
          </p:cNvCxnSpPr>
          <p:nvPr/>
        </p:nvCxnSpPr>
        <p:spPr>
          <a:xfrm flipH="1">
            <a:off x="3184225" y="3659700"/>
            <a:ext cx="531000" cy="490500"/>
          </a:xfrm>
          <a:prstGeom prst="bentConnector2">
            <a:avLst/>
          </a:prstGeom>
          <a:noFill/>
          <a:ln cap="flat" cmpd="sng" w="9525">
            <a:solidFill>
              <a:schemeClr val="dk2"/>
            </a:solidFill>
            <a:prstDash val="solid"/>
            <a:round/>
            <a:headEnd len="med" w="med" type="none"/>
            <a:tailEnd len="med" w="med" type="triangle"/>
          </a:ln>
        </p:spPr>
      </p:cxnSp>
      <p:cxnSp>
        <p:nvCxnSpPr>
          <p:cNvPr id="65" name="Google Shape;65;p14"/>
          <p:cNvCxnSpPr>
            <a:stCxn id="62" idx="3"/>
            <a:endCxn id="66" idx="0"/>
          </p:cNvCxnSpPr>
          <p:nvPr/>
        </p:nvCxnSpPr>
        <p:spPr>
          <a:xfrm>
            <a:off x="5330650" y="3659700"/>
            <a:ext cx="709200" cy="501900"/>
          </a:xfrm>
          <a:prstGeom prst="bentConnector2">
            <a:avLst/>
          </a:prstGeom>
          <a:noFill/>
          <a:ln cap="flat" cmpd="sng" w="9525">
            <a:solidFill>
              <a:schemeClr val="dk2"/>
            </a:solidFill>
            <a:prstDash val="solid"/>
            <a:round/>
            <a:headEnd len="med" w="med" type="none"/>
            <a:tailEnd len="med" w="med" type="triangle"/>
          </a:ln>
        </p:spPr>
      </p:cxnSp>
      <p:sp>
        <p:nvSpPr>
          <p:cNvPr id="64" name="Google Shape;64;p14"/>
          <p:cNvSpPr/>
          <p:nvPr/>
        </p:nvSpPr>
        <p:spPr>
          <a:xfrm>
            <a:off x="2417450" y="4150125"/>
            <a:ext cx="1533600" cy="5484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True block</a:t>
            </a:r>
            <a:endParaRPr/>
          </a:p>
        </p:txBody>
      </p:sp>
      <p:sp>
        <p:nvSpPr>
          <p:cNvPr id="66" name="Google Shape;66;p14"/>
          <p:cNvSpPr/>
          <p:nvPr/>
        </p:nvSpPr>
        <p:spPr>
          <a:xfrm>
            <a:off x="5273050" y="4161525"/>
            <a:ext cx="1533600" cy="5256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False block </a:t>
            </a:r>
            <a:endParaRPr/>
          </a:p>
          <a:p>
            <a:pPr indent="0" lvl="0" marL="0" rtl="0" algn="ctr">
              <a:spcBef>
                <a:spcPts val="0"/>
              </a:spcBef>
              <a:spcAft>
                <a:spcPts val="0"/>
              </a:spcAft>
              <a:buNone/>
            </a:pPr>
            <a:r>
              <a:rPr lang="en"/>
              <a:t>(Not mandatory)</a:t>
            </a:r>
            <a:endParaRPr/>
          </a:p>
        </p:txBody>
      </p:sp>
      <p:sp>
        <p:nvSpPr>
          <p:cNvPr id="67" name="Google Shape;67;p14"/>
          <p:cNvSpPr txBox="1"/>
          <p:nvPr/>
        </p:nvSpPr>
        <p:spPr>
          <a:xfrm>
            <a:off x="3213200" y="3298675"/>
            <a:ext cx="680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True</a:t>
            </a:r>
            <a:endParaRPr sz="1200"/>
          </a:p>
        </p:txBody>
      </p:sp>
      <p:sp>
        <p:nvSpPr>
          <p:cNvPr id="68" name="Google Shape;68;p14"/>
          <p:cNvSpPr txBox="1"/>
          <p:nvPr/>
        </p:nvSpPr>
        <p:spPr>
          <a:xfrm>
            <a:off x="5273050" y="3298675"/>
            <a:ext cx="680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False</a:t>
            </a:r>
            <a:endParaRPr sz="12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5"/>
          <p:cNvSpPr txBox="1"/>
          <p:nvPr>
            <p:ph idx="1" type="body"/>
          </p:nvPr>
        </p:nvSpPr>
        <p:spPr>
          <a:xfrm>
            <a:off x="311700" y="1118600"/>
            <a:ext cx="8520600" cy="34164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chemeClr val="dk1"/>
              </a:buClr>
              <a:buSzPts val="1600"/>
              <a:buChar char="●"/>
            </a:pPr>
            <a:r>
              <a:rPr lang="en" sz="1600">
                <a:solidFill>
                  <a:schemeClr val="dk1"/>
                </a:solidFill>
              </a:rPr>
              <a:t>Ex: Printing “Got an Even Number” only if a number satisfies condition to be even or Print “Got an Odd Number” if a number did not satisfy condition to be even.</a:t>
            </a:r>
            <a:endParaRPr sz="1600">
              <a:solidFill>
                <a:schemeClr val="dk1"/>
              </a:solidFill>
            </a:endParaRPr>
          </a:p>
          <a:p>
            <a:pPr indent="0" lvl="0" marL="457200" rtl="0" algn="l">
              <a:spcBef>
                <a:spcPts val="1200"/>
              </a:spcBef>
              <a:spcAft>
                <a:spcPts val="1200"/>
              </a:spcAft>
              <a:buNone/>
            </a:pPr>
            <a:r>
              <a:t/>
            </a:r>
            <a:endParaRPr sz="1600">
              <a:solidFill>
                <a:schemeClr val="dk1"/>
              </a:solidFill>
            </a:endParaRPr>
          </a:p>
        </p:txBody>
      </p:sp>
      <p:sp>
        <p:nvSpPr>
          <p:cNvPr id="74" name="Google Shape;74;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Conditional / Selection Statement (Contd)</a:t>
            </a:r>
            <a:endParaRPr b="1"/>
          </a:p>
        </p:txBody>
      </p:sp>
      <p:pic>
        <p:nvPicPr>
          <p:cNvPr id="75" name="Google Shape;75;p15"/>
          <p:cNvPicPr preferRelativeResize="0"/>
          <p:nvPr/>
        </p:nvPicPr>
        <p:blipFill>
          <a:blip r:embed="rId3">
            <a:alphaModFix/>
          </a:blip>
          <a:stretch>
            <a:fillRect/>
          </a:stretch>
        </p:blipFill>
        <p:spPr>
          <a:xfrm>
            <a:off x="1767296" y="3731088"/>
            <a:ext cx="1758776" cy="1170822"/>
          </a:xfrm>
          <a:prstGeom prst="rect">
            <a:avLst/>
          </a:prstGeom>
          <a:noFill/>
          <a:ln>
            <a:noFill/>
          </a:ln>
        </p:spPr>
      </p:pic>
      <p:sp>
        <p:nvSpPr>
          <p:cNvPr id="76" name="Google Shape;76;p15"/>
          <p:cNvSpPr/>
          <p:nvPr/>
        </p:nvSpPr>
        <p:spPr>
          <a:xfrm>
            <a:off x="3679990" y="2165200"/>
            <a:ext cx="1461900" cy="253200"/>
          </a:xfrm>
          <a:prstGeom prst="rect">
            <a:avLst/>
          </a:prstGeom>
          <a:solidFill>
            <a:srgbClr val="C9DAF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Number</a:t>
            </a:r>
            <a:endParaRPr/>
          </a:p>
        </p:txBody>
      </p:sp>
      <p:sp>
        <p:nvSpPr>
          <p:cNvPr id="77" name="Google Shape;77;p15"/>
          <p:cNvSpPr txBox="1"/>
          <p:nvPr/>
        </p:nvSpPr>
        <p:spPr>
          <a:xfrm>
            <a:off x="1915705" y="3888643"/>
            <a:ext cx="1461900" cy="615600"/>
          </a:xfrm>
          <a:prstGeom prst="rect">
            <a:avLst/>
          </a:prstGeom>
          <a:solidFill>
            <a:srgbClr val="B6D7A8"/>
          </a:solid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Print “Got an </a:t>
            </a:r>
            <a:endParaRPr/>
          </a:p>
          <a:p>
            <a:pPr indent="0" lvl="0" marL="0" rtl="0" algn="ctr">
              <a:spcBef>
                <a:spcPts val="0"/>
              </a:spcBef>
              <a:spcAft>
                <a:spcPts val="0"/>
              </a:spcAft>
              <a:buNone/>
            </a:pPr>
            <a:r>
              <a:rPr lang="en"/>
              <a:t>Even Number”</a:t>
            </a:r>
            <a:endParaRPr/>
          </a:p>
        </p:txBody>
      </p:sp>
      <p:sp>
        <p:nvSpPr>
          <p:cNvPr id="78" name="Google Shape;78;p15"/>
          <p:cNvSpPr/>
          <p:nvPr/>
        </p:nvSpPr>
        <p:spPr>
          <a:xfrm>
            <a:off x="970350" y="3186529"/>
            <a:ext cx="3352800" cy="316800"/>
          </a:xfrm>
          <a:prstGeom prst="rect">
            <a:avLst/>
          </a:prstGeom>
          <a:solidFill>
            <a:srgbClr val="C9DAF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Number satisfies condition to be even</a:t>
            </a:r>
            <a:endParaRPr sz="1200"/>
          </a:p>
        </p:txBody>
      </p:sp>
      <p:cxnSp>
        <p:nvCxnSpPr>
          <p:cNvPr id="79" name="Google Shape;79;p15"/>
          <p:cNvCxnSpPr>
            <a:stCxn id="78" idx="2"/>
            <a:endCxn id="75" idx="0"/>
          </p:cNvCxnSpPr>
          <p:nvPr/>
        </p:nvCxnSpPr>
        <p:spPr>
          <a:xfrm>
            <a:off x="2646750" y="3503329"/>
            <a:ext cx="0" cy="227700"/>
          </a:xfrm>
          <a:prstGeom prst="straightConnector1">
            <a:avLst/>
          </a:prstGeom>
          <a:noFill/>
          <a:ln cap="flat" cmpd="sng" w="9525">
            <a:solidFill>
              <a:schemeClr val="dk2"/>
            </a:solidFill>
            <a:prstDash val="solid"/>
            <a:round/>
            <a:headEnd len="med" w="med" type="none"/>
            <a:tailEnd len="med" w="med" type="triangle"/>
          </a:ln>
        </p:spPr>
      </p:cxnSp>
      <p:sp>
        <p:nvSpPr>
          <p:cNvPr id="80" name="Google Shape;80;p15"/>
          <p:cNvSpPr/>
          <p:nvPr/>
        </p:nvSpPr>
        <p:spPr>
          <a:xfrm>
            <a:off x="4820850" y="3192325"/>
            <a:ext cx="3352800" cy="359700"/>
          </a:xfrm>
          <a:prstGeom prst="rect">
            <a:avLst/>
          </a:prstGeom>
          <a:solidFill>
            <a:srgbClr val="C9DAF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Number does not satisfy condition to be even (Not mandatory)</a:t>
            </a:r>
            <a:endParaRPr sz="1200"/>
          </a:p>
        </p:txBody>
      </p:sp>
      <p:pic>
        <p:nvPicPr>
          <p:cNvPr id="81" name="Google Shape;81;p15"/>
          <p:cNvPicPr preferRelativeResize="0"/>
          <p:nvPr/>
        </p:nvPicPr>
        <p:blipFill>
          <a:blip r:embed="rId3">
            <a:alphaModFix/>
          </a:blip>
          <a:stretch>
            <a:fillRect/>
          </a:stretch>
        </p:blipFill>
        <p:spPr>
          <a:xfrm>
            <a:off x="5617774" y="3765003"/>
            <a:ext cx="1758776" cy="1170822"/>
          </a:xfrm>
          <a:prstGeom prst="rect">
            <a:avLst/>
          </a:prstGeom>
          <a:noFill/>
          <a:ln>
            <a:noFill/>
          </a:ln>
        </p:spPr>
      </p:pic>
      <p:sp>
        <p:nvSpPr>
          <p:cNvPr id="82" name="Google Shape;82;p15"/>
          <p:cNvSpPr txBox="1"/>
          <p:nvPr/>
        </p:nvSpPr>
        <p:spPr>
          <a:xfrm>
            <a:off x="5766184" y="3922558"/>
            <a:ext cx="1461900" cy="615600"/>
          </a:xfrm>
          <a:prstGeom prst="rect">
            <a:avLst/>
          </a:prstGeom>
          <a:solidFill>
            <a:srgbClr val="B6D7A8"/>
          </a:solid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Print “Got an </a:t>
            </a:r>
            <a:endParaRPr/>
          </a:p>
          <a:p>
            <a:pPr indent="0" lvl="0" marL="0" rtl="0" algn="ctr">
              <a:spcBef>
                <a:spcPts val="0"/>
              </a:spcBef>
              <a:spcAft>
                <a:spcPts val="0"/>
              </a:spcAft>
              <a:buNone/>
            </a:pPr>
            <a:r>
              <a:rPr lang="en"/>
              <a:t>Odd Number”</a:t>
            </a:r>
            <a:endParaRPr/>
          </a:p>
        </p:txBody>
      </p:sp>
      <p:cxnSp>
        <p:nvCxnSpPr>
          <p:cNvPr id="83" name="Google Shape;83;p15"/>
          <p:cNvCxnSpPr>
            <a:stCxn id="84" idx="1"/>
            <a:endCxn id="78" idx="0"/>
          </p:cNvCxnSpPr>
          <p:nvPr/>
        </p:nvCxnSpPr>
        <p:spPr>
          <a:xfrm flipH="1">
            <a:off x="2646698" y="2826805"/>
            <a:ext cx="942300" cy="359700"/>
          </a:xfrm>
          <a:prstGeom prst="bentConnector2">
            <a:avLst/>
          </a:prstGeom>
          <a:noFill/>
          <a:ln cap="flat" cmpd="sng" w="9525">
            <a:solidFill>
              <a:schemeClr val="dk2"/>
            </a:solidFill>
            <a:prstDash val="solid"/>
            <a:round/>
            <a:headEnd len="med" w="med" type="none"/>
            <a:tailEnd len="med" w="med" type="none"/>
          </a:ln>
        </p:spPr>
      </p:cxnSp>
      <p:cxnSp>
        <p:nvCxnSpPr>
          <p:cNvPr id="85" name="Google Shape;85;p15"/>
          <p:cNvCxnSpPr>
            <a:stCxn id="84" idx="3"/>
            <a:endCxn id="80" idx="0"/>
          </p:cNvCxnSpPr>
          <p:nvPr/>
        </p:nvCxnSpPr>
        <p:spPr>
          <a:xfrm>
            <a:off x="5233298" y="2826805"/>
            <a:ext cx="1263900" cy="365400"/>
          </a:xfrm>
          <a:prstGeom prst="bentConnector2">
            <a:avLst/>
          </a:prstGeom>
          <a:noFill/>
          <a:ln cap="flat" cmpd="sng" w="9525">
            <a:solidFill>
              <a:schemeClr val="dk2"/>
            </a:solidFill>
            <a:prstDash val="solid"/>
            <a:round/>
            <a:headEnd len="med" w="med" type="none"/>
            <a:tailEnd len="med" w="med" type="none"/>
          </a:ln>
        </p:spPr>
      </p:cxnSp>
      <p:cxnSp>
        <p:nvCxnSpPr>
          <p:cNvPr id="86" name="Google Shape;86;p15"/>
          <p:cNvCxnSpPr>
            <a:stCxn id="80" idx="2"/>
            <a:endCxn id="81" idx="0"/>
          </p:cNvCxnSpPr>
          <p:nvPr/>
        </p:nvCxnSpPr>
        <p:spPr>
          <a:xfrm>
            <a:off x="6497250" y="3552025"/>
            <a:ext cx="0" cy="213000"/>
          </a:xfrm>
          <a:prstGeom prst="straightConnector1">
            <a:avLst/>
          </a:prstGeom>
          <a:noFill/>
          <a:ln cap="flat" cmpd="sng" w="9525">
            <a:solidFill>
              <a:schemeClr val="dk2"/>
            </a:solidFill>
            <a:prstDash val="solid"/>
            <a:round/>
            <a:headEnd len="med" w="med" type="none"/>
            <a:tailEnd len="med" w="med" type="triangle"/>
          </a:ln>
        </p:spPr>
      </p:cxnSp>
      <p:cxnSp>
        <p:nvCxnSpPr>
          <p:cNvPr id="87" name="Google Shape;87;p15"/>
          <p:cNvCxnSpPr>
            <a:endCxn id="78" idx="0"/>
          </p:cNvCxnSpPr>
          <p:nvPr/>
        </p:nvCxnSpPr>
        <p:spPr>
          <a:xfrm>
            <a:off x="2644650" y="3030229"/>
            <a:ext cx="2100" cy="156300"/>
          </a:xfrm>
          <a:prstGeom prst="straightConnector1">
            <a:avLst/>
          </a:prstGeom>
          <a:noFill/>
          <a:ln cap="flat" cmpd="sng" w="9525">
            <a:solidFill>
              <a:schemeClr val="dk2"/>
            </a:solidFill>
            <a:prstDash val="solid"/>
            <a:round/>
            <a:headEnd len="med" w="med" type="none"/>
            <a:tailEnd len="med" w="med" type="triangle"/>
          </a:ln>
        </p:spPr>
      </p:cxnSp>
      <p:cxnSp>
        <p:nvCxnSpPr>
          <p:cNvPr id="88" name="Google Shape;88;p15"/>
          <p:cNvCxnSpPr>
            <a:endCxn id="80" idx="0"/>
          </p:cNvCxnSpPr>
          <p:nvPr/>
        </p:nvCxnSpPr>
        <p:spPr>
          <a:xfrm>
            <a:off x="6491850" y="3048925"/>
            <a:ext cx="5400" cy="143400"/>
          </a:xfrm>
          <a:prstGeom prst="straightConnector1">
            <a:avLst/>
          </a:prstGeom>
          <a:noFill/>
          <a:ln cap="flat" cmpd="sng" w="9525">
            <a:solidFill>
              <a:schemeClr val="dk2"/>
            </a:solidFill>
            <a:prstDash val="solid"/>
            <a:round/>
            <a:headEnd len="med" w="med" type="none"/>
            <a:tailEnd len="med" w="med" type="triangle"/>
          </a:ln>
        </p:spPr>
      </p:cxnSp>
      <p:sp>
        <p:nvSpPr>
          <p:cNvPr id="84" name="Google Shape;84;p15"/>
          <p:cNvSpPr/>
          <p:nvPr/>
        </p:nvSpPr>
        <p:spPr>
          <a:xfrm>
            <a:off x="3588998" y="2612605"/>
            <a:ext cx="1644300" cy="428400"/>
          </a:xfrm>
          <a:prstGeom prst="diamond">
            <a:avLst/>
          </a:prstGeom>
          <a:solidFill>
            <a:srgbClr val="C9DAF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  Even?</a:t>
            </a:r>
            <a:endParaRPr/>
          </a:p>
        </p:txBody>
      </p:sp>
      <p:cxnSp>
        <p:nvCxnSpPr>
          <p:cNvPr id="89" name="Google Shape;89;p15"/>
          <p:cNvCxnSpPr>
            <a:endCxn id="84" idx="0"/>
          </p:cNvCxnSpPr>
          <p:nvPr/>
        </p:nvCxnSpPr>
        <p:spPr>
          <a:xfrm>
            <a:off x="4397948" y="2425405"/>
            <a:ext cx="13200" cy="1872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if Selection Statement</a:t>
            </a:r>
            <a:endParaRPr/>
          </a:p>
        </p:txBody>
      </p:sp>
      <p:sp>
        <p:nvSpPr>
          <p:cNvPr id="95" name="Google Shape;95;p16"/>
          <p:cNvSpPr/>
          <p:nvPr/>
        </p:nvSpPr>
        <p:spPr>
          <a:xfrm>
            <a:off x="1887425" y="2146575"/>
            <a:ext cx="947646" cy="346680"/>
          </a:xfrm>
          <a:prstGeom prst="flowChartTermina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000000"/>
                </a:solidFill>
              </a:rPr>
              <a:t>START</a:t>
            </a:r>
            <a:endParaRPr sz="1600"/>
          </a:p>
        </p:txBody>
      </p:sp>
      <p:sp>
        <p:nvSpPr>
          <p:cNvPr id="96" name="Google Shape;96;p16"/>
          <p:cNvSpPr/>
          <p:nvPr/>
        </p:nvSpPr>
        <p:spPr>
          <a:xfrm>
            <a:off x="1783850" y="4522213"/>
            <a:ext cx="947646" cy="379728"/>
          </a:xfrm>
          <a:prstGeom prst="flowChartTermina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000000"/>
                </a:solidFill>
              </a:rPr>
              <a:t>END</a:t>
            </a:r>
            <a:endParaRPr sz="1600"/>
          </a:p>
        </p:txBody>
      </p:sp>
      <p:sp>
        <p:nvSpPr>
          <p:cNvPr id="97" name="Google Shape;97;p16"/>
          <p:cNvSpPr/>
          <p:nvPr/>
        </p:nvSpPr>
        <p:spPr>
          <a:xfrm>
            <a:off x="1403500" y="2702975"/>
            <a:ext cx="1915500" cy="10122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if Condition</a:t>
            </a:r>
            <a:endParaRPr/>
          </a:p>
        </p:txBody>
      </p:sp>
      <p:sp>
        <p:nvSpPr>
          <p:cNvPr id="98" name="Google Shape;98;p16"/>
          <p:cNvSpPr/>
          <p:nvPr/>
        </p:nvSpPr>
        <p:spPr>
          <a:xfrm>
            <a:off x="112250" y="3715175"/>
            <a:ext cx="1861500" cy="4407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if block / scope</a:t>
            </a:r>
            <a:endParaRPr/>
          </a:p>
        </p:txBody>
      </p:sp>
      <p:sp>
        <p:nvSpPr>
          <p:cNvPr id="99" name="Google Shape;99;p16"/>
          <p:cNvSpPr txBox="1"/>
          <p:nvPr/>
        </p:nvSpPr>
        <p:spPr>
          <a:xfrm>
            <a:off x="4243600" y="2459275"/>
            <a:ext cx="4672800" cy="2031900"/>
          </a:xfrm>
          <a:prstGeom prst="rect">
            <a:avLst/>
          </a:prstGeom>
          <a:solidFill>
            <a:srgbClr val="EEEEEE"/>
          </a:solidFill>
          <a:ln cap="flat" cmpd="sng" w="952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304800" lvl="0" marL="457200" rtl="0" algn="l">
              <a:lnSpc>
                <a:spcPct val="150000"/>
              </a:lnSpc>
              <a:spcBef>
                <a:spcPts val="0"/>
              </a:spcBef>
              <a:spcAft>
                <a:spcPts val="0"/>
              </a:spcAft>
              <a:buSzPts val="1200"/>
              <a:buFont typeface="Courier New"/>
              <a:buAutoNum type="arabicPeriod"/>
            </a:pPr>
            <a:r>
              <a:rPr lang="en" sz="1200">
                <a:solidFill>
                  <a:srgbClr val="0000FF"/>
                </a:solidFill>
                <a:latin typeface="Courier New"/>
                <a:ea typeface="Courier New"/>
                <a:cs typeface="Courier New"/>
                <a:sym typeface="Courier New"/>
              </a:rPr>
              <a:t>class</a:t>
            </a:r>
            <a:r>
              <a:rPr lang="en" sz="1200">
                <a:latin typeface="Courier New"/>
                <a:ea typeface="Courier New"/>
                <a:cs typeface="Courier New"/>
                <a:sym typeface="Courier New"/>
              </a:rPr>
              <a:t> Branching{</a:t>
            </a:r>
            <a:endParaRPr sz="1200">
              <a:solidFill>
                <a:schemeClr val="dk1"/>
              </a:solidFill>
              <a:latin typeface="Courier New"/>
              <a:ea typeface="Courier New"/>
              <a:cs typeface="Courier New"/>
              <a:sym typeface="Courier New"/>
            </a:endParaRPr>
          </a:p>
          <a:p>
            <a:pPr indent="-304800" lvl="0" marL="457200" rtl="0" algn="l">
              <a:lnSpc>
                <a:spcPct val="150000"/>
              </a:lnSpc>
              <a:spcBef>
                <a:spcPts val="0"/>
              </a:spcBef>
              <a:spcAft>
                <a:spcPts val="0"/>
              </a:spcAft>
              <a:buSzPts val="1200"/>
              <a:buFont typeface="Courier New"/>
              <a:buAutoNum type="arabicPeriod"/>
            </a:pPr>
            <a:r>
              <a:rPr lang="en" sz="1200">
                <a:solidFill>
                  <a:srgbClr val="0000FF"/>
                </a:solidFill>
                <a:latin typeface="Courier New"/>
                <a:ea typeface="Courier New"/>
                <a:cs typeface="Courier New"/>
                <a:sym typeface="Courier New"/>
              </a:rPr>
              <a:t>   public</a:t>
            </a:r>
            <a:r>
              <a:rPr lang="en" sz="1200">
                <a:solidFill>
                  <a:srgbClr val="000000"/>
                </a:solidFill>
                <a:latin typeface="Courier New"/>
                <a:ea typeface="Courier New"/>
                <a:cs typeface="Courier New"/>
                <a:sym typeface="Courier New"/>
              </a:rPr>
              <a:t> </a:t>
            </a:r>
            <a:r>
              <a:rPr lang="en" sz="1200">
                <a:solidFill>
                  <a:srgbClr val="0000FF"/>
                </a:solidFill>
                <a:latin typeface="Courier New"/>
                <a:ea typeface="Courier New"/>
                <a:cs typeface="Courier New"/>
                <a:sym typeface="Courier New"/>
              </a:rPr>
              <a:t>static</a:t>
            </a:r>
            <a:r>
              <a:rPr lang="en" sz="1200">
                <a:solidFill>
                  <a:srgbClr val="000000"/>
                </a:solidFill>
                <a:latin typeface="Courier New"/>
                <a:ea typeface="Courier New"/>
                <a:cs typeface="Courier New"/>
                <a:sym typeface="Courier New"/>
              </a:rPr>
              <a:t> void main (String[] args) {</a:t>
            </a:r>
            <a:endParaRPr sz="1200">
              <a:highlight>
                <a:schemeClr val="lt2"/>
              </a:highlight>
              <a:latin typeface="Courier New"/>
              <a:ea typeface="Courier New"/>
              <a:cs typeface="Courier New"/>
              <a:sym typeface="Courier New"/>
            </a:endParaRPr>
          </a:p>
          <a:p>
            <a:pPr indent="-304800" lvl="0" marL="457200" rtl="0" algn="l">
              <a:lnSpc>
                <a:spcPct val="150000"/>
              </a:lnSpc>
              <a:spcBef>
                <a:spcPts val="0"/>
              </a:spcBef>
              <a:spcAft>
                <a:spcPts val="0"/>
              </a:spcAft>
              <a:buSzPts val="1200"/>
              <a:buFont typeface="Courier New"/>
              <a:buAutoNum type="arabicPeriod"/>
            </a:pPr>
            <a:r>
              <a:rPr lang="en" sz="1200">
                <a:highlight>
                  <a:schemeClr val="lt2"/>
                </a:highlight>
                <a:latin typeface="Courier New"/>
                <a:ea typeface="Courier New"/>
                <a:cs typeface="Courier New"/>
                <a:sym typeface="Courier New"/>
              </a:rPr>
              <a:t>        </a:t>
            </a:r>
            <a:r>
              <a:rPr lang="en" sz="1200">
                <a:solidFill>
                  <a:srgbClr val="0000FF"/>
                </a:solidFill>
                <a:highlight>
                  <a:schemeClr val="lt2"/>
                </a:highlight>
                <a:latin typeface="Courier New"/>
                <a:ea typeface="Courier New"/>
                <a:cs typeface="Courier New"/>
                <a:sym typeface="Courier New"/>
              </a:rPr>
              <a:t>if</a:t>
            </a:r>
            <a:r>
              <a:rPr lang="en" sz="1200">
                <a:highlight>
                  <a:schemeClr val="lt2"/>
                </a:highlight>
                <a:latin typeface="Courier New"/>
                <a:ea typeface="Courier New"/>
                <a:cs typeface="Courier New"/>
                <a:sym typeface="Courier New"/>
              </a:rPr>
              <a:t> (condition) {</a:t>
            </a:r>
            <a:endParaRPr sz="1200">
              <a:highlight>
                <a:schemeClr val="lt2"/>
              </a:highlight>
              <a:latin typeface="Courier New"/>
              <a:ea typeface="Courier New"/>
              <a:cs typeface="Courier New"/>
              <a:sym typeface="Courier New"/>
            </a:endParaRPr>
          </a:p>
          <a:p>
            <a:pPr indent="-304800" lvl="0" marL="457200" rtl="0" algn="l">
              <a:lnSpc>
                <a:spcPct val="150000"/>
              </a:lnSpc>
              <a:spcBef>
                <a:spcPts val="0"/>
              </a:spcBef>
              <a:spcAft>
                <a:spcPts val="0"/>
              </a:spcAft>
              <a:buSzPts val="1200"/>
              <a:buFont typeface="Courier New"/>
              <a:buAutoNum type="arabicPeriod"/>
            </a:pPr>
            <a:r>
              <a:rPr lang="en" sz="1200">
                <a:highlight>
                  <a:schemeClr val="lt2"/>
                </a:highlight>
                <a:latin typeface="Courier New"/>
                <a:ea typeface="Courier New"/>
                <a:cs typeface="Courier New"/>
                <a:sym typeface="Courier New"/>
              </a:rPr>
              <a:t>            </a:t>
            </a:r>
            <a:r>
              <a:rPr lang="en" sz="1200">
                <a:highlight>
                  <a:srgbClr val="FFFF00"/>
                </a:highlight>
                <a:latin typeface="Courier New"/>
                <a:ea typeface="Courier New"/>
                <a:cs typeface="Courier New"/>
                <a:sym typeface="Courier New"/>
              </a:rPr>
              <a:t>if condition block</a:t>
            </a:r>
            <a:r>
              <a:rPr lang="en" sz="1200">
                <a:highlight>
                  <a:schemeClr val="lt2"/>
                </a:highlight>
                <a:latin typeface="Courier New"/>
                <a:ea typeface="Courier New"/>
                <a:cs typeface="Courier New"/>
                <a:sym typeface="Courier New"/>
              </a:rPr>
              <a:t>;</a:t>
            </a:r>
            <a:endParaRPr sz="1200">
              <a:highlight>
                <a:schemeClr val="lt2"/>
              </a:highlight>
              <a:latin typeface="Courier New"/>
              <a:ea typeface="Courier New"/>
              <a:cs typeface="Courier New"/>
              <a:sym typeface="Courier New"/>
            </a:endParaRPr>
          </a:p>
          <a:p>
            <a:pPr indent="-304800" lvl="0" marL="457200" rtl="0" algn="l">
              <a:lnSpc>
                <a:spcPct val="150000"/>
              </a:lnSpc>
              <a:spcBef>
                <a:spcPts val="0"/>
              </a:spcBef>
              <a:spcAft>
                <a:spcPts val="0"/>
              </a:spcAft>
              <a:buSzPts val="1200"/>
              <a:buFont typeface="Courier New"/>
              <a:buAutoNum type="arabicPeriod"/>
            </a:pPr>
            <a:r>
              <a:rPr lang="en" sz="1200">
                <a:highlight>
                  <a:schemeClr val="lt2"/>
                </a:highlight>
                <a:latin typeface="Courier New"/>
                <a:ea typeface="Courier New"/>
                <a:cs typeface="Courier New"/>
                <a:sym typeface="Courier New"/>
              </a:rPr>
              <a:t>        }</a:t>
            </a:r>
            <a:endParaRPr sz="1200">
              <a:highlight>
                <a:schemeClr val="lt2"/>
              </a:highlight>
              <a:latin typeface="Courier New"/>
              <a:ea typeface="Courier New"/>
              <a:cs typeface="Courier New"/>
              <a:sym typeface="Courier New"/>
            </a:endParaRPr>
          </a:p>
          <a:p>
            <a:pPr indent="-304800" lvl="0" marL="457200" rtl="0" algn="l">
              <a:lnSpc>
                <a:spcPct val="150000"/>
              </a:lnSpc>
              <a:spcBef>
                <a:spcPts val="0"/>
              </a:spcBef>
              <a:spcAft>
                <a:spcPts val="0"/>
              </a:spcAft>
              <a:buSzPts val="1200"/>
              <a:buFont typeface="Courier New"/>
              <a:buAutoNum type="arabicPeriod"/>
            </a:pPr>
            <a:r>
              <a:rPr lang="en" sz="1200">
                <a:solidFill>
                  <a:srgbClr val="0000FF"/>
                </a:solidFill>
                <a:latin typeface="Courier New"/>
                <a:ea typeface="Courier New"/>
                <a:cs typeface="Courier New"/>
                <a:sym typeface="Courier New"/>
              </a:rPr>
              <a:t>   </a:t>
            </a:r>
            <a:r>
              <a:rPr lang="en" sz="1200">
                <a:solidFill>
                  <a:srgbClr val="000000"/>
                </a:solidFill>
                <a:latin typeface="Courier New"/>
                <a:ea typeface="Courier New"/>
                <a:cs typeface="Courier New"/>
                <a:sym typeface="Courier New"/>
              </a:rPr>
              <a:t>}</a:t>
            </a:r>
            <a:endParaRPr sz="1200">
              <a:solidFill>
                <a:srgbClr val="000000"/>
              </a:solidFill>
              <a:latin typeface="Courier New"/>
              <a:ea typeface="Courier New"/>
              <a:cs typeface="Courier New"/>
              <a:sym typeface="Courier New"/>
            </a:endParaRPr>
          </a:p>
          <a:p>
            <a:pPr indent="-304800" lvl="0" marL="457200" rtl="0" algn="l">
              <a:lnSpc>
                <a:spcPct val="150000"/>
              </a:lnSpc>
              <a:spcBef>
                <a:spcPts val="0"/>
              </a:spcBef>
              <a:spcAft>
                <a:spcPts val="0"/>
              </a:spcAft>
              <a:buSzPts val="1200"/>
              <a:buFont typeface="Courier New"/>
              <a:buAutoNum type="arabicPeriod"/>
            </a:pPr>
            <a:r>
              <a:rPr lang="en" sz="1200">
                <a:solidFill>
                  <a:srgbClr val="000000"/>
                </a:solidFill>
                <a:latin typeface="Courier New"/>
                <a:ea typeface="Courier New"/>
                <a:cs typeface="Courier New"/>
                <a:sym typeface="Courier New"/>
              </a:rPr>
              <a:t>}</a:t>
            </a:r>
            <a:endParaRPr sz="1200">
              <a:latin typeface="Courier New"/>
              <a:ea typeface="Courier New"/>
              <a:cs typeface="Courier New"/>
              <a:sym typeface="Courier New"/>
            </a:endParaRPr>
          </a:p>
        </p:txBody>
      </p:sp>
      <p:cxnSp>
        <p:nvCxnSpPr>
          <p:cNvPr id="100" name="Google Shape;100;p16"/>
          <p:cNvCxnSpPr>
            <a:stCxn id="95" idx="2"/>
            <a:endCxn id="97" idx="0"/>
          </p:cNvCxnSpPr>
          <p:nvPr/>
        </p:nvCxnSpPr>
        <p:spPr>
          <a:xfrm>
            <a:off x="2361248" y="2493255"/>
            <a:ext cx="0" cy="209700"/>
          </a:xfrm>
          <a:prstGeom prst="straightConnector1">
            <a:avLst/>
          </a:prstGeom>
          <a:noFill/>
          <a:ln cap="flat" cmpd="sng" w="9525">
            <a:solidFill>
              <a:schemeClr val="dk2"/>
            </a:solidFill>
            <a:prstDash val="solid"/>
            <a:round/>
            <a:headEnd len="med" w="med" type="none"/>
            <a:tailEnd len="med" w="med" type="triangle"/>
          </a:ln>
        </p:spPr>
      </p:cxnSp>
      <p:cxnSp>
        <p:nvCxnSpPr>
          <p:cNvPr id="101" name="Google Shape;101;p16"/>
          <p:cNvCxnSpPr>
            <a:stCxn id="97" idx="1"/>
          </p:cNvCxnSpPr>
          <p:nvPr/>
        </p:nvCxnSpPr>
        <p:spPr>
          <a:xfrm flipH="1">
            <a:off x="941200" y="3209075"/>
            <a:ext cx="462300" cy="498000"/>
          </a:xfrm>
          <a:prstGeom prst="bentConnector2">
            <a:avLst/>
          </a:prstGeom>
          <a:noFill/>
          <a:ln cap="flat" cmpd="sng" w="9525">
            <a:solidFill>
              <a:schemeClr val="dk2"/>
            </a:solidFill>
            <a:prstDash val="solid"/>
            <a:round/>
            <a:headEnd len="med" w="med" type="none"/>
            <a:tailEnd len="med" w="med" type="triangle"/>
          </a:ln>
        </p:spPr>
      </p:cxnSp>
      <p:cxnSp>
        <p:nvCxnSpPr>
          <p:cNvPr id="102" name="Google Shape;102;p16"/>
          <p:cNvCxnSpPr>
            <a:endCxn id="96" idx="1"/>
          </p:cNvCxnSpPr>
          <p:nvPr/>
        </p:nvCxnSpPr>
        <p:spPr>
          <a:xfrm>
            <a:off x="979550" y="4155877"/>
            <a:ext cx="804300" cy="556200"/>
          </a:xfrm>
          <a:prstGeom prst="bentConnector3">
            <a:avLst>
              <a:gd fmla="val 1386" name="adj1"/>
            </a:avLst>
          </a:prstGeom>
          <a:noFill/>
          <a:ln cap="flat" cmpd="sng" w="9525">
            <a:solidFill>
              <a:schemeClr val="dk2"/>
            </a:solidFill>
            <a:prstDash val="solid"/>
            <a:round/>
            <a:headEnd len="med" w="med" type="none"/>
            <a:tailEnd len="med" w="med" type="triangle"/>
          </a:ln>
        </p:spPr>
      </p:cxnSp>
      <p:cxnSp>
        <p:nvCxnSpPr>
          <p:cNvPr id="103" name="Google Shape;103;p16"/>
          <p:cNvCxnSpPr>
            <a:stCxn id="97" idx="3"/>
            <a:endCxn id="96" idx="3"/>
          </p:cNvCxnSpPr>
          <p:nvPr/>
        </p:nvCxnSpPr>
        <p:spPr>
          <a:xfrm flipH="1">
            <a:off x="2731600" y="3209075"/>
            <a:ext cx="587400" cy="1503000"/>
          </a:xfrm>
          <a:prstGeom prst="bentConnector3">
            <a:avLst>
              <a:gd fmla="val -49179" name="adj1"/>
            </a:avLst>
          </a:prstGeom>
          <a:noFill/>
          <a:ln cap="flat" cmpd="sng" w="9525">
            <a:solidFill>
              <a:schemeClr val="dk2"/>
            </a:solidFill>
            <a:prstDash val="solid"/>
            <a:round/>
            <a:headEnd len="med" w="med" type="none"/>
            <a:tailEnd len="med" w="med" type="triangle"/>
          </a:ln>
        </p:spPr>
      </p:cxnSp>
      <p:sp>
        <p:nvSpPr>
          <p:cNvPr id="104" name="Google Shape;104;p16"/>
          <p:cNvSpPr txBox="1"/>
          <p:nvPr>
            <p:ph idx="1" type="body"/>
          </p:nvPr>
        </p:nvSpPr>
        <p:spPr>
          <a:xfrm>
            <a:off x="311700" y="1152475"/>
            <a:ext cx="8520600" cy="1306800"/>
          </a:xfrm>
          <a:prstGeom prst="rect">
            <a:avLst/>
          </a:prstGeom>
        </p:spPr>
        <p:txBody>
          <a:bodyPr anchorCtr="0" anchor="t" bIns="91425" lIns="91425" spcFirstLastPara="1" rIns="91425" wrap="square" tIns="91425">
            <a:normAutofit lnSpcReduction="10000"/>
          </a:bodyPr>
          <a:lstStyle/>
          <a:p>
            <a:pPr indent="-330200" lvl="0" marL="457200" rtl="0" algn="l">
              <a:lnSpc>
                <a:spcPct val="100000"/>
              </a:lnSpc>
              <a:spcBef>
                <a:spcPts val="0"/>
              </a:spcBef>
              <a:spcAft>
                <a:spcPts val="0"/>
              </a:spcAft>
              <a:buClr>
                <a:schemeClr val="dk1"/>
              </a:buClr>
              <a:buSzPts val="1600"/>
              <a:buChar char="●"/>
            </a:pPr>
            <a:r>
              <a:rPr lang="en" sz="1600">
                <a:solidFill>
                  <a:schemeClr val="dk1"/>
                </a:solidFill>
              </a:rPr>
              <a:t>Unary selection statement</a:t>
            </a:r>
            <a:endParaRPr sz="1600">
              <a:solidFill>
                <a:schemeClr val="dk1"/>
              </a:solidFill>
            </a:endParaRPr>
          </a:p>
          <a:p>
            <a:pPr indent="-330200" lvl="0" marL="457200" rtl="0" algn="l">
              <a:lnSpc>
                <a:spcPct val="100000"/>
              </a:lnSpc>
              <a:spcBef>
                <a:spcPts val="0"/>
              </a:spcBef>
              <a:spcAft>
                <a:spcPts val="0"/>
              </a:spcAft>
              <a:buClr>
                <a:schemeClr val="dk1"/>
              </a:buClr>
              <a:buSzPts val="1600"/>
              <a:buChar char="●"/>
            </a:pPr>
            <a:r>
              <a:rPr lang="en" sz="1600">
                <a:solidFill>
                  <a:schemeClr val="dk1"/>
                </a:solidFill>
              </a:rPr>
              <a:t>Will execute block of code only if condition is </a:t>
            </a:r>
            <a:r>
              <a:rPr b="1" lang="en" sz="1600">
                <a:solidFill>
                  <a:schemeClr val="dk1"/>
                </a:solidFill>
              </a:rPr>
              <a:t>True</a:t>
            </a:r>
            <a:r>
              <a:rPr lang="en" sz="1600">
                <a:solidFill>
                  <a:schemeClr val="dk1"/>
                </a:solidFill>
              </a:rPr>
              <a:t>.</a:t>
            </a:r>
            <a:endParaRPr sz="1600">
              <a:solidFill>
                <a:schemeClr val="dk1"/>
              </a:solidFill>
            </a:endParaRPr>
          </a:p>
          <a:p>
            <a:pPr indent="0" lvl="0" marL="457200" rtl="0" algn="l">
              <a:spcBef>
                <a:spcPts val="0"/>
              </a:spcBef>
              <a:spcAft>
                <a:spcPts val="0"/>
              </a:spcAft>
              <a:buNone/>
            </a:pPr>
            <a:r>
              <a:t/>
            </a:r>
            <a:endParaRPr sz="1600">
              <a:solidFill>
                <a:schemeClr val="dk1"/>
              </a:solidFill>
            </a:endParaRPr>
          </a:p>
          <a:p>
            <a:pPr indent="0" lvl="0" marL="0" rtl="0" algn="l">
              <a:spcBef>
                <a:spcPts val="1200"/>
              </a:spcBef>
              <a:spcAft>
                <a:spcPts val="1200"/>
              </a:spcAft>
              <a:buNone/>
            </a:pPr>
            <a:r>
              <a:t/>
            </a:r>
            <a:endParaRPr sz="1600">
              <a:solidFill>
                <a:schemeClr val="dk1"/>
              </a:solidFill>
            </a:endParaRPr>
          </a:p>
        </p:txBody>
      </p:sp>
      <p:sp>
        <p:nvSpPr>
          <p:cNvPr id="105" name="Google Shape;105;p16"/>
          <p:cNvSpPr txBox="1"/>
          <p:nvPr/>
        </p:nvSpPr>
        <p:spPr>
          <a:xfrm>
            <a:off x="818275" y="2916200"/>
            <a:ext cx="842100" cy="18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t>TRUE</a:t>
            </a:r>
            <a:endParaRPr b="1" sz="13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311700" y="3688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a:t>
            </a:r>
            <a:r>
              <a:rPr lang="en"/>
              <a:t>f Selection Statement (Contd)</a:t>
            </a:r>
            <a:endParaRPr/>
          </a:p>
        </p:txBody>
      </p:sp>
      <p:sp>
        <p:nvSpPr>
          <p:cNvPr id="111" name="Google Shape;111;p17"/>
          <p:cNvSpPr/>
          <p:nvPr/>
        </p:nvSpPr>
        <p:spPr>
          <a:xfrm>
            <a:off x="1713775" y="1585175"/>
            <a:ext cx="868536" cy="254880"/>
          </a:xfrm>
          <a:prstGeom prst="flowChartTermina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000000"/>
                </a:solidFill>
              </a:rPr>
              <a:t>START</a:t>
            </a:r>
            <a:endParaRPr sz="1200"/>
          </a:p>
        </p:txBody>
      </p:sp>
      <p:sp>
        <p:nvSpPr>
          <p:cNvPr id="112" name="Google Shape;112;p17"/>
          <p:cNvSpPr/>
          <p:nvPr/>
        </p:nvSpPr>
        <p:spPr>
          <a:xfrm>
            <a:off x="1750825" y="4775900"/>
            <a:ext cx="838350" cy="254988"/>
          </a:xfrm>
          <a:prstGeom prst="flowChartTermina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000000"/>
                </a:solidFill>
              </a:rPr>
              <a:t>END</a:t>
            </a:r>
            <a:endParaRPr sz="1200"/>
          </a:p>
        </p:txBody>
      </p:sp>
      <p:sp>
        <p:nvSpPr>
          <p:cNvPr id="113" name="Google Shape;113;p17"/>
          <p:cNvSpPr/>
          <p:nvPr/>
        </p:nvSpPr>
        <p:spPr>
          <a:xfrm>
            <a:off x="1172350" y="2081100"/>
            <a:ext cx="2011800" cy="3438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200">
                <a:solidFill>
                  <a:schemeClr val="dk1"/>
                </a:solidFill>
              </a:rPr>
              <a:t>Prompt “Will it rain?”</a:t>
            </a:r>
            <a:endParaRPr sz="1200"/>
          </a:p>
        </p:txBody>
      </p:sp>
      <p:sp>
        <p:nvSpPr>
          <p:cNvPr id="114" name="Google Shape;114;p17"/>
          <p:cNvSpPr/>
          <p:nvPr/>
        </p:nvSpPr>
        <p:spPr>
          <a:xfrm>
            <a:off x="1224250" y="2617825"/>
            <a:ext cx="1908000" cy="2550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rPr>
              <a:t>Read </a:t>
            </a:r>
            <a:r>
              <a:rPr lang="en" sz="1200">
                <a:solidFill>
                  <a:schemeClr val="dk1"/>
                </a:solidFill>
              </a:rPr>
              <a:t>rain</a:t>
            </a:r>
            <a:endParaRPr sz="1200"/>
          </a:p>
        </p:txBody>
      </p:sp>
      <p:sp>
        <p:nvSpPr>
          <p:cNvPr id="115" name="Google Shape;115;p17"/>
          <p:cNvSpPr/>
          <p:nvPr/>
        </p:nvSpPr>
        <p:spPr>
          <a:xfrm>
            <a:off x="1098975" y="3065750"/>
            <a:ext cx="2190000" cy="6249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If </a:t>
            </a:r>
            <a:endParaRPr sz="1200"/>
          </a:p>
          <a:p>
            <a:pPr indent="0" lvl="0" marL="0" rtl="0" algn="ctr">
              <a:spcBef>
                <a:spcPts val="0"/>
              </a:spcBef>
              <a:spcAft>
                <a:spcPts val="0"/>
              </a:spcAft>
              <a:buNone/>
            </a:pPr>
            <a:r>
              <a:rPr lang="en" sz="1200"/>
              <a:t>rain </a:t>
            </a:r>
            <a:r>
              <a:rPr lang="en" sz="1200"/>
              <a:t>== true</a:t>
            </a:r>
            <a:endParaRPr sz="1200"/>
          </a:p>
        </p:txBody>
      </p:sp>
      <p:sp>
        <p:nvSpPr>
          <p:cNvPr id="116" name="Google Shape;116;p17"/>
          <p:cNvSpPr txBox="1"/>
          <p:nvPr/>
        </p:nvSpPr>
        <p:spPr>
          <a:xfrm>
            <a:off x="3952675" y="1684800"/>
            <a:ext cx="5005200" cy="3147600"/>
          </a:xfrm>
          <a:prstGeom prst="rect">
            <a:avLst/>
          </a:prstGeom>
          <a:solidFill>
            <a:srgbClr val="EEEEEE"/>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298450" lvl="0" marL="457200" rtl="0" algn="l">
              <a:lnSpc>
                <a:spcPct val="150000"/>
              </a:lnSpc>
              <a:spcBef>
                <a:spcPts val="0"/>
              </a:spcBef>
              <a:spcAft>
                <a:spcPts val="0"/>
              </a:spcAft>
              <a:buSzPts val="1100"/>
              <a:buFont typeface="Courier New"/>
              <a:buAutoNum type="arabicPeriod"/>
            </a:pPr>
            <a:r>
              <a:rPr lang="en" sz="1100">
                <a:solidFill>
                  <a:srgbClr val="0000FF"/>
                </a:solidFill>
                <a:latin typeface="Courier New"/>
                <a:ea typeface="Courier New"/>
                <a:cs typeface="Courier New"/>
                <a:sym typeface="Courier New"/>
              </a:rPr>
              <a:t>import </a:t>
            </a:r>
            <a:r>
              <a:rPr lang="en" sz="1100">
                <a:solidFill>
                  <a:schemeClr val="dk1"/>
                </a:solidFill>
                <a:latin typeface="Courier New"/>
                <a:ea typeface="Courier New"/>
                <a:cs typeface="Courier New"/>
                <a:sym typeface="Courier New"/>
              </a:rPr>
              <a:t>java.util.Scanner;</a:t>
            </a:r>
            <a:endParaRPr sz="1100">
              <a:solidFill>
                <a:schemeClr val="dk1"/>
              </a:solidFill>
              <a:latin typeface="Courier New"/>
              <a:ea typeface="Courier New"/>
              <a:cs typeface="Courier New"/>
              <a:sym typeface="Courier New"/>
            </a:endParaRPr>
          </a:p>
          <a:p>
            <a:pPr indent="-298450" lvl="0" marL="457200" rtl="0" algn="l">
              <a:lnSpc>
                <a:spcPct val="150000"/>
              </a:lnSpc>
              <a:spcBef>
                <a:spcPts val="0"/>
              </a:spcBef>
              <a:spcAft>
                <a:spcPts val="0"/>
              </a:spcAft>
              <a:buSzPts val="1100"/>
              <a:buFont typeface="Courier New"/>
              <a:buAutoNum type="arabicPeriod"/>
            </a:pPr>
            <a:r>
              <a:rPr lang="en" sz="1100">
                <a:solidFill>
                  <a:srgbClr val="0000FF"/>
                </a:solidFill>
                <a:latin typeface="Courier New"/>
                <a:ea typeface="Courier New"/>
                <a:cs typeface="Courier New"/>
                <a:sym typeface="Courier New"/>
              </a:rPr>
              <a:t>class</a:t>
            </a:r>
            <a:r>
              <a:rPr lang="en" sz="1100">
                <a:latin typeface="Courier New"/>
                <a:ea typeface="Courier New"/>
                <a:cs typeface="Courier New"/>
                <a:sym typeface="Courier New"/>
              </a:rPr>
              <a:t> rainCheck{</a:t>
            </a:r>
            <a:endParaRPr sz="1100">
              <a:solidFill>
                <a:schemeClr val="dk1"/>
              </a:solidFill>
              <a:latin typeface="Courier New"/>
              <a:ea typeface="Courier New"/>
              <a:cs typeface="Courier New"/>
              <a:sym typeface="Courier New"/>
            </a:endParaRPr>
          </a:p>
          <a:p>
            <a:pPr indent="-298450" lvl="0" marL="457200" rtl="0" algn="l">
              <a:lnSpc>
                <a:spcPct val="150000"/>
              </a:lnSpc>
              <a:spcBef>
                <a:spcPts val="0"/>
              </a:spcBef>
              <a:spcAft>
                <a:spcPts val="0"/>
              </a:spcAft>
              <a:buSzPts val="1100"/>
              <a:buFont typeface="Courier New"/>
              <a:buAutoNum type="arabicPeriod"/>
            </a:pPr>
            <a:r>
              <a:rPr lang="en" sz="1100">
                <a:solidFill>
                  <a:srgbClr val="0000FF"/>
                </a:solidFill>
                <a:latin typeface="Courier New"/>
                <a:ea typeface="Courier New"/>
                <a:cs typeface="Courier New"/>
                <a:sym typeface="Courier New"/>
              </a:rPr>
              <a:t>   public</a:t>
            </a:r>
            <a:r>
              <a:rPr lang="en" sz="1100">
                <a:solidFill>
                  <a:srgbClr val="000000"/>
                </a:solidFill>
                <a:latin typeface="Courier New"/>
                <a:ea typeface="Courier New"/>
                <a:cs typeface="Courier New"/>
                <a:sym typeface="Courier New"/>
              </a:rPr>
              <a:t> </a:t>
            </a:r>
            <a:r>
              <a:rPr lang="en" sz="1100">
                <a:solidFill>
                  <a:srgbClr val="0000FF"/>
                </a:solidFill>
                <a:latin typeface="Courier New"/>
                <a:ea typeface="Courier New"/>
                <a:cs typeface="Courier New"/>
                <a:sym typeface="Courier New"/>
              </a:rPr>
              <a:t>static</a:t>
            </a:r>
            <a:r>
              <a:rPr lang="en" sz="1100">
                <a:solidFill>
                  <a:srgbClr val="000000"/>
                </a:solidFill>
                <a:latin typeface="Courier New"/>
                <a:ea typeface="Courier New"/>
                <a:cs typeface="Courier New"/>
                <a:sym typeface="Courier New"/>
              </a:rPr>
              <a:t> void main (String[] args) {</a:t>
            </a:r>
            <a:endParaRPr sz="1100">
              <a:solidFill>
                <a:srgbClr val="000000"/>
              </a:solidFill>
              <a:latin typeface="Courier New"/>
              <a:ea typeface="Courier New"/>
              <a:cs typeface="Courier New"/>
              <a:sym typeface="Courier New"/>
            </a:endParaRPr>
          </a:p>
          <a:p>
            <a:pPr indent="-298450" lvl="0" marL="457200" rtl="0" algn="l">
              <a:lnSpc>
                <a:spcPct val="150000"/>
              </a:lnSpc>
              <a:spcBef>
                <a:spcPts val="0"/>
              </a:spcBef>
              <a:spcAft>
                <a:spcPts val="0"/>
              </a:spcAft>
              <a:buSzPts val="1100"/>
              <a:buFont typeface="Courier New"/>
              <a:buAutoNum type="arabicPeriod"/>
            </a:pPr>
            <a:r>
              <a:rPr lang="en" sz="1100">
                <a:solidFill>
                  <a:srgbClr val="000000"/>
                </a:solidFill>
                <a:latin typeface="Courier New"/>
                <a:ea typeface="Courier New"/>
                <a:cs typeface="Courier New"/>
                <a:sym typeface="Courier New"/>
              </a:rPr>
              <a:t>   </a:t>
            </a:r>
            <a:r>
              <a:rPr lang="en" sz="1100">
                <a:solidFill>
                  <a:srgbClr val="0000FF"/>
                </a:solidFill>
                <a:latin typeface="Courier New"/>
                <a:ea typeface="Courier New"/>
                <a:cs typeface="Courier New"/>
                <a:sym typeface="Courier New"/>
              </a:rPr>
              <a:t>   </a:t>
            </a:r>
            <a:r>
              <a:rPr lang="en" sz="1100">
                <a:highlight>
                  <a:schemeClr val="lt2"/>
                </a:highlight>
                <a:latin typeface="Courier New"/>
                <a:ea typeface="Courier New"/>
                <a:cs typeface="Courier New"/>
                <a:sym typeface="Courier New"/>
              </a:rPr>
              <a:t>Scanner sc = </a:t>
            </a:r>
            <a:r>
              <a:rPr lang="en" sz="1100">
                <a:solidFill>
                  <a:srgbClr val="0000FF"/>
                </a:solidFill>
                <a:highlight>
                  <a:schemeClr val="lt2"/>
                </a:highlight>
                <a:latin typeface="Courier New"/>
                <a:ea typeface="Courier New"/>
                <a:cs typeface="Courier New"/>
                <a:sym typeface="Courier New"/>
              </a:rPr>
              <a:t>new </a:t>
            </a:r>
            <a:r>
              <a:rPr lang="en" sz="1100">
                <a:highlight>
                  <a:schemeClr val="lt2"/>
                </a:highlight>
                <a:latin typeface="Courier New"/>
                <a:ea typeface="Courier New"/>
                <a:cs typeface="Courier New"/>
                <a:sym typeface="Courier New"/>
              </a:rPr>
              <a:t>Scanner(System.in);</a:t>
            </a:r>
            <a:endParaRPr sz="1100">
              <a:highlight>
                <a:schemeClr val="lt2"/>
              </a:highlight>
              <a:latin typeface="Courier New"/>
              <a:ea typeface="Courier New"/>
              <a:cs typeface="Courier New"/>
              <a:sym typeface="Courier New"/>
            </a:endParaRPr>
          </a:p>
          <a:p>
            <a:pPr indent="-298450" lvl="0" marL="457200" rtl="0" algn="l">
              <a:lnSpc>
                <a:spcPct val="150000"/>
              </a:lnSpc>
              <a:spcBef>
                <a:spcPts val="0"/>
              </a:spcBef>
              <a:spcAft>
                <a:spcPts val="0"/>
              </a:spcAft>
              <a:buSzPts val="1100"/>
              <a:buFont typeface="Courier New"/>
              <a:buAutoNum type="arabicPeriod"/>
            </a:pPr>
            <a:r>
              <a:rPr lang="en" sz="1100">
                <a:highlight>
                  <a:schemeClr val="lt2"/>
                </a:highlight>
                <a:latin typeface="Courier New"/>
                <a:ea typeface="Courier New"/>
                <a:cs typeface="Courier New"/>
                <a:sym typeface="Courier New"/>
              </a:rPr>
              <a:t>      System.out.print(</a:t>
            </a:r>
            <a:r>
              <a:rPr lang="en" sz="1100">
                <a:solidFill>
                  <a:srgbClr val="38761D"/>
                </a:solidFill>
                <a:highlight>
                  <a:schemeClr val="lt2"/>
                </a:highlight>
                <a:latin typeface="Courier New"/>
                <a:ea typeface="Courier New"/>
                <a:cs typeface="Courier New"/>
                <a:sym typeface="Courier New"/>
              </a:rPr>
              <a:t>"Will it rain?"</a:t>
            </a:r>
            <a:r>
              <a:rPr lang="en" sz="1100">
                <a:highlight>
                  <a:schemeClr val="lt2"/>
                </a:highlight>
                <a:latin typeface="Courier New"/>
                <a:ea typeface="Courier New"/>
                <a:cs typeface="Courier New"/>
                <a:sym typeface="Courier New"/>
              </a:rPr>
              <a:t>);</a:t>
            </a:r>
            <a:endParaRPr sz="1100">
              <a:highlight>
                <a:schemeClr val="lt2"/>
              </a:highlight>
              <a:latin typeface="Courier New"/>
              <a:ea typeface="Courier New"/>
              <a:cs typeface="Courier New"/>
              <a:sym typeface="Courier New"/>
            </a:endParaRPr>
          </a:p>
          <a:p>
            <a:pPr indent="-298450" lvl="0" marL="457200" rtl="0" algn="l">
              <a:lnSpc>
                <a:spcPct val="150000"/>
              </a:lnSpc>
              <a:spcBef>
                <a:spcPts val="0"/>
              </a:spcBef>
              <a:spcAft>
                <a:spcPts val="0"/>
              </a:spcAft>
              <a:buSzPts val="1100"/>
              <a:buFont typeface="Courier New"/>
              <a:buAutoNum type="arabicPeriod"/>
            </a:pPr>
            <a:r>
              <a:rPr lang="en" sz="1100">
                <a:highlight>
                  <a:schemeClr val="lt2"/>
                </a:highlight>
                <a:latin typeface="Courier New"/>
                <a:ea typeface="Courier New"/>
                <a:cs typeface="Courier New"/>
                <a:sym typeface="Courier New"/>
              </a:rPr>
              <a:t>      boolean rain = sc.nextBoolean();</a:t>
            </a:r>
            <a:endParaRPr sz="1100">
              <a:highlight>
                <a:schemeClr val="lt2"/>
              </a:highlight>
              <a:latin typeface="Courier New"/>
              <a:ea typeface="Courier New"/>
              <a:cs typeface="Courier New"/>
              <a:sym typeface="Courier New"/>
            </a:endParaRPr>
          </a:p>
          <a:p>
            <a:pPr indent="-298450" lvl="0" marL="457200" rtl="0" algn="l">
              <a:lnSpc>
                <a:spcPct val="150000"/>
              </a:lnSpc>
              <a:spcBef>
                <a:spcPts val="0"/>
              </a:spcBef>
              <a:spcAft>
                <a:spcPts val="0"/>
              </a:spcAft>
              <a:buSzPts val="1100"/>
              <a:buFont typeface="Courier New"/>
              <a:buAutoNum type="arabicPeriod"/>
            </a:pPr>
            <a:r>
              <a:rPr lang="en" sz="1100">
                <a:highlight>
                  <a:schemeClr val="lt2"/>
                </a:highlight>
                <a:latin typeface="Courier New"/>
                <a:ea typeface="Courier New"/>
                <a:cs typeface="Courier New"/>
                <a:sym typeface="Courier New"/>
              </a:rPr>
              <a:t>      </a:t>
            </a:r>
            <a:r>
              <a:rPr lang="en" sz="1100">
                <a:solidFill>
                  <a:srgbClr val="0000FF"/>
                </a:solidFill>
                <a:highlight>
                  <a:schemeClr val="lt2"/>
                </a:highlight>
                <a:latin typeface="Courier New"/>
                <a:ea typeface="Courier New"/>
                <a:cs typeface="Courier New"/>
                <a:sym typeface="Courier New"/>
              </a:rPr>
              <a:t>if</a:t>
            </a:r>
            <a:r>
              <a:rPr lang="en" sz="1100">
                <a:highlight>
                  <a:schemeClr val="lt2"/>
                </a:highlight>
                <a:latin typeface="Courier New"/>
                <a:ea typeface="Courier New"/>
                <a:cs typeface="Courier New"/>
                <a:sym typeface="Courier New"/>
              </a:rPr>
              <a:t> (rain == true</a:t>
            </a:r>
            <a:r>
              <a:rPr lang="en" sz="1100">
                <a:highlight>
                  <a:schemeClr val="lt2"/>
                </a:highlight>
                <a:latin typeface="Courier New"/>
                <a:ea typeface="Courier New"/>
                <a:cs typeface="Courier New"/>
                <a:sym typeface="Courier New"/>
              </a:rPr>
              <a:t>) </a:t>
            </a:r>
            <a:r>
              <a:rPr lang="en" sz="1100">
                <a:highlight>
                  <a:schemeClr val="lt2"/>
                </a:highlight>
                <a:latin typeface="Courier New"/>
                <a:ea typeface="Courier New"/>
                <a:cs typeface="Courier New"/>
                <a:sym typeface="Courier New"/>
              </a:rPr>
              <a:t>{</a:t>
            </a:r>
            <a:endParaRPr sz="1100">
              <a:highlight>
                <a:schemeClr val="lt2"/>
              </a:highlight>
              <a:latin typeface="Courier New"/>
              <a:ea typeface="Courier New"/>
              <a:cs typeface="Courier New"/>
              <a:sym typeface="Courier New"/>
            </a:endParaRPr>
          </a:p>
          <a:p>
            <a:pPr indent="-298450" lvl="0" marL="457200" rtl="0" algn="l">
              <a:lnSpc>
                <a:spcPct val="150000"/>
              </a:lnSpc>
              <a:spcBef>
                <a:spcPts val="0"/>
              </a:spcBef>
              <a:spcAft>
                <a:spcPts val="0"/>
              </a:spcAft>
              <a:buSzPts val="1100"/>
              <a:buFont typeface="Courier New"/>
              <a:buAutoNum type="arabicPeriod"/>
            </a:pPr>
            <a:r>
              <a:rPr lang="en" sz="1100">
                <a:highlight>
                  <a:schemeClr val="lt2"/>
                </a:highlight>
                <a:latin typeface="Courier New"/>
                <a:ea typeface="Courier New"/>
                <a:cs typeface="Courier New"/>
                <a:sym typeface="Courier New"/>
              </a:rPr>
              <a:t>          System.out.println(</a:t>
            </a:r>
            <a:r>
              <a:rPr lang="en" sz="1100">
                <a:solidFill>
                  <a:srgbClr val="38761D"/>
                </a:solidFill>
                <a:highlight>
                  <a:schemeClr val="lt2"/>
                </a:highlight>
                <a:latin typeface="Courier New"/>
                <a:ea typeface="Courier New"/>
                <a:cs typeface="Courier New"/>
                <a:sym typeface="Courier New"/>
              </a:rPr>
              <a:t>"Wear a Raincoat"</a:t>
            </a:r>
            <a:r>
              <a:rPr lang="en" sz="1100">
                <a:highlight>
                  <a:schemeClr val="lt2"/>
                </a:highlight>
                <a:latin typeface="Courier New"/>
                <a:ea typeface="Courier New"/>
                <a:cs typeface="Courier New"/>
                <a:sym typeface="Courier New"/>
              </a:rPr>
              <a:t>);</a:t>
            </a:r>
            <a:endParaRPr sz="1100">
              <a:highlight>
                <a:schemeClr val="lt2"/>
              </a:highlight>
              <a:latin typeface="Courier New"/>
              <a:ea typeface="Courier New"/>
              <a:cs typeface="Courier New"/>
              <a:sym typeface="Courier New"/>
            </a:endParaRPr>
          </a:p>
          <a:p>
            <a:pPr indent="-298450" lvl="0" marL="457200" rtl="0" algn="l">
              <a:lnSpc>
                <a:spcPct val="150000"/>
              </a:lnSpc>
              <a:spcBef>
                <a:spcPts val="0"/>
              </a:spcBef>
              <a:spcAft>
                <a:spcPts val="0"/>
              </a:spcAft>
              <a:buSzPts val="1100"/>
              <a:buFont typeface="Courier New"/>
              <a:buAutoNum type="arabicPeriod"/>
            </a:pPr>
            <a:r>
              <a:rPr lang="en" sz="1100">
                <a:highlight>
                  <a:schemeClr val="lt2"/>
                </a:highlight>
                <a:latin typeface="Courier New"/>
                <a:ea typeface="Courier New"/>
                <a:cs typeface="Courier New"/>
                <a:sym typeface="Courier New"/>
              </a:rPr>
              <a:t>      }</a:t>
            </a:r>
            <a:endParaRPr sz="1100">
              <a:highlight>
                <a:schemeClr val="lt2"/>
              </a:highlight>
              <a:latin typeface="Courier New"/>
              <a:ea typeface="Courier New"/>
              <a:cs typeface="Courier New"/>
              <a:sym typeface="Courier New"/>
            </a:endParaRPr>
          </a:p>
          <a:p>
            <a:pPr indent="-298450" lvl="0" marL="457200" rtl="0" algn="l">
              <a:lnSpc>
                <a:spcPct val="150000"/>
              </a:lnSpc>
              <a:spcBef>
                <a:spcPts val="0"/>
              </a:spcBef>
              <a:spcAft>
                <a:spcPts val="0"/>
              </a:spcAft>
              <a:buSzPts val="1100"/>
              <a:buFont typeface="Courier New"/>
              <a:buAutoNum type="arabicPeriod"/>
            </a:pPr>
            <a:r>
              <a:rPr lang="en" sz="1100">
                <a:highlight>
                  <a:schemeClr val="lt2"/>
                </a:highlight>
                <a:latin typeface="Courier New"/>
                <a:ea typeface="Courier New"/>
                <a:cs typeface="Courier New"/>
                <a:sym typeface="Courier New"/>
              </a:rPr>
              <a:t>      sc.close();</a:t>
            </a:r>
            <a:endParaRPr sz="1100">
              <a:highlight>
                <a:schemeClr val="lt2"/>
              </a:highlight>
              <a:latin typeface="Courier New"/>
              <a:ea typeface="Courier New"/>
              <a:cs typeface="Courier New"/>
              <a:sym typeface="Courier New"/>
            </a:endParaRPr>
          </a:p>
          <a:p>
            <a:pPr indent="-298450" lvl="0" marL="457200" rtl="0" algn="l">
              <a:lnSpc>
                <a:spcPct val="150000"/>
              </a:lnSpc>
              <a:spcBef>
                <a:spcPts val="0"/>
              </a:spcBef>
              <a:spcAft>
                <a:spcPts val="0"/>
              </a:spcAft>
              <a:buSzPts val="1100"/>
              <a:buFont typeface="Courier New"/>
              <a:buAutoNum type="arabicPeriod"/>
            </a:pPr>
            <a:r>
              <a:rPr lang="en" sz="1100">
                <a:solidFill>
                  <a:srgbClr val="0000FF"/>
                </a:solidFill>
                <a:latin typeface="Courier New"/>
                <a:ea typeface="Courier New"/>
                <a:cs typeface="Courier New"/>
                <a:sym typeface="Courier New"/>
              </a:rPr>
              <a:t>   </a:t>
            </a:r>
            <a:r>
              <a:rPr lang="en" sz="1100">
                <a:solidFill>
                  <a:srgbClr val="000000"/>
                </a:solidFill>
                <a:latin typeface="Courier New"/>
                <a:ea typeface="Courier New"/>
                <a:cs typeface="Courier New"/>
                <a:sym typeface="Courier New"/>
              </a:rPr>
              <a:t>}</a:t>
            </a:r>
            <a:endParaRPr sz="1100">
              <a:solidFill>
                <a:srgbClr val="000000"/>
              </a:solidFill>
              <a:latin typeface="Courier New"/>
              <a:ea typeface="Courier New"/>
              <a:cs typeface="Courier New"/>
              <a:sym typeface="Courier New"/>
            </a:endParaRPr>
          </a:p>
          <a:p>
            <a:pPr indent="-298450" lvl="0" marL="457200" rtl="0" algn="l">
              <a:lnSpc>
                <a:spcPct val="150000"/>
              </a:lnSpc>
              <a:spcBef>
                <a:spcPts val="0"/>
              </a:spcBef>
              <a:spcAft>
                <a:spcPts val="0"/>
              </a:spcAft>
              <a:buSzPts val="1100"/>
              <a:buFont typeface="Courier New"/>
              <a:buAutoNum type="arabicPeriod"/>
            </a:pPr>
            <a:r>
              <a:rPr lang="en" sz="1100">
                <a:solidFill>
                  <a:srgbClr val="000000"/>
                </a:solidFill>
                <a:latin typeface="Courier New"/>
                <a:ea typeface="Courier New"/>
                <a:cs typeface="Courier New"/>
                <a:sym typeface="Courier New"/>
              </a:rPr>
              <a:t>}</a:t>
            </a:r>
            <a:endParaRPr sz="1100">
              <a:latin typeface="Courier New"/>
              <a:ea typeface="Courier New"/>
              <a:cs typeface="Courier New"/>
              <a:sym typeface="Courier New"/>
            </a:endParaRPr>
          </a:p>
        </p:txBody>
      </p:sp>
      <p:sp>
        <p:nvSpPr>
          <p:cNvPr id="117" name="Google Shape;117;p17"/>
          <p:cNvSpPr/>
          <p:nvPr/>
        </p:nvSpPr>
        <p:spPr>
          <a:xfrm>
            <a:off x="311700" y="3868475"/>
            <a:ext cx="1802100" cy="3942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Print “</a:t>
            </a:r>
            <a:r>
              <a:rPr lang="en" sz="1200"/>
              <a:t>Wear a Raincoat</a:t>
            </a:r>
            <a:r>
              <a:rPr lang="en" sz="1200"/>
              <a:t>”</a:t>
            </a:r>
            <a:endParaRPr sz="1200"/>
          </a:p>
        </p:txBody>
      </p:sp>
      <p:sp>
        <p:nvSpPr>
          <p:cNvPr id="118" name="Google Shape;118;p17"/>
          <p:cNvSpPr/>
          <p:nvPr/>
        </p:nvSpPr>
        <p:spPr>
          <a:xfrm>
            <a:off x="2006488" y="4310800"/>
            <a:ext cx="327000" cy="304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9" name="Google Shape;119;p17"/>
          <p:cNvCxnSpPr>
            <a:endCxn id="113" idx="0"/>
          </p:cNvCxnSpPr>
          <p:nvPr/>
        </p:nvCxnSpPr>
        <p:spPr>
          <a:xfrm>
            <a:off x="2178250" y="1870500"/>
            <a:ext cx="0" cy="210600"/>
          </a:xfrm>
          <a:prstGeom prst="straightConnector1">
            <a:avLst/>
          </a:prstGeom>
          <a:noFill/>
          <a:ln cap="flat" cmpd="sng" w="9525">
            <a:solidFill>
              <a:schemeClr val="dk2"/>
            </a:solidFill>
            <a:prstDash val="solid"/>
            <a:round/>
            <a:headEnd len="med" w="med" type="none"/>
            <a:tailEnd len="med" w="med" type="triangle"/>
          </a:ln>
        </p:spPr>
      </p:cxnSp>
      <p:cxnSp>
        <p:nvCxnSpPr>
          <p:cNvPr id="120" name="Google Shape;120;p17"/>
          <p:cNvCxnSpPr>
            <a:stCxn id="113" idx="4"/>
            <a:endCxn id="114" idx="0"/>
          </p:cNvCxnSpPr>
          <p:nvPr/>
        </p:nvCxnSpPr>
        <p:spPr>
          <a:xfrm>
            <a:off x="2178250" y="2424900"/>
            <a:ext cx="0" cy="192900"/>
          </a:xfrm>
          <a:prstGeom prst="straightConnector1">
            <a:avLst/>
          </a:prstGeom>
          <a:noFill/>
          <a:ln cap="flat" cmpd="sng" w="9525">
            <a:solidFill>
              <a:schemeClr val="dk2"/>
            </a:solidFill>
            <a:prstDash val="solid"/>
            <a:round/>
            <a:headEnd len="med" w="med" type="none"/>
            <a:tailEnd len="med" w="med" type="triangle"/>
          </a:ln>
        </p:spPr>
      </p:cxnSp>
      <p:cxnSp>
        <p:nvCxnSpPr>
          <p:cNvPr id="121" name="Google Shape;121;p17"/>
          <p:cNvCxnSpPr>
            <a:stCxn id="115" idx="1"/>
          </p:cNvCxnSpPr>
          <p:nvPr/>
        </p:nvCxnSpPr>
        <p:spPr>
          <a:xfrm flipH="1">
            <a:off x="851175" y="3378200"/>
            <a:ext cx="247800" cy="487500"/>
          </a:xfrm>
          <a:prstGeom prst="bentConnector2">
            <a:avLst/>
          </a:prstGeom>
          <a:noFill/>
          <a:ln cap="flat" cmpd="sng" w="9525">
            <a:solidFill>
              <a:schemeClr val="dk2"/>
            </a:solidFill>
            <a:prstDash val="solid"/>
            <a:round/>
            <a:headEnd len="med" w="med" type="none"/>
            <a:tailEnd len="med" w="med" type="stealth"/>
          </a:ln>
        </p:spPr>
      </p:cxnSp>
      <p:cxnSp>
        <p:nvCxnSpPr>
          <p:cNvPr id="122" name="Google Shape;122;p17"/>
          <p:cNvCxnSpPr>
            <a:stCxn id="117" idx="3"/>
            <a:endCxn id="118" idx="2"/>
          </p:cNvCxnSpPr>
          <p:nvPr/>
        </p:nvCxnSpPr>
        <p:spPr>
          <a:xfrm flipH="1" rot="-5400000">
            <a:off x="1484925" y="3941225"/>
            <a:ext cx="200100" cy="843000"/>
          </a:xfrm>
          <a:prstGeom prst="bentConnector2">
            <a:avLst/>
          </a:prstGeom>
          <a:noFill/>
          <a:ln cap="flat" cmpd="sng" w="9525">
            <a:solidFill>
              <a:schemeClr val="dk2"/>
            </a:solidFill>
            <a:prstDash val="solid"/>
            <a:round/>
            <a:headEnd len="med" w="med" type="none"/>
            <a:tailEnd len="med" w="med" type="stealth"/>
          </a:ln>
        </p:spPr>
      </p:cxnSp>
      <p:cxnSp>
        <p:nvCxnSpPr>
          <p:cNvPr id="123" name="Google Shape;123;p17"/>
          <p:cNvCxnSpPr>
            <a:stCxn id="115" idx="3"/>
            <a:endCxn id="118" idx="6"/>
          </p:cNvCxnSpPr>
          <p:nvPr/>
        </p:nvCxnSpPr>
        <p:spPr>
          <a:xfrm flipH="1">
            <a:off x="2333475" y="3378200"/>
            <a:ext cx="955500" cy="1084800"/>
          </a:xfrm>
          <a:prstGeom prst="bentConnector3">
            <a:avLst>
              <a:gd fmla="val -24922" name="adj1"/>
            </a:avLst>
          </a:prstGeom>
          <a:noFill/>
          <a:ln cap="flat" cmpd="sng" w="9525">
            <a:solidFill>
              <a:schemeClr val="dk2"/>
            </a:solidFill>
            <a:prstDash val="solid"/>
            <a:round/>
            <a:headEnd len="med" w="med" type="none"/>
            <a:tailEnd len="med" w="med" type="stealth"/>
          </a:ln>
        </p:spPr>
      </p:cxnSp>
      <p:cxnSp>
        <p:nvCxnSpPr>
          <p:cNvPr id="124" name="Google Shape;124;p17"/>
          <p:cNvCxnSpPr>
            <a:stCxn id="118" idx="4"/>
            <a:endCxn id="112" idx="0"/>
          </p:cNvCxnSpPr>
          <p:nvPr/>
        </p:nvCxnSpPr>
        <p:spPr>
          <a:xfrm flipH="1" rot="-5400000">
            <a:off x="2089888" y="4695100"/>
            <a:ext cx="160800" cy="600"/>
          </a:xfrm>
          <a:prstGeom prst="bentConnector3">
            <a:avLst>
              <a:gd fmla="val 50031" name="adj1"/>
            </a:avLst>
          </a:prstGeom>
          <a:noFill/>
          <a:ln cap="flat" cmpd="sng" w="9525">
            <a:solidFill>
              <a:schemeClr val="dk2"/>
            </a:solidFill>
            <a:prstDash val="solid"/>
            <a:round/>
            <a:headEnd len="med" w="med" type="none"/>
            <a:tailEnd len="med" w="med" type="stealth"/>
          </a:ln>
        </p:spPr>
      </p:cxnSp>
      <p:cxnSp>
        <p:nvCxnSpPr>
          <p:cNvPr id="125" name="Google Shape;125;p17"/>
          <p:cNvCxnSpPr>
            <a:stCxn id="114" idx="4"/>
            <a:endCxn id="115" idx="0"/>
          </p:cNvCxnSpPr>
          <p:nvPr/>
        </p:nvCxnSpPr>
        <p:spPr>
          <a:xfrm>
            <a:off x="2178250" y="2872825"/>
            <a:ext cx="15600" cy="192900"/>
          </a:xfrm>
          <a:prstGeom prst="straightConnector1">
            <a:avLst/>
          </a:prstGeom>
          <a:noFill/>
          <a:ln cap="flat" cmpd="sng" w="9525">
            <a:solidFill>
              <a:schemeClr val="dk2"/>
            </a:solidFill>
            <a:prstDash val="solid"/>
            <a:round/>
            <a:headEnd len="med" w="med" type="none"/>
            <a:tailEnd len="med" w="med" type="triangle"/>
          </a:ln>
        </p:spPr>
      </p:cxnSp>
      <p:sp>
        <p:nvSpPr>
          <p:cNvPr id="126" name="Google Shape;126;p17"/>
          <p:cNvSpPr txBox="1"/>
          <p:nvPr>
            <p:ph idx="1" type="body"/>
          </p:nvPr>
        </p:nvSpPr>
        <p:spPr>
          <a:xfrm>
            <a:off x="311700" y="895700"/>
            <a:ext cx="8646300" cy="7449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600">
                <a:solidFill>
                  <a:schemeClr val="dk1"/>
                </a:solidFill>
              </a:rPr>
              <a:t>Based on the weather, print whether user will “Wear a Raincoat”. For rainy weather user gives true and for sunny weather user gives false </a:t>
            </a:r>
            <a:r>
              <a:rPr lang="en" sz="1600">
                <a:solidFill>
                  <a:schemeClr val="dk1"/>
                </a:solidFill>
              </a:rPr>
              <a:t>as input</a:t>
            </a:r>
            <a:r>
              <a:rPr lang="en" sz="1600">
                <a:solidFill>
                  <a:schemeClr val="dk1"/>
                </a:solidFill>
              </a:rPr>
              <a:t>.</a:t>
            </a:r>
            <a:endParaRPr sz="1600">
              <a:solidFill>
                <a:schemeClr val="dk1"/>
              </a:solidFill>
            </a:endParaRPr>
          </a:p>
          <a:p>
            <a:pPr indent="0" lvl="0" marL="0" rtl="0" algn="l">
              <a:spcBef>
                <a:spcPts val="0"/>
              </a:spcBef>
              <a:spcAft>
                <a:spcPts val="1200"/>
              </a:spcAft>
              <a:buNone/>
            </a:pPr>
            <a:r>
              <a:t/>
            </a:r>
            <a:endParaRPr sz="1600"/>
          </a:p>
        </p:txBody>
      </p:sp>
      <p:sp>
        <p:nvSpPr>
          <p:cNvPr id="127" name="Google Shape;127;p17"/>
          <p:cNvSpPr/>
          <p:nvPr/>
        </p:nvSpPr>
        <p:spPr>
          <a:xfrm>
            <a:off x="3671675" y="1763850"/>
            <a:ext cx="233400" cy="692100"/>
          </a:xfrm>
          <a:prstGeom prst="leftBrace">
            <a:avLst>
              <a:gd fmla="val 50000" name="adj1"/>
              <a:gd fmla="val 51624"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7"/>
          <p:cNvSpPr/>
          <p:nvPr/>
        </p:nvSpPr>
        <p:spPr>
          <a:xfrm>
            <a:off x="3671675" y="2503000"/>
            <a:ext cx="233400" cy="462900"/>
          </a:xfrm>
          <a:prstGeom prst="leftBrace">
            <a:avLst>
              <a:gd fmla="val 50000" name="adj1"/>
              <a:gd fmla="val 51624"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7"/>
          <p:cNvSpPr/>
          <p:nvPr/>
        </p:nvSpPr>
        <p:spPr>
          <a:xfrm>
            <a:off x="2713075" y="1715150"/>
            <a:ext cx="922950" cy="394175"/>
          </a:xfrm>
          <a:custGeom>
            <a:rect b="b" l="l" r="r" t="t"/>
            <a:pathLst>
              <a:path extrusionOk="0" h="15767" w="36918">
                <a:moveTo>
                  <a:pt x="36918" y="15767"/>
                </a:moveTo>
                <a:cubicBezTo>
                  <a:pt x="34867" y="13780"/>
                  <a:pt x="30765" y="6473"/>
                  <a:pt x="24612" y="3845"/>
                </a:cubicBezTo>
                <a:cubicBezTo>
                  <a:pt x="18459" y="1217"/>
                  <a:pt x="4102" y="641"/>
                  <a:pt x="0" y="0"/>
                </a:cubicBezTo>
              </a:path>
            </a:pathLst>
          </a:custGeom>
          <a:noFill/>
          <a:ln cap="flat" cmpd="sng" w="19050">
            <a:solidFill>
              <a:schemeClr val="dk2"/>
            </a:solidFill>
            <a:prstDash val="solid"/>
            <a:round/>
            <a:headEnd len="med" w="med" type="none"/>
            <a:tailEnd len="med" w="med" type="stealth"/>
          </a:ln>
        </p:spPr>
      </p:sp>
      <p:sp>
        <p:nvSpPr>
          <p:cNvPr id="130" name="Google Shape;130;p17"/>
          <p:cNvSpPr/>
          <p:nvPr/>
        </p:nvSpPr>
        <p:spPr>
          <a:xfrm>
            <a:off x="3232225" y="2311200"/>
            <a:ext cx="432650" cy="374950"/>
          </a:xfrm>
          <a:custGeom>
            <a:rect b="b" l="l" r="r" t="t"/>
            <a:pathLst>
              <a:path extrusionOk="0" h="14998" w="17306">
                <a:moveTo>
                  <a:pt x="17306" y="14998"/>
                </a:moveTo>
                <a:cubicBezTo>
                  <a:pt x="16088" y="13396"/>
                  <a:pt x="12883" y="7884"/>
                  <a:pt x="9999" y="5384"/>
                </a:cubicBezTo>
                <a:cubicBezTo>
                  <a:pt x="7115" y="2884"/>
                  <a:pt x="1667" y="897"/>
                  <a:pt x="0" y="0"/>
                </a:cubicBezTo>
              </a:path>
            </a:pathLst>
          </a:custGeom>
          <a:noFill/>
          <a:ln cap="flat" cmpd="sng" w="19050">
            <a:solidFill>
              <a:schemeClr val="dk2"/>
            </a:solidFill>
            <a:prstDash val="solid"/>
            <a:round/>
            <a:headEnd len="med" w="med" type="none"/>
            <a:tailEnd len="med" w="med" type="stealth"/>
          </a:ln>
        </p:spPr>
      </p:sp>
      <p:sp>
        <p:nvSpPr>
          <p:cNvPr id="131" name="Google Shape;131;p17"/>
          <p:cNvSpPr/>
          <p:nvPr/>
        </p:nvSpPr>
        <p:spPr>
          <a:xfrm>
            <a:off x="3184175" y="2782300"/>
            <a:ext cx="740275" cy="365325"/>
          </a:xfrm>
          <a:custGeom>
            <a:rect b="b" l="l" r="r" t="t"/>
            <a:pathLst>
              <a:path extrusionOk="0" h="14613" w="29611">
                <a:moveTo>
                  <a:pt x="29611" y="14613"/>
                </a:moveTo>
                <a:cubicBezTo>
                  <a:pt x="26663" y="12818"/>
                  <a:pt x="16856" y="6281"/>
                  <a:pt x="11921" y="3845"/>
                </a:cubicBezTo>
                <a:cubicBezTo>
                  <a:pt x="6986" y="1410"/>
                  <a:pt x="1987" y="641"/>
                  <a:pt x="0" y="0"/>
                </a:cubicBezTo>
              </a:path>
            </a:pathLst>
          </a:custGeom>
          <a:noFill/>
          <a:ln cap="flat" cmpd="sng" w="19050">
            <a:solidFill>
              <a:schemeClr val="dk2"/>
            </a:solidFill>
            <a:prstDash val="solid"/>
            <a:round/>
            <a:headEnd len="med" w="med" type="none"/>
            <a:tailEnd len="med" w="med" type="stealth"/>
          </a:ln>
        </p:spPr>
      </p:sp>
      <p:sp>
        <p:nvSpPr>
          <p:cNvPr id="132" name="Google Shape;132;p17"/>
          <p:cNvSpPr/>
          <p:nvPr/>
        </p:nvSpPr>
        <p:spPr>
          <a:xfrm>
            <a:off x="2636175" y="3195700"/>
            <a:ext cx="1269050" cy="192275"/>
          </a:xfrm>
          <a:custGeom>
            <a:rect b="b" l="l" r="r" t="t"/>
            <a:pathLst>
              <a:path extrusionOk="0" h="7691" w="50762">
                <a:moveTo>
                  <a:pt x="50762" y="7691"/>
                </a:moveTo>
                <a:cubicBezTo>
                  <a:pt x="47109" y="6602"/>
                  <a:pt x="37302" y="2436"/>
                  <a:pt x="28842" y="1154"/>
                </a:cubicBezTo>
                <a:cubicBezTo>
                  <a:pt x="20382" y="-128"/>
                  <a:pt x="4807" y="192"/>
                  <a:pt x="0" y="0"/>
                </a:cubicBezTo>
              </a:path>
            </a:pathLst>
          </a:custGeom>
          <a:noFill/>
          <a:ln cap="flat" cmpd="sng" w="19050">
            <a:solidFill>
              <a:schemeClr val="dk2"/>
            </a:solidFill>
            <a:prstDash val="solid"/>
            <a:round/>
            <a:headEnd len="med" w="med" type="none"/>
            <a:tailEnd len="med" w="med" type="stealth"/>
          </a:ln>
        </p:spPr>
      </p:sp>
      <p:sp>
        <p:nvSpPr>
          <p:cNvPr id="133" name="Google Shape;133;p17"/>
          <p:cNvSpPr/>
          <p:nvPr/>
        </p:nvSpPr>
        <p:spPr>
          <a:xfrm>
            <a:off x="2136225" y="3628325"/>
            <a:ext cx="1788225" cy="471100"/>
          </a:xfrm>
          <a:custGeom>
            <a:rect b="b" l="l" r="r" t="t"/>
            <a:pathLst>
              <a:path extrusionOk="0" h="18844" w="71529">
                <a:moveTo>
                  <a:pt x="71529" y="0"/>
                </a:moveTo>
                <a:cubicBezTo>
                  <a:pt x="64799" y="1282"/>
                  <a:pt x="43072" y="4550"/>
                  <a:pt x="31150" y="7691"/>
                </a:cubicBezTo>
                <a:cubicBezTo>
                  <a:pt x="19229" y="10832"/>
                  <a:pt x="5192" y="16985"/>
                  <a:pt x="0" y="18844"/>
                </a:cubicBezTo>
              </a:path>
            </a:pathLst>
          </a:custGeom>
          <a:noFill/>
          <a:ln cap="flat" cmpd="sng" w="19050">
            <a:solidFill>
              <a:schemeClr val="dk2"/>
            </a:solidFill>
            <a:prstDash val="solid"/>
            <a:round/>
            <a:headEnd len="med" w="med" type="none"/>
            <a:tailEnd len="med" w="med" type="stealth"/>
          </a:ln>
        </p:spPr>
      </p:sp>
      <p:sp>
        <p:nvSpPr>
          <p:cNvPr id="134" name="Google Shape;134;p17"/>
          <p:cNvSpPr/>
          <p:nvPr/>
        </p:nvSpPr>
        <p:spPr>
          <a:xfrm>
            <a:off x="2568875" y="4147500"/>
            <a:ext cx="1326725" cy="624900"/>
          </a:xfrm>
          <a:custGeom>
            <a:rect b="b" l="l" r="r" t="t"/>
            <a:pathLst>
              <a:path extrusionOk="0" h="24996" w="53069">
                <a:moveTo>
                  <a:pt x="53069" y="0"/>
                </a:moveTo>
                <a:cubicBezTo>
                  <a:pt x="48583" y="1282"/>
                  <a:pt x="34995" y="3525"/>
                  <a:pt x="26150" y="7691"/>
                </a:cubicBezTo>
                <a:cubicBezTo>
                  <a:pt x="17305" y="11857"/>
                  <a:pt x="4358" y="22112"/>
                  <a:pt x="0" y="24996"/>
                </a:cubicBezTo>
              </a:path>
            </a:pathLst>
          </a:custGeom>
          <a:noFill/>
          <a:ln cap="flat" cmpd="sng" w="19050">
            <a:solidFill>
              <a:schemeClr val="dk2"/>
            </a:solidFill>
            <a:prstDash val="solid"/>
            <a:round/>
            <a:headEnd len="med" w="med" type="none"/>
            <a:tailEnd len="med" w="med" type="stealth"/>
          </a:ln>
        </p:spPr>
      </p:sp>
      <p:sp>
        <p:nvSpPr>
          <p:cNvPr id="135" name="Google Shape;135;p17"/>
          <p:cNvSpPr txBox="1"/>
          <p:nvPr/>
        </p:nvSpPr>
        <p:spPr>
          <a:xfrm>
            <a:off x="349125" y="3387975"/>
            <a:ext cx="638700" cy="25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t>TRUE</a:t>
            </a:r>
            <a:endParaRPr b="1" sz="11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8"/>
          <p:cNvSpPr txBox="1"/>
          <p:nvPr>
            <p:ph type="title"/>
          </p:nvPr>
        </p:nvSpPr>
        <p:spPr>
          <a:xfrm>
            <a:off x="311700" y="3688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if Selection Statement (Contd)</a:t>
            </a:r>
            <a:endParaRPr/>
          </a:p>
        </p:txBody>
      </p:sp>
      <p:sp>
        <p:nvSpPr>
          <p:cNvPr id="141" name="Google Shape;141;p18"/>
          <p:cNvSpPr/>
          <p:nvPr/>
        </p:nvSpPr>
        <p:spPr>
          <a:xfrm>
            <a:off x="1713775" y="1585175"/>
            <a:ext cx="868536" cy="254880"/>
          </a:xfrm>
          <a:prstGeom prst="flowChartTermina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000000"/>
                </a:solidFill>
              </a:rPr>
              <a:t>START</a:t>
            </a:r>
            <a:endParaRPr sz="1200"/>
          </a:p>
        </p:txBody>
      </p:sp>
      <p:sp>
        <p:nvSpPr>
          <p:cNvPr id="142" name="Google Shape;142;p18"/>
          <p:cNvSpPr/>
          <p:nvPr/>
        </p:nvSpPr>
        <p:spPr>
          <a:xfrm>
            <a:off x="1750825" y="4775900"/>
            <a:ext cx="838350" cy="254988"/>
          </a:xfrm>
          <a:prstGeom prst="flowChartTermina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000000"/>
                </a:solidFill>
              </a:rPr>
              <a:t>END</a:t>
            </a:r>
            <a:endParaRPr sz="1200"/>
          </a:p>
        </p:txBody>
      </p:sp>
      <p:sp>
        <p:nvSpPr>
          <p:cNvPr id="143" name="Google Shape;143;p18"/>
          <p:cNvSpPr/>
          <p:nvPr/>
        </p:nvSpPr>
        <p:spPr>
          <a:xfrm>
            <a:off x="1172350" y="2081100"/>
            <a:ext cx="2011800" cy="3438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200">
                <a:solidFill>
                  <a:schemeClr val="dk1"/>
                </a:solidFill>
              </a:rPr>
              <a:t>Prompt “Enter a number”</a:t>
            </a:r>
            <a:endParaRPr sz="1200"/>
          </a:p>
        </p:txBody>
      </p:sp>
      <p:sp>
        <p:nvSpPr>
          <p:cNvPr id="144" name="Google Shape;144;p18"/>
          <p:cNvSpPr/>
          <p:nvPr/>
        </p:nvSpPr>
        <p:spPr>
          <a:xfrm>
            <a:off x="1224250" y="2617825"/>
            <a:ext cx="1908000" cy="2550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rPr>
              <a:t>Read num</a:t>
            </a:r>
            <a:endParaRPr sz="1200"/>
          </a:p>
        </p:txBody>
      </p:sp>
      <p:sp>
        <p:nvSpPr>
          <p:cNvPr id="145" name="Google Shape;145;p18"/>
          <p:cNvSpPr/>
          <p:nvPr/>
        </p:nvSpPr>
        <p:spPr>
          <a:xfrm>
            <a:off x="1098975" y="3065750"/>
            <a:ext cx="2190000" cy="6249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If </a:t>
            </a:r>
            <a:endParaRPr sz="1200"/>
          </a:p>
          <a:p>
            <a:pPr indent="0" lvl="0" marL="0" rtl="0" algn="ctr">
              <a:spcBef>
                <a:spcPts val="0"/>
              </a:spcBef>
              <a:spcAft>
                <a:spcPts val="0"/>
              </a:spcAft>
              <a:buNone/>
            </a:pPr>
            <a:r>
              <a:rPr lang="en" sz="1200"/>
              <a:t>num &lt; 0 </a:t>
            </a:r>
            <a:endParaRPr sz="1200"/>
          </a:p>
        </p:txBody>
      </p:sp>
      <p:sp>
        <p:nvSpPr>
          <p:cNvPr id="146" name="Google Shape;146;p18"/>
          <p:cNvSpPr txBox="1"/>
          <p:nvPr/>
        </p:nvSpPr>
        <p:spPr>
          <a:xfrm>
            <a:off x="3952675" y="1684800"/>
            <a:ext cx="5005200" cy="3147600"/>
          </a:xfrm>
          <a:prstGeom prst="rect">
            <a:avLst/>
          </a:prstGeom>
          <a:solidFill>
            <a:srgbClr val="EEEEEE"/>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298450" lvl="0" marL="457200" rtl="0" algn="l">
              <a:lnSpc>
                <a:spcPct val="150000"/>
              </a:lnSpc>
              <a:spcBef>
                <a:spcPts val="0"/>
              </a:spcBef>
              <a:spcAft>
                <a:spcPts val="0"/>
              </a:spcAft>
              <a:buSzPts val="1100"/>
              <a:buFont typeface="Courier New"/>
              <a:buAutoNum type="arabicPeriod"/>
            </a:pPr>
            <a:r>
              <a:rPr lang="en" sz="1100">
                <a:solidFill>
                  <a:srgbClr val="0000FF"/>
                </a:solidFill>
                <a:latin typeface="Courier New"/>
                <a:ea typeface="Courier New"/>
                <a:cs typeface="Courier New"/>
                <a:sym typeface="Courier New"/>
              </a:rPr>
              <a:t>import </a:t>
            </a:r>
            <a:r>
              <a:rPr lang="en" sz="1100">
                <a:solidFill>
                  <a:schemeClr val="dk1"/>
                </a:solidFill>
                <a:latin typeface="Courier New"/>
                <a:ea typeface="Courier New"/>
                <a:cs typeface="Courier New"/>
                <a:sym typeface="Courier New"/>
              </a:rPr>
              <a:t>java.util.Scanner;</a:t>
            </a:r>
            <a:endParaRPr sz="1100">
              <a:solidFill>
                <a:schemeClr val="dk1"/>
              </a:solidFill>
              <a:latin typeface="Courier New"/>
              <a:ea typeface="Courier New"/>
              <a:cs typeface="Courier New"/>
              <a:sym typeface="Courier New"/>
            </a:endParaRPr>
          </a:p>
          <a:p>
            <a:pPr indent="-298450" lvl="0" marL="457200" rtl="0" algn="l">
              <a:lnSpc>
                <a:spcPct val="150000"/>
              </a:lnSpc>
              <a:spcBef>
                <a:spcPts val="0"/>
              </a:spcBef>
              <a:spcAft>
                <a:spcPts val="0"/>
              </a:spcAft>
              <a:buSzPts val="1100"/>
              <a:buFont typeface="Courier New"/>
              <a:buAutoNum type="arabicPeriod"/>
            </a:pPr>
            <a:r>
              <a:rPr lang="en" sz="1100">
                <a:solidFill>
                  <a:srgbClr val="0000FF"/>
                </a:solidFill>
                <a:latin typeface="Courier New"/>
                <a:ea typeface="Courier New"/>
                <a:cs typeface="Courier New"/>
                <a:sym typeface="Courier New"/>
              </a:rPr>
              <a:t>class</a:t>
            </a:r>
            <a:r>
              <a:rPr lang="en" sz="1100">
                <a:latin typeface="Courier New"/>
                <a:ea typeface="Courier New"/>
                <a:cs typeface="Courier New"/>
                <a:sym typeface="Courier New"/>
              </a:rPr>
              <a:t> NumberCheck{</a:t>
            </a:r>
            <a:endParaRPr sz="1100">
              <a:solidFill>
                <a:schemeClr val="dk1"/>
              </a:solidFill>
              <a:latin typeface="Courier New"/>
              <a:ea typeface="Courier New"/>
              <a:cs typeface="Courier New"/>
              <a:sym typeface="Courier New"/>
            </a:endParaRPr>
          </a:p>
          <a:p>
            <a:pPr indent="-298450" lvl="0" marL="457200" rtl="0" algn="l">
              <a:lnSpc>
                <a:spcPct val="150000"/>
              </a:lnSpc>
              <a:spcBef>
                <a:spcPts val="0"/>
              </a:spcBef>
              <a:spcAft>
                <a:spcPts val="0"/>
              </a:spcAft>
              <a:buSzPts val="1100"/>
              <a:buFont typeface="Courier New"/>
              <a:buAutoNum type="arabicPeriod"/>
            </a:pPr>
            <a:r>
              <a:rPr lang="en" sz="1100">
                <a:solidFill>
                  <a:srgbClr val="0000FF"/>
                </a:solidFill>
                <a:latin typeface="Courier New"/>
                <a:ea typeface="Courier New"/>
                <a:cs typeface="Courier New"/>
                <a:sym typeface="Courier New"/>
              </a:rPr>
              <a:t>   public</a:t>
            </a:r>
            <a:r>
              <a:rPr lang="en" sz="1100">
                <a:solidFill>
                  <a:srgbClr val="000000"/>
                </a:solidFill>
                <a:latin typeface="Courier New"/>
                <a:ea typeface="Courier New"/>
                <a:cs typeface="Courier New"/>
                <a:sym typeface="Courier New"/>
              </a:rPr>
              <a:t> </a:t>
            </a:r>
            <a:r>
              <a:rPr lang="en" sz="1100">
                <a:solidFill>
                  <a:srgbClr val="0000FF"/>
                </a:solidFill>
                <a:latin typeface="Courier New"/>
                <a:ea typeface="Courier New"/>
                <a:cs typeface="Courier New"/>
                <a:sym typeface="Courier New"/>
              </a:rPr>
              <a:t>static</a:t>
            </a:r>
            <a:r>
              <a:rPr lang="en" sz="1100">
                <a:solidFill>
                  <a:srgbClr val="000000"/>
                </a:solidFill>
                <a:latin typeface="Courier New"/>
                <a:ea typeface="Courier New"/>
                <a:cs typeface="Courier New"/>
                <a:sym typeface="Courier New"/>
              </a:rPr>
              <a:t> void main (String[] args) {</a:t>
            </a:r>
            <a:endParaRPr sz="1100">
              <a:solidFill>
                <a:srgbClr val="000000"/>
              </a:solidFill>
              <a:latin typeface="Courier New"/>
              <a:ea typeface="Courier New"/>
              <a:cs typeface="Courier New"/>
              <a:sym typeface="Courier New"/>
            </a:endParaRPr>
          </a:p>
          <a:p>
            <a:pPr indent="-298450" lvl="0" marL="457200" rtl="0" algn="l">
              <a:lnSpc>
                <a:spcPct val="150000"/>
              </a:lnSpc>
              <a:spcBef>
                <a:spcPts val="0"/>
              </a:spcBef>
              <a:spcAft>
                <a:spcPts val="0"/>
              </a:spcAft>
              <a:buSzPts val="1100"/>
              <a:buFont typeface="Courier New"/>
              <a:buAutoNum type="arabicPeriod"/>
            </a:pPr>
            <a:r>
              <a:rPr lang="en" sz="1100">
                <a:solidFill>
                  <a:srgbClr val="000000"/>
                </a:solidFill>
                <a:latin typeface="Courier New"/>
                <a:ea typeface="Courier New"/>
                <a:cs typeface="Courier New"/>
                <a:sym typeface="Courier New"/>
              </a:rPr>
              <a:t>   </a:t>
            </a:r>
            <a:r>
              <a:rPr lang="en" sz="1100">
                <a:solidFill>
                  <a:srgbClr val="0000FF"/>
                </a:solidFill>
                <a:latin typeface="Courier New"/>
                <a:ea typeface="Courier New"/>
                <a:cs typeface="Courier New"/>
                <a:sym typeface="Courier New"/>
              </a:rPr>
              <a:t>   </a:t>
            </a:r>
            <a:r>
              <a:rPr lang="en" sz="1100">
                <a:highlight>
                  <a:schemeClr val="lt2"/>
                </a:highlight>
                <a:latin typeface="Courier New"/>
                <a:ea typeface="Courier New"/>
                <a:cs typeface="Courier New"/>
                <a:sym typeface="Courier New"/>
              </a:rPr>
              <a:t>Scanner sc = </a:t>
            </a:r>
            <a:r>
              <a:rPr lang="en" sz="1100">
                <a:solidFill>
                  <a:srgbClr val="0000FF"/>
                </a:solidFill>
                <a:highlight>
                  <a:schemeClr val="lt2"/>
                </a:highlight>
                <a:latin typeface="Courier New"/>
                <a:ea typeface="Courier New"/>
                <a:cs typeface="Courier New"/>
                <a:sym typeface="Courier New"/>
              </a:rPr>
              <a:t>new </a:t>
            </a:r>
            <a:r>
              <a:rPr lang="en" sz="1100">
                <a:highlight>
                  <a:schemeClr val="lt2"/>
                </a:highlight>
                <a:latin typeface="Courier New"/>
                <a:ea typeface="Courier New"/>
                <a:cs typeface="Courier New"/>
                <a:sym typeface="Courier New"/>
              </a:rPr>
              <a:t>Scanner(System.in);</a:t>
            </a:r>
            <a:endParaRPr sz="1100">
              <a:highlight>
                <a:schemeClr val="lt2"/>
              </a:highlight>
              <a:latin typeface="Courier New"/>
              <a:ea typeface="Courier New"/>
              <a:cs typeface="Courier New"/>
              <a:sym typeface="Courier New"/>
            </a:endParaRPr>
          </a:p>
          <a:p>
            <a:pPr indent="-298450" lvl="0" marL="457200" rtl="0" algn="l">
              <a:lnSpc>
                <a:spcPct val="150000"/>
              </a:lnSpc>
              <a:spcBef>
                <a:spcPts val="0"/>
              </a:spcBef>
              <a:spcAft>
                <a:spcPts val="0"/>
              </a:spcAft>
              <a:buSzPts val="1100"/>
              <a:buFont typeface="Courier New"/>
              <a:buAutoNum type="arabicPeriod"/>
            </a:pPr>
            <a:r>
              <a:rPr lang="en" sz="1100">
                <a:highlight>
                  <a:schemeClr val="lt2"/>
                </a:highlight>
                <a:latin typeface="Courier New"/>
                <a:ea typeface="Courier New"/>
                <a:cs typeface="Courier New"/>
                <a:sym typeface="Courier New"/>
              </a:rPr>
              <a:t>      System.out.print(</a:t>
            </a:r>
            <a:r>
              <a:rPr lang="en" sz="1100">
                <a:solidFill>
                  <a:srgbClr val="38761D"/>
                </a:solidFill>
                <a:highlight>
                  <a:schemeClr val="lt2"/>
                </a:highlight>
                <a:latin typeface="Courier New"/>
                <a:ea typeface="Courier New"/>
                <a:cs typeface="Courier New"/>
                <a:sym typeface="Courier New"/>
              </a:rPr>
              <a:t>"Enter a number: "</a:t>
            </a:r>
            <a:r>
              <a:rPr lang="en" sz="1100">
                <a:highlight>
                  <a:schemeClr val="lt2"/>
                </a:highlight>
                <a:latin typeface="Courier New"/>
                <a:ea typeface="Courier New"/>
                <a:cs typeface="Courier New"/>
                <a:sym typeface="Courier New"/>
              </a:rPr>
              <a:t>);</a:t>
            </a:r>
            <a:endParaRPr sz="1100">
              <a:highlight>
                <a:schemeClr val="lt2"/>
              </a:highlight>
              <a:latin typeface="Courier New"/>
              <a:ea typeface="Courier New"/>
              <a:cs typeface="Courier New"/>
              <a:sym typeface="Courier New"/>
            </a:endParaRPr>
          </a:p>
          <a:p>
            <a:pPr indent="-298450" lvl="0" marL="457200" rtl="0" algn="l">
              <a:lnSpc>
                <a:spcPct val="150000"/>
              </a:lnSpc>
              <a:spcBef>
                <a:spcPts val="0"/>
              </a:spcBef>
              <a:spcAft>
                <a:spcPts val="0"/>
              </a:spcAft>
              <a:buSzPts val="1100"/>
              <a:buFont typeface="Courier New"/>
              <a:buAutoNum type="arabicPeriod"/>
            </a:pPr>
            <a:r>
              <a:rPr lang="en" sz="1100">
                <a:highlight>
                  <a:schemeClr val="lt2"/>
                </a:highlight>
                <a:latin typeface="Courier New"/>
                <a:ea typeface="Courier New"/>
                <a:cs typeface="Courier New"/>
                <a:sym typeface="Courier New"/>
              </a:rPr>
              <a:t>      int num = sc.nextInt();</a:t>
            </a:r>
            <a:endParaRPr sz="1100">
              <a:highlight>
                <a:schemeClr val="lt2"/>
              </a:highlight>
              <a:latin typeface="Courier New"/>
              <a:ea typeface="Courier New"/>
              <a:cs typeface="Courier New"/>
              <a:sym typeface="Courier New"/>
            </a:endParaRPr>
          </a:p>
          <a:p>
            <a:pPr indent="-298450" lvl="0" marL="457200" rtl="0" algn="l">
              <a:lnSpc>
                <a:spcPct val="150000"/>
              </a:lnSpc>
              <a:spcBef>
                <a:spcPts val="0"/>
              </a:spcBef>
              <a:spcAft>
                <a:spcPts val="0"/>
              </a:spcAft>
              <a:buSzPts val="1100"/>
              <a:buFont typeface="Courier New"/>
              <a:buAutoNum type="arabicPeriod"/>
            </a:pPr>
            <a:r>
              <a:rPr lang="en" sz="1100">
                <a:highlight>
                  <a:schemeClr val="lt2"/>
                </a:highlight>
                <a:latin typeface="Courier New"/>
                <a:ea typeface="Courier New"/>
                <a:cs typeface="Courier New"/>
                <a:sym typeface="Courier New"/>
              </a:rPr>
              <a:t>      </a:t>
            </a:r>
            <a:r>
              <a:rPr lang="en" sz="1100">
                <a:solidFill>
                  <a:srgbClr val="0000FF"/>
                </a:solidFill>
                <a:highlight>
                  <a:schemeClr val="lt2"/>
                </a:highlight>
                <a:latin typeface="Courier New"/>
                <a:ea typeface="Courier New"/>
                <a:cs typeface="Courier New"/>
                <a:sym typeface="Courier New"/>
              </a:rPr>
              <a:t>if</a:t>
            </a:r>
            <a:r>
              <a:rPr lang="en" sz="1100">
                <a:highlight>
                  <a:schemeClr val="lt2"/>
                </a:highlight>
                <a:latin typeface="Courier New"/>
                <a:ea typeface="Courier New"/>
                <a:cs typeface="Courier New"/>
                <a:sym typeface="Courier New"/>
              </a:rPr>
              <a:t> (num &lt; 0</a:t>
            </a:r>
            <a:r>
              <a:rPr lang="en" sz="1100">
                <a:highlight>
                  <a:schemeClr val="lt2"/>
                </a:highlight>
                <a:latin typeface="Courier New"/>
                <a:ea typeface="Courier New"/>
                <a:cs typeface="Courier New"/>
                <a:sym typeface="Courier New"/>
              </a:rPr>
              <a:t>) </a:t>
            </a:r>
            <a:r>
              <a:rPr lang="en" sz="1100">
                <a:highlight>
                  <a:schemeClr val="lt2"/>
                </a:highlight>
                <a:latin typeface="Courier New"/>
                <a:ea typeface="Courier New"/>
                <a:cs typeface="Courier New"/>
                <a:sym typeface="Courier New"/>
              </a:rPr>
              <a:t>{</a:t>
            </a:r>
            <a:endParaRPr sz="1100">
              <a:highlight>
                <a:schemeClr val="lt2"/>
              </a:highlight>
              <a:latin typeface="Courier New"/>
              <a:ea typeface="Courier New"/>
              <a:cs typeface="Courier New"/>
              <a:sym typeface="Courier New"/>
            </a:endParaRPr>
          </a:p>
          <a:p>
            <a:pPr indent="-298450" lvl="0" marL="457200" rtl="0" algn="l">
              <a:lnSpc>
                <a:spcPct val="150000"/>
              </a:lnSpc>
              <a:spcBef>
                <a:spcPts val="0"/>
              </a:spcBef>
              <a:spcAft>
                <a:spcPts val="0"/>
              </a:spcAft>
              <a:buSzPts val="1100"/>
              <a:buFont typeface="Courier New"/>
              <a:buAutoNum type="arabicPeriod"/>
            </a:pPr>
            <a:r>
              <a:rPr lang="en" sz="1100">
                <a:highlight>
                  <a:schemeClr val="lt2"/>
                </a:highlight>
                <a:latin typeface="Courier New"/>
                <a:ea typeface="Courier New"/>
                <a:cs typeface="Courier New"/>
                <a:sym typeface="Courier New"/>
              </a:rPr>
              <a:t>          System.out.println(</a:t>
            </a:r>
            <a:r>
              <a:rPr lang="en" sz="1100">
                <a:solidFill>
                  <a:srgbClr val="38761D"/>
                </a:solidFill>
                <a:highlight>
                  <a:schemeClr val="lt2"/>
                </a:highlight>
                <a:latin typeface="Courier New"/>
                <a:ea typeface="Courier New"/>
                <a:cs typeface="Courier New"/>
                <a:sym typeface="Courier New"/>
              </a:rPr>
              <a:t>"Negative"</a:t>
            </a:r>
            <a:r>
              <a:rPr lang="en" sz="1100">
                <a:highlight>
                  <a:schemeClr val="lt2"/>
                </a:highlight>
                <a:latin typeface="Courier New"/>
                <a:ea typeface="Courier New"/>
                <a:cs typeface="Courier New"/>
                <a:sym typeface="Courier New"/>
              </a:rPr>
              <a:t>);</a:t>
            </a:r>
            <a:endParaRPr sz="1100">
              <a:highlight>
                <a:schemeClr val="lt2"/>
              </a:highlight>
              <a:latin typeface="Courier New"/>
              <a:ea typeface="Courier New"/>
              <a:cs typeface="Courier New"/>
              <a:sym typeface="Courier New"/>
            </a:endParaRPr>
          </a:p>
          <a:p>
            <a:pPr indent="-298450" lvl="0" marL="457200" rtl="0" algn="l">
              <a:lnSpc>
                <a:spcPct val="150000"/>
              </a:lnSpc>
              <a:spcBef>
                <a:spcPts val="0"/>
              </a:spcBef>
              <a:spcAft>
                <a:spcPts val="0"/>
              </a:spcAft>
              <a:buSzPts val="1100"/>
              <a:buFont typeface="Courier New"/>
              <a:buAutoNum type="arabicPeriod"/>
            </a:pPr>
            <a:r>
              <a:rPr lang="en" sz="1100">
                <a:highlight>
                  <a:schemeClr val="lt2"/>
                </a:highlight>
                <a:latin typeface="Courier New"/>
                <a:ea typeface="Courier New"/>
                <a:cs typeface="Courier New"/>
                <a:sym typeface="Courier New"/>
              </a:rPr>
              <a:t>      }</a:t>
            </a:r>
            <a:endParaRPr sz="1100">
              <a:highlight>
                <a:schemeClr val="lt2"/>
              </a:highlight>
              <a:latin typeface="Courier New"/>
              <a:ea typeface="Courier New"/>
              <a:cs typeface="Courier New"/>
              <a:sym typeface="Courier New"/>
            </a:endParaRPr>
          </a:p>
          <a:p>
            <a:pPr indent="-298450" lvl="0" marL="457200" rtl="0" algn="l">
              <a:lnSpc>
                <a:spcPct val="150000"/>
              </a:lnSpc>
              <a:spcBef>
                <a:spcPts val="0"/>
              </a:spcBef>
              <a:spcAft>
                <a:spcPts val="0"/>
              </a:spcAft>
              <a:buSzPts val="1100"/>
              <a:buFont typeface="Courier New"/>
              <a:buAutoNum type="arabicPeriod"/>
            </a:pPr>
            <a:r>
              <a:rPr lang="en" sz="1100">
                <a:highlight>
                  <a:schemeClr val="lt2"/>
                </a:highlight>
                <a:latin typeface="Courier New"/>
                <a:ea typeface="Courier New"/>
                <a:cs typeface="Courier New"/>
                <a:sym typeface="Courier New"/>
              </a:rPr>
              <a:t>      sc.close();</a:t>
            </a:r>
            <a:endParaRPr sz="1100">
              <a:highlight>
                <a:schemeClr val="lt2"/>
              </a:highlight>
              <a:latin typeface="Courier New"/>
              <a:ea typeface="Courier New"/>
              <a:cs typeface="Courier New"/>
              <a:sym typeface="Courier New"/>
            </a:endParaRPr>
          </a:p>
          <a:p>
            <a:pPr indent="-298450" lvl="0" marL="457200" rtl="0" algn="l">
              <a:lnSpc>
                <a:spcPct val="150000"/>
              </a:lnSpc>
              <a:spcBef>
                <a:spcPts val="0"/>
              </a:spcBef>
              <a:spcAft>
                <a:spcPts val="0"/>
              </a:spcAft>
              <a:buSzPts val="1100"/>
              <a:buFont typeface="Courier New"/>
              <a:buAutoNum type="arabicPeriod"/>
            </a:pPr>
            <a:r>
              <a:rPr lang="en" sz="1100">
                <a:solidFill>
                  <a:srgbClr val="0000FF"/>
                </a:solidFill>
                <a:latin typeface="Courier New"/>
                <a:ea typeface="Courier New"/>
                <a:cs typeface="Courier New"/>
                <a:sym typeface="Courier New"/>
              </a:rPr>
              <a:t>   </a:t>
            </a:r>
            <a:r>
              <a:rPr lang="en" sz="1100">
                <a:solidFill>
                  <a:srgbClr val="000000"/>
                </a:solidFill>
                <a:latin typeface="Courier New"/>
                <a:ea typeface="Courier New"/>
                <a:cs typeface="Courier New"/>
                <a:sym typeface="Courier New"/>
              </a:rPr>
              <a:t>}</a:t>
            </a:r>
            <a:endParaRPr sz="1100">
              <a:solidFill>
                <a:srgbClr val="000000"/>
              </a:solidFill>
              <a:latin typeface="Courier New"/>
              <a:ea typeface="Courier New"/>
              <a:cs typeface="Courier New"/>
              <a:sym typeface="Courier New"/>
            </a:endParaRPr>
          </a:p>
          <a:p>
            <a:pPr indent="-298450" lvl="0" marL="457200" rtl="0" algn="l">
              <a:lnSpc>
                <a:spcPct val="150000"/>
              </a:lnSpc>
              <a:spcBef>
                <a:spcPts val="0"/>
              </a:spcBef>
              <a:spcAft>
                <a:spcPts val="0"/>
              </a:spcAft>
              <a:buSzPts val="1100"/>
              <a:buFont typeface="Courier New"/>
              <a:buAutoNum type="arabicPeriod"/>
            </a:pPr>
            <a:r>
              <a:rPr lang="en" sz="1100">
                <a:solidFill>
                  <a:srgbClr val="000000"/>
                </a:solidFill>
                <a:latin typeface="Courier New"/>
                <a:ea typeface="Courier New"/>
                <a:cs typeface="Courier New"/>
                <a:sym typeface="Courier New"/>
              </a:rPr>
              <a:t>}</a:t>
            </a:r>
            <a:endParaRPr sz="1100">
              <a:latin typeface="Courier New"/>
              <a:ea typeface="Courier New"/>
              <a:cs typeface="Courier New"/>
              <a:sym typeface="Courier New"/>
            </a:endParaRPr>
          </a:p>
        </p:txBody>
      </p:sp>
      <p:sp>
        <p:nvSpPr>
          <p:cNvPr id="147" name="Google Shape;147;p18"/>
          <p:cNvSpPr/>
          <p:nvPr/>
        </p:nvSpPr>
        <p:spPr>
          <a:xfrm>
            <a:off x="311700" y="3868475"/>
            <a:ext cx="1802100" cy="3942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Print “Negative”</a:t>
            </a:r>
            <a:endParaRPr sz="1200"/>
          </a:p>
        </p:txBody>
      </p:sp>
      <p:sp>
        <p:nvSpPr>
          <p:cNvPr id="148" name="Google Shape;148;p18"/>
          <p:cNvSpPr/>
          <p:nvPr/>
        </p:nvSpPr>
        <p:spPr>
          <a:xfrm>
            <a:off x="2006488" y="4310800"/>
            <a:ext cx="327000" cy="304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9" name="Google Shape;149;p18"/>
          <p:cNvCxnSpPr>
            <a:endCxn id="143" idx="0"/>
          </p:cNvCxnSpPr>
          <p:nvPr/>
        </p:nvCxnSpPr>
        <p:spPr>
          <a:xfrm>
            <a:off x="2178250" y="1870500"/>
            <a:ext cx="0" cy="210600"/>
          </a:xfrm>
          <a:prstGeom prst="straightConnector1">
            <a:avLst/>
          </a:prstGeom>
          <a:noFill/>
          <a:ln cap="flat" cmpd="sng" w="9525">
            <a:solidFill>
              <a:schemeClr val="dk2"/>
            </a:solidFill>
            <a:prstDash val="solid"/>
            <a:round/>
            <a:headEnd len="med" w="med" type="none"/>
            <a:tailEnd len="med" w="med" type="triangle"/>
          </a:ln>
        </p:spPr>
      </p:cxnSp>
      <p:cxnSp>
        <p:nvCxnSpPr>
          <p:cNvPr id="150" name="Google Shape;150;p18"/>
          <p:cNvCxnSpPr>
            <a:stCxn id="143" idx="4"/>
            <a:endCxn id="144" idx="0"/>
          </p:cNvCxnSpPr>
          <p:nvPr/>
        </p:nvCxnSpPr>
        <p:spPr>
          <a:xfrm>
            <a:off x="2178250" y="2424900"/>
            <a:ext cx="0" cy="192900"/>
          </a:xfrm>
          <a:prstGeom prst="straightConnector1">
            <a:avLst/>
          </a:prstGeom>
          <a:noFill/>
          <a:ln cap="flat" cmpd="sng" w="9525">
            <a:solidFill>
              <a:schemeClr val="dk2"/>
            </a:solidFill>
            <a:prstDash val="solid"/>
            <a:round/>
            <a:headEnd len="med" w="med" type="none"/>
            <a:tailEnd len="med" w="med" type="triangle"/>
          </a:ln>
        </p:spPr>
      </p:cxnSp>
      <p:cxnSp>
        <p:nvCxnSpPr>
          <p:cNvPr id="151" name="Google Shape;151;p18"/>
          <p:cNvCxnSpPr>
            <a:stCxn id="145" idx="1"/>
          </p:cNvCxnSpPr>
          <p:nvPr/>
        </p:nvCxnSpPr>
        <p:spPr>
          <a:xfrm flipH="1">
            <a:off x="851175" y="3378200"/>
            <a:ext cx="247800" cy="487500"/>
          </a:xfrm>
          <a:prstGeom prst="bentConnector2">
            <a:avLst/>
          </a:prstGeom>
          <a:noFill/>
          <a:ln cap="flat" cmpd="sng" w="9525">
            <a:solidFill>
              <a:schemeClr val="dk2"/>
            </a:solidFill>
            <a:prstDash val="solid"/>
            <a:round/>
            <a:headEnd len="med" w="med" type="none"/>
            <a:tailEnd len="med" w="med" type="stealth"/>
          </a:ln>
        </p:spPr>
      </p:cxnSp>
      <p:cxnSp>
        <p:nvCxnSpPr>
          <p:cNvPr id="152" name="Google Shape;152;p18"/>
          <p:cNvCxnSpPr>
            <a:stCxn id="147" idx="3"/>
            <a:endCxn id="148" idx="2"/>
          </p:cNvCxnSpPr>
          <p:nvPr/>
        </p:nvCxnSpPr>
        <p:spPr>
          <a:xfrm flipH="1" rot="-5400000">
            <a:off x="1484925" y="3941225"/>
            <a:ext cx="200100" cy="843000"/>
          </a:xfrm>
          <a:prstGeom prst="bentConnector2">
            <a:avLst/>
          </a:prstGeom>
          <a:noFill/>
          <a:ln cap="flat" cmpd="sng" w="9525">
            <a:solidFill>
              <a:schemeClr val="dk2"/>
            </a:solidFill>
            <a:prstDash val="solid"/>
            <a:round/>
            <a:headEnd len="med" w="med" type="none"/>
            <a:tailEnd len="med" w="med" type="stealth"/>
          </a:ln>
        </p:spPr>
      </p:cxnSp>
      <p:cxnSp>
        <p:nvCxnSpPr>
          <p:cNvPr id="153" name="Google Shape;153;p18"/>
          <p:cNvCxnSpPr>
            <a:stCxn id="145" idx="3"/>
            <a:endCxn id="148" idx="6"/>
          </p:cNvCxnSpPr>
          <p:nvPr/>
        </p:nvCxnSpPr>
        <p:spPr>
          <a:xfrm flipH="1">
            <a:off x="2333475" y="3378200"/>
            <a:ext cx="955500" cy="1084800"/>
          </a:xfrm>
          <a:prstGeom prst="bentConnector3">
            <a:avLst>
              <a:gd fmla="val -24922" name="adj1"/>
            </a:avLst>
          </a:prstGeom>
          <a:noFill/>
          <a:ln cap="flat" cmpd="sng" w="9525">
            <a:solidFill>
              <a:schemeClr val="dk2"/>
            </a:solidFill>
            <a:prstDash val="solid"/>
            <a:round/>
            <a:headEnd len="med" w="med" type="none"/>
            <a:tailEnd len="med" w="med" type="stealth"/>
          </a:ln>
        </p:spPr>
      </p:cxnSp>
      <p:cxnSp>
        <p:nvCxnSpPr>
          <p:cNvPr id="154" name="Google Shape;154;p18"/>
          <p:cNvCxnSpPr>
            <a:stCxn id="148" idx="4"/>
            <a:endCxn id="142" idx="0"/>
          </p:cNvCxnSpPr>
          <p:nvPr/>
        </p:nvCxnSpPr>
        <p:spPr>
          <a:xfrm flipH="1" rot="-5400000">
            <a:off x="2089888" y="4695100"/>
            <a:ext cx="160800" cy="600"/>
          </a:xfrm>
          <a:prstGeom prst="bentConnector3">
            <a:avLst>
              <a:gd fmla="val 50031" name="adj1"/>
            </a:avLst>
          </a:prstGeom>
          <a:noFill/>
          <a:ln cap="flat" cmpd="sng" w="9525">
            <a:solidFill>
              <a:schemeClr val="dk2"/>
            </a:solidFill>
            <a:prstDash val="solid"/>
            <a:round/>
            <a:headEnd len="med" w="med" type="none"/>
            <a:tailEnd len="med" w="med" type="stealth"/>
          </a:ln>
        </p:spPr>
      </p:cxnSp>
      <p:cxnSp>
        <p:nvCxnSpPr>
          <p:cNvPr id="155" name="Google Shape;155;p18"/>
          <p:cNvCxnSpPr>
            <a:stCxn id="144" idx="4"/>
            <a:endCxn id="145" idx="0"/>
          </p:cNvCxnSpPr>
          <p:nvPr/>
        </p:nvCxnSpPr>
        <p:spPr>
          <a:xfrm>
            <a:off x="2178250" y="2872825"/>
            <a:ext cx="15600" cy="192900"/>
          </a:xfrm>
          <a:prstGeom prst="straightConnector1">
            <a:avLst/>
          </a:prstGeom>
          <a:noFill/>
          <a:ln cap="flat" cmpd="sng" w="9525">
            <a:solidFill>
              <a:schemeClr val="dk2"/>
            </a:solidFill>
            <a:prstDash val="solid"/>
            <a:round/>
            <a:headEnd len="med" w="med" type="none"/>
            <a:tailEnd len="med" w="med" type="triangle"/>
          </a:ln>
        </p:spPr>
      </p:cxnSp>
      <p:sp>
        <p:nvSpPr>
          <p:cNvPr id="156" name="Google Shape;156;p18"/>
          <p:cNvSpPr txBox="1"/>
          <p:nvPr>
            <p:ph idx="1" type="body"/>
          </p:nvPr>
        </p:nvSpPr>
        <p:spPr>
          <a:xfrm>
            <a:off x="311700" y="768375"/>
            <a:ext cx="8646300" cy="7449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600">
                <a:solidFill>
                  <a:schemeClr val="dk1"/>
                </a:solidFill>
              </a:rPr>
              <a:t>Based on the number input, print whether the number is negative.</a:t>
            </a:r>
            <a:endParaRPr sz="1600"/>
          </a:p>
        </p:txBody>
      </p:sp>
      <p:sp>
        <p:nvSpPr>
          <p:cNvPr id="157" name="Google Shape;157;p18"/>
          <p:cNvSpPr/>
          <p:nvPr/>
        </p:nvSpPr>
        <p:spPr>
          <a:xfrm>
            <a:off x="3671675" y="1763850"/>
            <a:ext cx="233400" cy="692100"/>
          </a:xfrm>
          <a:prstGeom prst="leftBrace">
            <a:avLst>
              <a:gd fmla="val 50000" name="adj1"/>
              <a:gd fmla="val 51624"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8"/>
          <p:cNvSpPr/>
          <p:nvPr/>
        </p:nvSpPr>
        <p:spPr>
          <a:xfrm>
            <a:off x="3671675" y="2503000"/>
            <a:ext cx="233400" cy="462900"/>
          </a:xfrm>
          <a:prstGeom prst="leftBrace">
            <a:avLst>
              <a:gd fmla="val 50000" name="adj1"/>
              <a:gd fmla="val 51624"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8"/>
          <p:cNvSpPr/>
          <p:nvPr/>
        </p:nvSpPr>
        <p:spPr>
          <a:xfrm>
            <a:off x="2713075" y="1715150"/>
            <a:ext cx="922950" cy="394175"/>
          </a:xfrm>
          <a:custGeom>
            <a:rect b="b" l="l" r="r" t="t"/>
            <a:pathLst>
              <a:path extrusionOk="0" h="15767" w="36918">
                <a:moveTo>
                  <a:pt x="36918" y="15767"/>
                </a:moveTo>
                <a:cubicBezTo>
                  <a:pt x="34867" y="13780"/>
                  <a:pt x="30765" y="6473"/>
                  <a:pt x="24612" y="3845"/>
                </a:cubicBezTo>
                <a:cubicBezTo>
                  <a:pt x="18459" y="1217"/>
                  <a:pt x="4102" y="641"/>
                  <a:pt x="0" y="0"/>
                </a:cubicBezTo>
              </a:path>
            </a:pathLst>
          </a:custGeom>
          <a:noFill/>
          <a:ln cap="flat" cmpd="sng" w="19050">
            <a:solidFill>
              <a:schemeClr val="dk2"/>
            </a:solidFill>
            <a:prstDash val="solid"/>
            <a:round/>
            <a:headEnd len="med" w="med" type="none"/>
            <a:tailEnd len="med" w="med" type="stealth"/>
          </a:ln>
        </p:spPr>
      </p:sp>
      <p:sp>
        <p:nvSpPr>
          <p:cNvPr id="160" name="Google Shape;160;p18"/>
          <p:cNvSpPr/>
          <p:nvPr/>
        </p:nvSpPr>
        <p:spPr>
          <a:xfrm>
            <a:off x="3232225" y="2311200"/>
            <a:ext cx="432650" cy="374950"/>
          </a:xfrm>
          <a:custGeom>
            <a:rect b="b" l="l" r="r" t="t"/>
            <a:pathLst>
              <a:path extrusionOk="0" h="14998" w="17306">
                <a:moveTo>
                  <a:pt x="17306" y="14998"/>
                </a:moveTo>
                <a:cubicBezTo>
                  <a:pt x="16088" y="13396"/>
                  <a:pt x="12883" y="7884"/>
                  <a:pt x="9999" y="5384"/>
                </a:cubicBezTo>
                <a:cubicBezTo>
                  <a:pt x="7115" y="2884"/>
                  <a:pt x="1667" y="897"/>
                  <a:pt x="0" y="0"/>
                </a:cubicBezTo>
              </a:path>
            </a:pathLst>
          </a:custGeom>
          <a:noFill/>
          <a:ln cap="flat" cmpd="sng" w="19050">
            <a:solidFill>
              <a:schemeClr val="dk2"/>
            </a:solidFill>
            <a:prstDash val="solid"/>
            <a:round/>
            <a:headEnd len="med" w="med" type="none"/>
            <a:tailEnd len="med" w="med" type="stealth"/>
          </a:ln>
        </p:spPr>
      </p:sp>
      <p:sp>
        <p:nvSpPr>
          <p:cNvPr id="161" name="Google Shape;161;p18"/>
          <p:cNvSpPr/>
          <p:nvPr/>
        </p:nvSpPr>
        <p:spPr>
          <a:xfrm>
            <a:off x="3184175" y="2782300"/>
            <a:ext cx="740275" cy="365325"/>
          </a:xfrm>
          <a:custGeom>
            <a:rect b="b" l="l" r="r" t="t"/>
            <a:pathLst>
              <a:path extrusionOk="0" h="14613" w="29611">
                <a:moveTo>
                  <a:pt x="29611" y="14613"/>
                </a:moveTo>
                <a:cubicBezTo>
                  <a:pt x="26663" y="12818"/>
                  <a:pt x="16856" y="6281"/>
                  <a:pt x="11921" y="3845"/>
                </a:cubicBezTo>
                <a:cubicBezTo>
                  <a:pt x="6986" y="1410"/>
                  <a:pt x="1987" y="641"/>
                  <a:pt x="0" y="0"/>
                </a:cubicBezTo>
              </a:path>
            </a:pathLst>
          </a:custGeom>
          <a:noFill/>
          <a:ln cap="flat" cmpd="sng" w="19050">
            <a:solidFill>
              <a:schemeClr val="dk2"/>
            </a:solidFill>
            <a:prstDash val="solid"/>
            <a:round/>
            <a:headEnd len="med" w="med" type="none"/>
            <a:tailEnd len="med" w="med" type="stealth"/>
          </a:ln>
        </p:spPr>
      </p:sp>
      <p:sp>
        <p:nvSpPr>
          <p:cNvPr id="162" name="Google Shape;162;p18"/>
          <p:cNvSpPr/>
          <p:nvPr/>
        </p:nvSpPr>
        <p:spPr>
          <a:xfrm>
            <a:off x="2636175" y="3195700"/>
            <a:ext cx="1269050" cy="192275"/>
          </a:xfrm>
          <a:custGeom>
            <a:rect b="b" l="l" r="r" t="t"/>
            <a:pathLst>
              <a:path extrusionOk="0" h="7691" w="50762">
                <a:moveTo>
                  <a:pt x="50762" y="7691"/>
                </a:moveTo>
                <a:cubicBezTo>
                  <a:pt x="47109" y="6602"/>
                  <a:pt x="37302" y="2436"/>
                  <a:pt x="28842" y="1154"/>
                </a:cubicBezTo>
                <a:cubicBezTo>
                  <a:pt x="20382" y="-128"/>
                  <a:pt x="4807" y="192"/>
                  <a:pt x="0" y="0"/>
                </a:cubicBezTo>
              </a:path>
            </a:pathLst>
          </a:custGeom>
          <a:noFill/>
          <a:ln cap="flat" cmpd="sng" w="19050">
            <a:solidFill>
              <a:schemeClr val="dk2"/>
            </a:solidFill>
            <a:prstDash val="solid"/>
            <a:round/>
            <a:headEnd len="med" w="med" type="none"/>
            <a:tailEnd len="med" w="med" type="stealth"/>
          </a:ln>
        </p:spPr>
      </p:sp>
      <p:sp>
        <p:nvSpPr>
          <p:cNvPr id="163" name="Google Shape;163;p18"/>
          <p:cNvSpPr/>
          <p:nvPr/>
        </p:nvSpPr>
        <p:spPr>
          <a:xfrm>
            <a:off x="2136225" y="3628325"/>
            <a:ext cx="1788225" cy="471100"/>
          </a:xfrm>
          <a:custGeom>
            <a:rect b="b" l="l" r="r" t="t"/>
            <a:pathLst>
              <a:path extrusionOk="0" h="18844" w="71529">
                <a:moveTo>
                  <a:pt x="71529" y="0"/>
                </a:moveTo>
                <a:cubicBezTo>
                  <a:pt x="64799" y="1282"/>
                  <a:pt x="43072" y="4550"/>
                  <a:pt x="31150" y="7691"/>
                </a:cubicBezTo>
                <a:cubicBezTo>
                  <a:pt x="19229" y="10832"/>
                  <a:pt x="5192" y="16985"/>
                  <a:pt x="0" y="18844"/>
                </a:cubicBezTo>
              </a:path>
            </a:pathLst>
          </a:custGeom>
          <a:noFill/>
          <a:ln cap="flat" cmpd="sng" w="19050">
            <a:solidFill>
              <a:schemeClr val="dk2"/>
            </a:solidFill>
            <a:prstDash val="solid"/>
            <a:round/>
            <a:headEnd len="med" w="med" type="none"/>
            <a:tailEnd len="med" w="med" type="stealth"/>
          </a:ln>
        </p:spPr>
      </p:sp>
      <p:sp>
        <p:nvSpPr>
          <p:cNvPr id="164" name="Google Shape;164;p18"/>
          <p:cNvSpPr/>
          <p:nvPr/>
        </p:nvSpPr>
        <p:spPr>
          <a:xfrm>
            <a:off x="2568875" y="4147500"/>
            <a:ext cx="1326725" cy="624900"/>
          </a:xfrm>
          <a:custGeom>
            <a:rect b="b" l="l" r="r" t="t"/>
            <a:pathLst>
              <a:path extrusionOk="0" h="24996" w="53069">
                <a:moveTo>
                  <a:pt x="53069" y="0"/>
                </a:moveTo>
                <a:cubicBezTo>
                  <a:pt x="48583" y="1282"/>
                  <a:pt x="34995" y="3525"/>
                  <a:pt x="26150" y="7691"/>
                </a:cubicBezTo>
                <a:cubicBezTo>
                  <a:pt x="17305" y="11857"/>
                  <a:pt x="4358" y="22112"/>
                  <a:pt x="0" y="24996"/>
                </a:cubicBezTo>
              </a:path>
            </a:pathLst>
          </a:custGeom>
          <a:noFill/>
          <a:ln cap="flat" cmpd="sng" w="19050">
            <a:solidFill>
              <a:schemeClr val="dk2"/>
            </a:solidFill>
            <a:prstDash val="solid"/>
            <a:round/>
            <a:headEnd len="med" w="med" type="none"/>
            <a:tailEnd len="med" w="med" type="stealth"/>
          </a:ln>
        </p:spPr>
      </p:sp>
      <p:sp>
        <p:nvSpPr>
          <p:cNvPr id="165" name="Google Shape;165;p18"/>
          <p:cNvSpPr txBox="1"/>
          <p:nvPr/>
        </p:nvSpPr>
        <p:spPr>
          <a:xfrm>
            <a:off x="349125" y="3387975"/>
            <a:ext cx="638700" cy="25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t>TRUE</a:t>
            </a:r>
            <a:endParaRPr b="1" sz="11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9"/>
          <p:cNvSpPr txBox="1"/>
          <p:nvPr>
            <p:ph idx="1" type="body"/>
          </p:nvPr>
        </p:nvSpPr>
        <p:spPr>
          <a:xfrm>
            <a:off x="311700" y="1152475"/>
            <a:ext cx="5484000" cy="3416400"/>
          </a:xfrm>
          <a:prstGeom prst="rect">
            <a:avLst/>
          </a:prstGeom>
        </p:spPr>
        <p:txBody>
          <a:bodyPr anchorCtr="0" anchor="t" bIns="91425" lIns="91425" spcFirstLastPara="1" rIns="91425" wrap="square" tIns="91425">
            <a:normAutofit lnSpcReduction="20000"/>
          </a:bodyPr>
          <a:lstStyle/>
          <a:p>
            <a:pPr indent="-330200" lvl="0" marL="457200" rtl="0" algn="l">
              <a:lnSpc>
                <a:spcPct val="150000"/>
              </a:lnSpc>
              <a:spcBef>
                <a:spcPts val="0"/>
              </a:spcBef>
              <a:spcAft>
                <a:spcPts val="0"/>
              </a:spcAft>
              <a:buClr>
                <a:schemeClr val="dk1"/>
              </a:buClr>
              <a:buSzPts val="1600"/>
              <a:buChar char="●"/>
            </a:pPr>
            <a:r>
              <a:rPr lang="en" sz="1600">
                <a:solidFill>
                  <a:schemeClr val="dk1"/>
                </a:solidFill>
              </a:rPr>
              <a:t>Used to evaluate expressions and return a boolean value (true or false).</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 sz="1600">
                <a:solidFill>
                  <a:srgbClr val="0028FF"/>
                </a:solidFill>
              </a:rPr>
              <a:t>Conditional operators in Java</a:t>
            </a:r>
            <a:r>
              <a:rPr lang="en" sz="1600">
                <a:solidFill>
                  <a:schemeClr val="dk1"/>
                </a:solidFill>
              </a:rPr>
              <a:t>:                          Equality Operator (==), Inequality Operator (!=), Comparison Operators (&lt;, &gt;, &lt;=, &gt;=), Logical Operators: NOT (!), AND (&amp;&amp;), OR (||).</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 sz="1600">
                <a:solidFill>
                  <a:schemeClr val="dk1"/>
                </a:solidFill>
              </a:rPr>
              <a:t>Essential for creating effective branching logic.</a:t>
            </a:r>
            <a:endParaRPr sz="1600">
              <a:solidFill>
                <a:schemeClr val="dk1"/>
              </a:solidFill>
            </a:endParaRPr>
          </a:p>
          <a:p>
            <a:pPr indent="0" lvl="0" marL="0" rtl="0" algn="l">
              <a:spcBef>
                <a:spcPts val="1200"/>
              </a:spcBef>
              <a:spcAft>
                <a:spcPts val="1200"/>
              </a:spcAft>
              <a:buNone/>
            </a:pPr>
            <a:r>
              <a:rPr lang="en" sz="1600">
                <a:solidFill>
                  <a:srgbClr val="0028FF"/>
                </a:solidFill>
              </a:rPr>
              <a:t>Example</a:t>
            </a:r>
            <a:r>
              <a:rPr lang="en" sz="1600">
                <a:solidFill>
                  <a:schemeClr val="dk1"/>
                </a:solidFill>
              </a:rPr>
              <a:t>: Checking if a number is equal or less than 2 to execute if condition block, otherwise executes else condition block.</a:t>
            </a:r>
            <a:endParaRPr sz="1600">
              <a:solidFill>
                <a:schemeClr val="dk1"/>
              </a:solidFill>
            </a:endParaRPr>
          </a:p>
        </p:txBody>
      </p:sp>
      <p:sp>
        <p:nvSpPr>
          <p:cNvPr id="171" name="Google Shape;171;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Checking Conditions using Operators</a:t>
            </a:r>
            <a:endParaRPr/>
          </a:p>
        </p:txBody>
      </p:sp>
      <p:sp>
        <p:nvSpPr>
          <p:cNvPr id="172" name="Google Shape;172;p19"/>
          <p:cNvSpPr txBox="1"/>
          <p:nvPr/>
        </p:nvSpPr>
        <p:spPr>
          <a:xfrm>
            <a:off x="5924150" y="1237200"/>
            <a:ext cx="3085200" cy="2516700"/>
          </a:xfrm>
          <a:prstGeom prst="rect">
            <a:avLst/>
          </a:prstGeom>
          <a:solidFill>
            <a:srgbClr val="EEEEEE"/>
          </a:solidFill>
          <a:ln cap="flat" cmpd="sng" w="952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100">
                <a:solidFill>
                  <a:schemeClr val="dk1"/>
                </a:solidFill>
                <a:highlight>
                  <a:schemeClr val="lt2"/>
                </a:highlight>
                <a:latin typeface="Courier New"/>
                <a:ea typeface="Courier New"/>
                <a:cs typeface="Courier New"/>
                <a:sym typeface="Courier New"/>
              </a:rPr>
              <a:t>Scanner sc = </a:t>
            </a:r>
            <a:r>
              <a:rPr lang="en" sz="1100">
                <a:solidFill>
                  <a:srgbClr val="0000FF"/>
                </a:solidFill>
                <a:highlight>
                  <a:schemeClr val="lt2"/>
                </a:highlight>
                <a:latin typeface="Courier New"/>
                <a:ea typeface="Courier New"/>
                <a:cs typeface="Courier New"/>
                <a:sym typeface="Courier New"/>
              </a:rPr>
              <a:t>new </a:t>
            </a:r>
            <a:r>
              <a:rPr lang="en" sz="1100">
                <a:solidFill>
                  <a:schemeClr val="dk1"/>
                </a:solidFill>
                <a:highlight>
                  <a:schemeClr val="lt2"/>
                </a:highlight>
                <a:latin typeface="Courier New"/>
                <a:ea typeface="Courier New"/>
                <a:cs typeface="Courier New"/>
                <a:sym typeface="Courier New"/>
              </a:rPr>
              <a:t>Scanner(System.in);</a:t>
            </a:r>
            <a:endParaRPr sz="1100">
              <a:solidFill>
                <a:schemeClr val="dk1"/>
              </a:solidFill>
              <a:highlight>
                <a:schemeClr val="lt2"/>
              </a:highlight>
              <a:latin typeface="Courier New"/>
              <a:ea typeface="Courier New"/>
              <a:cs typeface="Courier New"/>
              <a:sym typeface="Courier New"/>
            </a:endParaRPr>
          </a:p>
          <a:p>
            <a:pPr indent="0" lvl="0" marL="0" rtl="0" algn="l">
              <a:lnSpc>
                <a:spcPct val="150000"/>
              </a:lnSpc>
              <a:spcBef>
                <a:spcPts val="0"/>
              </a:spcBef>
              <a:spcAft>
                <a:spcPts val="0"/>
              </a:spcAft>
              <a:buNone/>
            </a:pPr>
            <a:r>
              <a:rPr lang="en" sz="1100">
                <a:solidFill>
                  <a:schemeClr val="dk1"/>
                </a:solidFill>
                <a:highlight>
                  <a:schemeClr val="lt2"/>
                </a:highlight>
                <a:latin typeface="Courier New"/>
                <a:ea typeface="Courier New"/>
                <a:cs typeface="Courier New"/>
                <a:sym typeface="Courier New"/>
              </a:rPr>
              <a:t>String num = sc.nextInt();</a:t>
            </a:r>
            <a:endParaRPr sz="1200">
              <a:solidFill>
                <a:srgbClr val="0000FF"/>
              </a:solidFill>
              <a:highlight>
                <a:schemeClr val="lt2"/>
              </a:highlight>
              <a:latin typeface="Courier New"/>
              <a:ea typeface="Courier New"/>
              <a:cs typeface="Courier New"/>
              <a:sym typeface="Courier New"/>
            </a:endParaRPr>
          </a:p>
          <a:p>
            <a:pPr indent="0" lvl="0" marL="0" rtl="0" algn="l">
              <a:lnSpc>
                <a:spcPct val="150000"/>
              </a:lnSpc>
              <a:spcBef>
                <a:spcPts val="0"/>
              </a:spcBef>
              <a:spcAft>
                <a:spcPts val="0"/>
              </a:spcAft>
              <a:buNone/>
            </a:pPr>
            <a:r>
              <a:rPr lang="en" sz="1200">
                <a:solidFill>
                  <a:srgbClr val="0000FF"/>
                </a:solidFill>
                <a:highlight>
                  <a:schemeClr val="lt2"/>
                </a:highlight>
                <a:latin typeface="Courier New"/>
                <a:ea typeface="Courier New"/>
                <a:cs typeface="Courier New"/>
                <a:sym typeface="Courier New"/>
              </a:rPr>
              <a:t>if</a:t>
            </a:r>
            <a:r>
              <a:rPr lang="en" sz="1200">
                <a:highlight>
                  <a:schemeClr val="lt2"/>
                </a:highlight>
                <a:latin typeface="Courier New"/>
                <a:ea typeface="Courier New"/>
                <a:cs typeface="Courier New"/>
                <a:sym typeface="Courier New"/>
              </a:rPr>
              <a:t> (num &lt;= 2) {</a:t>
            </a:r>
            <a:endParaRPr sz="1200">
              <a:highlight>
                <a:schemeClr val="lt2"/>
              </a:highlight>
              <a:latin typeface="Courier New"/>
              <a:ea typeface="Courier New"/>
              <a:cs typeface="Courier New"/>
              <a:sym typeface="Courier New"/>
            </a:endParaRPr>
          </a:p>
          <a:p>
            <a:pPr indent="0" lvl="0" marL="0" rtl="0" algn="l">
              <a:lnSpc>
                <a:spcPct val="150000"/>
              </a:lnSpc>
              <a:spcBef>
                <a:spcPts val="0"/>
              </a:spcBef>
              <a:spcAft>
                <a:spcPts val="0"/>
              </a:spcAft>
              <a:buNone/>
            </a:pPr>
            <a:r>
              <a:rPr lang="en" sz="1200">
                <a:highlight>
                  <a:schemeClr val="lt2"/>
                </a:highlight>
                <a:latin typeface="Courier New"/>
                <a:ea typeface="Courier New"/>
                <a:cs typeface="Courier New"/>
                <a:sym typeface="Courier New"/>
              </a:rPr>
              <a:t>    </a:t>
            </a:r>
            <a:r>
              <a:rPr lang="en" sz="1200">
                <a:highlight>
                  <a:srgbClr val="FFFF00"/>
                </a:highlight>
                <a:latin typeface="Courier New"/>
                <a:ea typeface="Courier New"/>
                <a:cs typeface="Courier New"/>
                <a:sym typeface="Courier New"/>
              </a:rPr>
              <a:t>if condition block</a:t>
            </a:r>
            <a:r>
              <a:rPr lang="en" sz="1200">
                <a:highlight>
                  <a:schemeClr val="lt2"/>
                </a:highlight>
                <a:latin typeface="Courier New"/>
                <a:ea typeface="Courier New"/>
                <a:cs typeface="Courier New"/>
                <a:sym typeface="Courier New"/>
              </a:rPr>
              <a:t>;</a:t>
            </a:r>
            <a:endParaRPr sz="1200">
              <a:highlight>
                <a:schemeClr val="lt2"/>
              </a:highlight>
              <a:latin typeface="Courier New"/>
              <a:ea typeface="Courier New"/>
              <a:cs typeface="Courier New"/>
              <a:sym typeface="Courier New"/>
            </a:endParaRPr>
          </a:p>
          <a:p>
            <a:pPr indent="0" lvl="0" marL="0" rtl="0" algn="l">
              <a:lnSpc>
                <a:spcPct val="150000"/>
              </a:lnSpc>
              <a:spcBef>
                <a:spcPts val="0"/>
              </a:spcBef>
              <a:spcAft>
                <a:spcPts val="0"/>
              </a:spcAft>
              <a:buNone/>
            </a:pPr>
            <a:r>
              <a:rPr lang="en" sz="1200">
                <a:highlight>
                  <a:schemeClr val="lt2"/>
                </a:highlight>
                <a:latin typeface="Courier New"/>
                <a:ea typeface="Courier New"/>
                <a:cs typeface="Courier New"/>
                <a:sym typeface="Courier New"/>
              </a:rPr>
              <a:t>}</a:t>
            </a:r>
            <a:endParaRPr sz="1200">
              <a:highlight>
                <a:schemeClr val="lt2"/>
              </a:highlight>
              <a:latin typeface="Courier New"/>
              <a:ea typeface="Courier New"/>
              <a:cs typeface="Courier New"/>
              <a:sym typeface="Courier New"/>
            </a:endParaRPr>
          </a:p>
          <a:p>
            <a:pPr indent="0" lvl="0" marL="0" rtl="0" algn="l">
              <a:lnSpc>
                <a:spcPct val="150000"/>
              </a:lnSpc>
              <a:spcBef>
                <a:spcPts val="0"/>
              </a:spcBef>
              <a:spcAft>
                <a:spcPts val="0"/>
              </a:spcAft>
              <a:buNone/>
            </a:pPr>
            <a:r>
              <a:rPr lang="en" sz="1200">
                <a:highlight>
                  <a:schemeClr val="lt2"/>
                </a:highlight>
                <a:latin typeface="Courier New"/>
                <a:ea typeface="Courier New"/>
                <a:cs typeface="Courier New"/>
                <a:sym typeface="Courier New"/>
              </a:rPr>
              <a:t>else {</a:t>
            </a:r>
            <a:endParaRPr sz="1200">
              <a:highlight>
                <a:schemeClr val="lt2"/>
              </a:highlight>
              <a:latin typeface="Courier New"/>
              <a:ea typeface="Courier New"/>
              <a:cs typeface="Courier New"/>
              <a:sym typeface="Courier New"/>
            </a:endParaRPr>
          </a:p>
          <a:p>
            <a:pPr indent="0" lvl="0" marL="0" rtl="0" algn="l">
              <a:lnSpc>
                <a:spcPct val="150000"/>
              </a:lnSpc>
              <a:spcBef>
                <a:spcPts val="0"/>
              </a:spcBef>
              <a:spcAft>
                <a:spcPts val="0"/>
              </a:spcAft>
              <a:buNone/>
            </a:pPr>
            <a:r>
              <a:rPr lang="en" sz="1200">
                <a:highlight>
                  <a:schemeClr val="lt2"/>
                </a:highlight>
                <a:latin typeface="Courier New"/>
                <a:ea typeface="Courier New"/>
                <a:cs typeface="Courier New"/>
                <a:sym typeface="Courier New"/>
              </a:rPr>
              <a:t>    </a:t>
            </a:r>
            <a:r>
              <a:rPr lang="en" sz="1200">
                <a:highlight>
                  <a:srgbClr val="FFFD00"/>
                </a:highlight>
                <a:latin typeface="Courier New"/>
                <a:ea typeface="Courier New"/>
                <a:cs typeface="Courier New"/>
                <a:sym typeface="Courier New"/>
              </a:rPr>
              <a:t>else condition block</a:t>
            </a:r>
            <a:r>
              <a:rPr lang="en" sz="1200">
                <a:highlight>
                  <a:schemeClr val="lt2"/>
                </a:highlight>
                <a:latin typeface="Courier New"/>
                <a:ea typeface="Courier New"/>
                <a:cs typeface="Courier New"/>
                <a:sym typeface="Courier New"/>
              </a:rPr>
              <a:t>;</a:t>
            </a:r>
            <a:endParaRPr sz="1200">
              <a:highlight>
                <a:schemeClr val="lt2"/>
              </a:highlight>
              <a:latin typeface="Courier New"/>
              <a:ea typeface="Courier New"/>
              <a:cs typeface="Courier New"/>
              <a:sym typeface="Courier New"/>
            </a:endParaRPr>
          </a:p>
          <a:p>
            <a:pPr indent="0" lvl="0" marL="0" rtl="0" algn="l">
              <a:lnSpc>
                <a:spcPct val="150000"/>
              </a:lnSpc>
              <a:spcBef>
                <a:spcPts val="0"/>
              </a:spcBef>
              <a:spcAft>
                <a:spcPts val="0"/>
              </a:spcAft>
              <a:buNone/>
            </a:pPr>
            <a:r>
              <a:rPr lang="en" sz="1200">
                <a:highlight>
                  <a:schemeClr val="lt2"/>
                </a:highlight>
                <a:latin typeface="Courier New"/>
                <a:ea typeface="Courier New"/>
                <a:cs typeface="Courier New"/>
                <a:sym typeface="Courier New"/>
              </a:rPr>
              <a:t>}</a:t>
            </a:r>
            <a:endParaRPr sz="1200">
              <a:latin typeface="Courier New"/>
              <a:ea typeface="Courier New"/>
              <a:cs typeface="Courier New"/>
              <a:sym typeface="Courier New"/>
            </a:endParaRPr>
          </a:p>
        </p:txBody>
      </p:sp>
      <p:sp>
        <p:nvSpPr>
          <p:cNvPr id="173" name="Google Shape;173;p19"/>
          <p:cNvSpPr/>
          <p:nvPr/>
        </p:nvSpPr>
        <p:spPr>
          <a:xfrm>
            <a:off x="6720350" y="2054025"/>
            <a:ext cx="288900" cy="2598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4" name="Google Shape;174;p19"/>
          <p:cNvCxnSpPr>
            <a:endCxn id="173" idx="3"/>
          </p:cNvCxnSpPr>
          <p:nvPr/>
        </p:nvCxnSpPr>
        <p:spPr>
          <a:xfrm flipH="1" rot="10800000">
            <a:off x="4708558" y="2275778"/>
            <a:ext cx="2054100" cy="1930500"/>
          </a:xfrm>
          <a:prstGeom prst="curvedConnector2">
            <a:avLst/>
          </a:prstGeom>
          <a:noFill/>
          <a:ln cap="flat" cmpd="sng" w="9525">
            <a:solidFill>
              <a:schemeClr val="dk2"/>
            </a:solidFill>
            <a:prstDash val="solid"/>
            <a:round/>
            <a:headEnd len="med" w="med" type="none"/>
            <a:tailEnd len="med" w="med" type="stealth"/>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0"/>
          <p:cNvSpPr txBox="1"/>
          <p:nvPr>
            <p:ph type="title"/>
          </p:nvPr>
        </p:nvSpPr>
        <p:spPr>
          <a:xfrm>
            <a:off x="311700" y="3688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a:t>
            </a:r>
            <a:r>
              <a:rPr lang="en"/>
              <a:t>f - else</a:t>
            </a:r>
            <a:r>
              <a:rPr lang="en"/>
              <a:t> Double</a:t>
            </a:r>
            <a:r>
              <a:rPr lang="en"/>
              <a:t> Selection Statements</a:t>
            </a:r>
            <a:endParaRPr/>
          </a:p>
        </p:txBody>
      </p:sp>
      <p:sp>
        <p:nvSpPr>
          <p:cNvPr id="180" name="Google Shape;180;p20"/>
          <p:cNvSpPr txBox="1"/>
          <p:nvPr>
            <p:ph idx="1" type="body"/>
          </p:nvPr>
        </p:nvSpPr>
        <p:spPr>
          <a:xfrm>
            <a:off x="311700" y="1017125"/>
            <a:ext cx="8520600" cy="10623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chemeClr val="dk1"/>
              </a:buClr>
              <a:buSzPts val="1600"/>
              <a:buChar char="●"/>
            </a:pPr>
            <a:r>
              <a:rPr lang="en" sz="1600">
                <a:solidFill>
                  <a:schemeClr val="dk1"/>
                </a:solidFill>
              </a:rPr>
              <a:t>else block executed when if condition </a:t>
            </a:r>
            <a:r>
              <a:rPr lang="en" sz="1600">
                <a:solidFill>
                  <a:schemeClr val="dk1"/>
                </a:solidFill>
              </a:rPr>
              <a:t>yields</a:t>
            </a:r>
            <a:r>
              <a:rPr lang="en" sz="1600">
                <a:solidFill>
                  <a:schemeClr val="dk1"/>
                </a:solidFill>
              </a:rPr>
              <a:t> </a:t>
            </a:r>
            <a:r>
              <a:rPr b="1" lang="en" sz="1600">
                <a:solidFill>
                  <a:schemeClr val="dk1"/>
                </a:solidFill>
              </a:rPr>
              <a:t>False</a:t>
            </a:r>
            <a:r>
              <a:rPr lang="en" sz="1600">
                <a:solidFill>
                  <a:schemeClr val="dk1"/>
                </a:solidFill>
              </a:rPr>
              <a:t>.</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else does not have any condition.</a:t>
            </a:r>
            <a:endParaRPr sz="1600">
              <a:solidFill>
                <a:schemeClr val="dk1"/>
              </a:solidFill>
            </a:endParaRPr>
          </a:p>
        </p:txBody>
      </p:sp>
      <p:sp>
        <p:nvSpPr>
          <p:cNvPr id="181" name="Google Shape;181;p20"/>
          <p:cNvSpPr/>
          <p:nvPr/>
        </p:nvSpPr>
        <p:spPr>
          <a:xfrm>
            <a:off x="1751012" y="1850225"/>
            <a:ext cx="867780" cy="270648"/>
          </a:xfrm>
          <a:prstGeom prst="flowChartTermina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rgbClr val="000000"/>
                </a:solidFill>
              </a:rPr>
              <a:t>START</a:t>
            </a:r>
            <a:endParaRPr sz="1300"/>
          </a:p>
        </p:txBody>
      </p:sp>
      <p:sp>
        <p:nvSpPr>
          <p:cNvPr id="182" name="Google Shape;182;p20"/>
          <p:cNvSpPr/>
          <p:nvPr/>
        </p:nvSpPr>
        <p:spPr>
          <a:xfrm>
            <a:off x="1711075" y="4384350"/>
            <a:ext cx="947646" cy="270648"/>
          </a:xfrm>
          <a:prstGeom prst="flowChartTermina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rgbClr val="000000"/>
                </a:solidFill>
              </a:rPr>
              <a:t>END</a:t>
            </a:r>
            <a:endParaRPr sz="1300"/>
          </a:p>
        </p:txBody>
      </p:sp>
      <p:sp>
        <p:nvSpPr>
          <p:cNvPr id="183" name="Google Shape;183;p20"/>
          <p:cNvSpPr/>
          <p:nvPr/>
        </p:nvSpPr>
        <p:spPr>
          <a:xfrm>
            <a:off x="1242000" y="2369125"/>
            <a:ext cx="1885800" cy="5727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t>if Condition</a:t>
            </a:r>
            <a:endParaRPr sz="1300"/>
          </a:p>
        </p:txBody>
      </p:sp>
      <p:sp>
        <p:nvSpPr>
          <p:cNvPr id="184" name="Google Shape;184;p20"/>
          <p:cNvSpPr/>
          <p:nvPr/>
        </p:nvSpPr>
        <p:spPr>
          <a:xfrm>
            <a:off x="198000" y="3253725"/>
            <a:ext cx="1789200" cy="3798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t>if block / scope</a:t>
            </a:r>
            <a:endParaRPr sz="1300"/>
          </a:p>
        </p:txBody>
      </p:sp>
      <p:sp>
        <p:nvSpPr>
          <p:cNvPr id="185" name="Google Shape;185;p20"/>
          <p:cNvSpPr txBox="1"/>
          <p:nvPr/>
        </p:nvSpPr>
        <p:spPr>
          <a:xfrm>
            <a:off x="4241700" y="1850225"/>
            <a:ext cx="4681800" cy="2862900"/>
          </a:xfrm>
          <a:prstGeom prst="rect">
            <a:avLst/>
          </a:prstGeom>
          <a:solidFill>
            <a:srgbClr val="EEEEEE"/>
          </a:solidFill>
          <a:ln cap="flat" cmpd="sng" w="952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304800" lvl="0" marL="457200" rtl="0" algn="l">
              <a:lnSpc>
                <a:spcPct val="150000"/>
              </a:lnSpc>
              <a:spcBef>
                <a:spcPts val="0"/>
              </a:spcBef>
              <a:spcAft>
                <a:spcPts val="0"/>
              </a:spcAft>
              <a:buSzPts val="1200"/>
              <a:buFont typeface="Courier New"/>
              <a:buAutoNum type="arabicPeriod"/>
            </a:pPr>
            <a:r>
              <a:rPr lang="en" sz="1200">
                <a:solidFill>
                  <a:srgbClr val="0000FF"/>
                </a:solidFill>
                <a:latin typeface="Courier New"/>
                <a:ea typeface="Courier New"/>
                <a:cs typeface="Courier New"/>
                <a:sym typeface="Courier New"/>
              </a:rPr>
              <a:t>class</a:t>
            </a:r>
            <a:r>
              <a:rPr lang="en" sz="1200">
                <a:latin typeface="Courier New"/>
                <a:ea typeface="Courier New"/>
                <a:cs typeface="Courier New"/>
                <a:sym typeface="Courier New"/>
              </a:rPr>
              <a:t> DoubleSelection {</a:t>
            </a:r>
            <a:endParaRPr sz="1200">
              <a:solidFill>
                <a:schemeClr val="dk1"/>
              </a:solidFill>
              <a:latin typeface="Courier New"/>
              <a:ea typeface="Courier New"/>
              <a:cs typeface="Courier New"/>
              <a:sym typeface="Courier New"/>
            </a:endParaRPr>
          </a:p>
          <a:p>
            <a:pPr indent="-304800" lvl="0" marL="457200" rtl="0" algn="l">
              <a:lnSpc>
                <a:spcPct val="150000"/>
              </a:lnSpc>
              <a:spcBef>
                <a:spcPts val="0"/>
              </a:spcBef>
              <a:spcAft>
                <a:spcPts val="0"/>
              </a:spcAft>
              <a:buSzPts val="1200"/>
              <a:buFont typeface="Courier New"/>
              <a:buAutoNum type="arabicPeriod"/>
            </a:pPr>
            <a:r>
              <a:rPr lang="en" sz="1200">
                <a:solidFill>
                  <a:srgbClr val="0000FF"/>
                </a:solidFill>
                <a:latin typeface="Courier New"/>
                <a:ea typeface="Courier New"/>
                <a:cs typeface="Courier New"/>
                <a:sym typeface="Courier New"/>
              </a:rPr>
              <a:t>   public</a:t>
            </a:r>
            <a:r>
              <a:rPr lang="en" sz="1200">
                <a:solidFill>
                  <a:srgbClr val="000000"/>
                </a:solidFill>
                <a:latin typeface="Courier New"/>
                <a:ea typeface="Courier New"/>
                <a:cs typeface="Courier New"/>
                <a:sym typeface="Courier New"/>
              </a:rPr>
              <a:t> </a:t>
            </a:r>
            <a:r>
              <a:rPr lang="en" sz="1200">
                <a:solidFill>
                  <a:srgbClr val="0000FF"/>
                </a:solidFill>
                <a:latin typeface="Courier New"/>
                <a:ea typeface="Courier New"/>
                <a:cs typeface="Courier New"/>
                <a:sym typeface="Courier New"/>
              </a:rPr>
              <a:t>static</a:t>
            </a:r>
            <a:r>
              <a:rPr lang="en" sz="1200">
                <a:solidFill>
                  <a:srgbClr val="000000"/>
                </a:solidFill>
                <a:latin typeface="Courier New"/>
                <a:ea typeface="Courier New"/>
                <a:cs typeface="Courier New"/>
                <a:sym typeface="Courier New"/>
              </a:rPr>
              <a:t> void main (String[] args) {</a:t>
            </a:r>
            <a:endParaRPr sz="1200">
              <a:highlight>
                <a:schemeClr val="lt2"/>
              </a:highlight>
              <a:latin typeface="Courier New"/>
              <a:ea typeface="Courier New"/>
              <a:cs typeface="Courier New"/>
              <a:sym typeface="Courier New"/>
            </a:endParaRPr>
          </a:p>
          <a:p>
            <a:pPr indent="-304800" lvl="0" marL="457200" rtl="0" algn="l">
              <a:lnSpc>
                <a:spcPct val="150000"/>
              </a:lnSpc>
              <a:spcBef>
                <a:spcPts val="0"/>
              </a:spcBef>
              <a:spcAft>
                <a:spcPts val="0"/>
              </a:spcAft>
              <a:buSzPts val="1200"/>
              <a:buFont typeface="Courier New"/>
              <a:buAutoNum type="arabicPeriod"/>
            </a:pPr>
            <a:r>
              <a:rPr lang="en" sz="1200">
                <a:highlight>
                  <a:schemeClr val="lt2"/>
                </a:highlight>
                <a:latin typeface="Courier New"/>
                <a:ea typeface="Courier New"/>
                <a:cs typeface="Courier New"/>
                <a:sym typeface="Courier New"/>
              </a:rPr>
              <a:t>        </a:t>
            </a:r>
            <a:r>
              <a:rPr lang="en" sz="1200">
                <a:solidFill>
                  <a:srgbClr val="0000FF"/>
                </a:solidFill>
                <a:highlight>
                  <a:schemeClr val="lt2"/>
                </a:highlight>
                <a:latin typeface="Courier New"/>
                <a:ea typeface="Courier New"/>
                <a:cs typeface="Courier New"/>
                <a:sym typeface="Courier New"/>
              </a:rPr>
              <a:t>if</a:t>
            </a:r>
            <a:r>
              <a:rPr lang="en" sz="1200">
                <a:highlight>
                  <a:schemeClr val="lt2"/>
                </a:highlight>
                <a:latin typeface="Courier New"/>
                <a:ea typeface="Courier New"/>
                <a:cs typeface="Courier New"/>
                <a:sym typeface="Courier New"/>
              </a:rPr>
              <a:t> (condition) {</a:t>
            </a:r>
            <a:endParaRPr sz="1200">
              <a:highlight>
                <a:schemeClr val="lt2"/>
              </a:highlight>
              <a:latin typeface="Courier New"/>
              <a:ea typeface="Courier New"/>
              <a:cs typeface="Courier New"/>
              <a:sym typeface="Courier New"/>
            </a:endParaRPr>
          </a:p>
          <a:p>
            <a:pPr indent="-304800" lvl="0" marL="457200" rtl="0" algn="l">
              <a:lnSpc>
                <a:spcPct val="150000"/>
              </a:lnSpc>
              <a:spcBef>
                <a:spcPts val="0"/>
              </a:spcBef>
              <a:spcAft>
                <a:spcPts val="0"/>
              </a:spcAft>
              <a:buSzPts val="1200"/>
              <a:buFont typeface="Courier New"/>
              <a:buAutoNum type="arabicPeriod"/>
            </a:pPr>
            <a:r>
              <a:rPr lang="en" sz="1200">
                <a:highlight>
                  <a:schemeClr val="lt2"/>
                </a:highlight>
                <a:latin typeface="Courier New"/>
                <a:ea typeface="Courier New"/>
                <a:cs typeface="Courier New"/>
                <a:sym typeface="Courier New"/>
              </a:rPr>
              <a:t>            </a:t>
            </a:r>
            <a:r>
              <a:rPr lang="en" sz="1200">
                <a:highlight>
                  <a:srgbClr val="FFFF00"/>
                </a:highlight>
                <a:latin typeface="Courier New"/>
                <a:ea typeface="Courier New"/>
                <a:cs typeface="Courier New"/>
                <a:sym typeface="Courier New"/>
              </a:rPr>
              <a:t>if condition block</a:t>
            </a:r>
            <a:r>
              <a:rPr lang="en" sz="1200">
                <a:highlight>
                  <a:schemeClr val="lt2"/>
                </a:highlight>
                <a:latin typeface="Courier New"/>
                <a:ea typeface="Courier New"/>
                <a:cs typeface="Courier New"/>
                <a:sym typeface="Courier New"/>
              </a:rPr>
              <a:t>;</a:t>
            </a:r>
            <a:endParaRPr sz="1200">
              <a:highlight>
                <a:schemeClr val="lt2"/>
              </a:highlight>
              <a:latin typeface="Courier New"/>
              <a:ea typeface="Courier New"/>
              <a:cs typeface="Courier New"/>
              <a:sym typeface="Courier New"/>
            </a:endParaRPr>
          </a:p>
          <a:p>
            <a:pPr indent="-304800" lvl="0" marL="457200" rtl="0" algn="l">
              <a:lnSpc>
                <a:spcPct val="150000"/>
              </a:lnSpc>
              <a:spcBef>
                <a:spcPts val="0"/>
              </a:spcBef>
              <a:spcAft>
                <a:spcPts val="0"/>
              </a:spcAft>
              <a:buSzPts val="1200"/>
              <a:buFont typeface="Courier New"/>
              <a:buAutoNum type="arabicPeriod"/>
            </a:pPr>
            <a:r>
              <a:rPr lang="en" sz="1200">
                <a:highlight>
                  <a:schemeClr val="lt2"/>
                </a:highlight>
                <a:latin typeface="Courier New"/>
                <a:ea typeface="Courier New"/>
                <a:cs typeface="Courier New"/>
                <a:sym typeface="Courier New"/>
              </a:rPr>
              <a:t>        }</a:t>
            </a:r>
            <a:endParaRPr sz="1200">
              <a:highlight>
                <a:schemeClr val="lt2"/>
              </a:highlight>
              <a:latin typeface="Courier New"/>
              <a:ea typeface="Courier New"/>
              <a:cs typeface="Courier New"/>
              <a:sym typeface="Courier New"/>
            </a:endParaRPr>
          </a:p>
          <a:p>
            <a:pPr indent="-304800" lvl="0" marL="457200" rtl="0" algn="l">
              <a:lnSpc>
                <a:spcPct val="150000"/>
              </a:lnSpc>
              <a:spcBef>
                <a:spcPts val="0"/>
              </a:spcBef>
              <a:spcAft>
                <a:spcPts val="0"/>
              </a:spcAft>
              <a:buSzPts val="1200"/>
              <a:buFont typeface="Courier New"/>
              <a:buAutoNum type="arabicPeriod"/>
            </a:pPr>
            <a:r>
              <a:rPr lang="en" sz="1200">
                <a:highlight>
                  <a:schemeClr val="lt2"/>
                </a:highlight>
                <a:latin typeface="Courier New"/>
                <a:ea typeface="Courier New"/>
                <a:cs typeface="Courier New"/>
                <a:sym typeface="Courier New"/>
              </a:rPr>
              <a:t>        </a:t>
            </a:r>
            <a:r>
              <a:rPr lang="en" sz="1200">
                <a:solidFill>
                  <a:srgbClr val="0028FF"/>
                </a:solidFill>
                <a:highlight>
                  <a:schemeClr val="lt2"/>
                </a:highlight>
                <a:latin typeface="Courier New"/>
                <a:ea typeface="Courier New"/>
                <a:cs typeface="Courier New"/>
                <a:sym typeface="Courier New"/>
              </a:rPr>
              <a:t>e</a:t>
            </a:r>
            <a:r>
              <a:rPr lang="en" sz="1200">
                <a:solidFill>
                  <a:srgbClr val="0028FF"/>
                </a:solidFill>
                <a:highlight>
                  <a:schemeClr val="lt2"/>
                </a:highlight>
                <a:latin typeface="Courier New"/>
                <a:ea typeface="Courier New"/>
                <a:cs typeface="Courier New"/>
                <a:sym typeface="Courier New"/>
              </a:rPr>
              <a:t>lse </a:t>
            </a:r>
            <a:r>
              <a:rPr lang="en" sz="1200">
                <a:highlight>
                  <a:schemeClr val="lt2"/>
                </a:highlight>
                <a:latin typeface="Courier New"/>
                <a:ea typeface="Courier New"/>
                <a:cs typeface="Courier New"/>
                <a:sym typeface="Courier New"/>
              </a:rPr>
              <a:t>{</a:t>
            </a:r>
            <a:endParaRPr sz="1200">
              <a:highlight>
                <a:schemeClr val="lt2"/>
              </a:highlight>
              <a:latin typeface="Courier New"/>
              <a:ea typeface="Courier New"/>
              <a:cs typeface="Courier New"/>
              <a:sym typeface="Courier New"/>
            </a:endParaRPr>
          </a:p>
          <a:p>
            <a:pPr indent="-304800" lvl="0" marL="457200" rtl="0" algn="l">
              <a:lnSpc>
                <a:spcPct val="150000"/>
              </a:lnSpc>
              <a:spcBef>
                <a:spcPts val="0"/>
              </a:spcBef>
              <a:spcAft>
                <a:spcPts val="0"/>
              </a:spcAft>
              <a:buSzPts val="1200"/>
              <a:buFont typeface="Courier New"/>
              <a:buAutoNum type="arabicPeriod"/>
            </a:pPr>
            <a:r>
              <a:rPr lang="en" sz="1200">
                <a:highlight>
                  <a:schemeClr val="lt2"/>
                </a:highlight>
                <a:latin typeface="Courier New"/>
                <a:ea typeface="Courier New"/>
                <a:cs typeface="Courier New"/>
                <a:sym typeface="Courier New"/>
              </a:rPr>
              <a:t>            </a:t>
            </a:r>
            <a:r>
              <a:rPr lang="en" sz="1200">
                <a:highlight>
                  <a:srgbClr val="FFFD00"/>
                </a:highlight>
                <a:latin typeface="Courier New"/>
                <a:ea typeface="Courier New"/>
                <a:cs typeface="Courier New"/>
                <a:sym typeface="Courier New"/>
              </a:rPr>
              <a:t>e</a:t>
            </a:r>
            <a:r>
              <a:rPr lang="en" sz="1200">
                <a:highlight>
                  <a:srgbClr val="FFFD00"/>
                </a:highlight>
                <a:latin typeface="Courier New"/>
                <a:ea typeface="Courier New"/>
                <a:cs typeface="Courier New"/>
                <a:sym typeface="Courier New"/>
              </a:rPr>
              <a:t>lse condition block</a:t>
            </a:r>
            <a:r>
              <a:rPr lang="en" sz="1200">
                <a:highlight>
                  <a:schemeClr val="lt2"/>
                </a:highlight>
                <a:latin typeface="Courier New"/>
                <a:ea typeface="Courier New"/>
                <a:cs typeface="Courier New"/>
                <a:sym typeface="Courier New"/>
              </a:rPr>
              <a:t>;</a:t>
            </a:r>
            <a:endParaRPr sz="1200">
              <a:highlight>
                <a:schemeClr val="lt2"/>
              </a:highlight>
              <a:latin typeface="Courier New"/>
              <a:ea typeface="Courier New"/>
              <a:cs typeface="Courier New"/>
              <a:sym typeface="Courier New"/>
            </a:endParaRPr>
          </a:p>
          <a:p>
            <a:pPr indent="-304800" lvl="0" marL="457200" rtl="0" algn="l">
              <a:lnSpc>
                <a:spcPct val="150000"/>
              </a:lnSpc>
              <a:spcBef>
                <a:spcPts val="0"/>
              </a:spcBef>
              <a:spcAft>
                <a:spcPts val="0"/>
              </a:spcAft>
              <a:buSzPts val="1200"/>
              <a:buFont typeface="Courier New"/>
              <a:buAutoNum type="arabicPeriod"/>
            </a:pPr>
            <a:r>
              <a:rPr lang="en" sz="1200">
                <a:highlight>
                  <a:schemeClr val="lt2"/>
                </a:highlight>
                <a:latin typeface="Courier New"/>
                <a:ea typeface="Courier New"/>
                <a:cs typeface="Courier New"/>
                <a:sym typeface="Courier New"/>
              </a:rPr>
              <a:t>        }</a:t>
            </a:r>
            <a:endParaRPr sz="1200">
              <a:highlight>
                <a:schemeClr val="lt2"/>
              </a:highlight>
              <a:latin typeface="Courier New"/>
              <a:ea typeface="Courier New"/>
              <a:cs typeface="Courier New"/>
              <a:sym typeface="Courier New"/>
            </a:endParaRPr>
          </a:p>
          <a:p>
            <a:pPr indent="-304800" lvl="0" marL="457200" rtl="0" algn="l">
              <a:lnSpc>
                <a:spcPct val="150000"/>
              </a:lnSpc>
              <a:spcBef>
                <a:spcPts val="0"/>
              </a:spcBef>
              <a:spcAft>
                <a:spcPts val="0"/>
              </a:spcAft>
              <a:buSzPts val="1200"/>
              <a:buFont typeface="Courier New"/>
              <a:buAutoNum type="arabicPeriod"/>
            </a:pPr>
            <a:r>
              <a:rPr lang="en" sz="1200">
                <a:solidFill>
                  <a:srgbClr val="0000FF"/>
                </a:solidFill>
                <a:latin typeface="Courier New"/>
                <a:ea typeface="Courier New"/>
                <a:cs typeface="Courier New"/>
                <a:sym typeface="Courier New"/>
              </a:rPr>
              <a:t>   </a:t>
            </a:r>
            <a:r>
              <a:rPr lang="en" sz="1200">
                <a:solidFill>
                  <a:srgbClr val="000000"/>
                </a:solidFill>
                <a:latin typeface="Courier New"/>
                <a:ea typeface="Courier New"/>
                <a:cs typeface="Courier New"/>
                <a:sym typeface="Courier New"/>
              </a:rPr>
              <a:t>}</a:t>
            </a:r>
            <a:endParaRPr sz="1200">
              <a:solidFill>
                <a:srgbClr val="000000"/>
              </a:solidFill>
              <a:latin typeface="Courier New"/>
              <a:ea typeface="Courier New"/>
              <a:cs typeface="Courier New"/>
              <a:sym typeface="Courier New"/>
            </a:endParaRPr>
          </a:p>
          <a:p>
            <a:pPr indent="-304800" lvl="0" marL="457200" rtl="0" algn="l">
              <a:lnSpc>
                <a:spcPct val="150000"/>
              </a:lnSpc>
              <a:spcBef>
                <a:spcPts val="0"/>
              </a:spcBef>
              <a:spcAft>
                <a:spcPts val="0"/>
              </a:spcAft>
              <a:buSzPts val="1200"/>
              <a:buFont typeface="Courier New"/>
              <a:buAutoNum type="arabicPeriod"/>
            </a:pPr>
            <a:r>
              <a:rPr lang="en" sz="1200">
                <a:solidFill>
                  <a:srgbClr val="000000"/>
                </a:solidFill>
                <a:latin typeface="Courier New"/>
                <a:ea typeface="Courier New"/>
                <a:cs typeface="Courier New"/>
                <a:sym typeface="Courier New"/>
              </a:rPr>
              <a:t>}</a:t>
            </a:r>
            <a:endParaRPr sz="1200">
              <a:latin typeface="Courier New"/>
              <a:ea typeface="Courier New"/>
              <a:cs typeface="Courier New"/>
              <a:sym typeface="Courier New"/>
            </a:endParaRPr>
          </a:p>
        </p:txBody>
      </p:sp>
      <p:cxnSp>
        <p:nvCxnSpPr>
          <p:cNvPr id="186" name="Google Shape;186;p20"/>
          <p:cNvCxnSpPr>
            <a:stCxn id="181" idx="2"/>
            <a:endCxn id="183" idx="0"/>
          </p:cNvCxnSpPr>
          <p:nvPr/>
        </p:nvCxnSpPr>
        <p:spPr>
          <a:xfrm>
            <a:off x="2184902" y="2120873"/>
            <a:ext cx="0" cy="248400"/>
          </a:xfrm>
          <a:prstGeom prst="straightConnector1">
            <a:avLst/>
          </a:prstGeom>
          <a:noFill/>
          <a:ln cap="flat" cmpd="sng" w="9525">
            <a:solidFill>
              <a:schemeClr val="dk2"/>
            </a:solidFill>
            <a:prstDash val="solid"/>
            <a:round/>
            <a:headEnd len="med" w="med" type="none"/>
            <a:tailEnd len="med" w="med" type="triangle"/>
          </a:ln>
        </p:spPr>
      </p:cxnSp>
      <p:cxnSp>
        <p:nvCxnSpPr>
          <p:cNvPr id="187" name="Google Shape;187;p20"/>
          <p:cNvCxnSpPr>
            <a:stCxn id="183" idx="1"/>
            <a:endCxn id="184" idx="0"/>
          </p:cNvCxnSpPr>
          <p:nvPr/>
        </p:nvCxnSpPr>
        <p:spPr>
          <a:xfrm flipH="1">
            <a:off x="1092600" y="2655475"/>
            <a:ext cx="149400" cy="598200"/>
          </a:xfrm>
          <a:prstGeom prst="bentConnector2">
            <a:avLst/>
          </a:prstGeom>
          <a:noFill/>
          <a:ln cap="flat" cmpd="sng" w="9525">
            <a:solidFill>
              <a:schemeClr val="dk2"/>
            </a:solidFill>
            <a:prstDash val="solid"/>
            <a:round/>
            <a:headEnd len="med" w="med" type="none"/>
            <a:tailEnd len="med" w="med" type="stealth"/>
          </a:ln>
        </p:spPr>
      </p:cxnSp>
      <p:sp>
        <p:nvSpPr>
          <p:cNvPr id="188" name="Google Shape;188;p20"/>
          <p:cNvSpPr/>
          <p:nvPr/>
        </p:nvSpPr>
        <p:spPr>
          <a:xfrm>
            <a:off x="2333825" y="3253725"/>
            <a:ext cx="1789200" cy="3798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t>else block / scope</a:t>
            </a:r>
            <a:endParaRPr sz="1300"/>
          </a:p>
        </p:txBody>
      </p:sp>
      <p:cxnSp>
        <p:nvCxnSpPr>
          <p:cNvPr id="189" name="Google Shape;189;p20"/>
          <p:cNvCxnSpPr>
            <a:stCxn id="183" idx="3"/>
            <a:endCxn id="188" idx="0"/>
          </p:cNvCxnSpPr>
          <p:nvPr/>
        </p:nvCxnSpPr>
        <p:spPr>
          <a:xfrm>
            <a:off x="3127800" y="2655475"/>
            <a:ext cx="100500" cy="598200"/>
          </a:xfrm>
          <a:prstGeom prst="bentConnector2">
            <a:avLst/>
          </a:prstGeom>
          <a:noFill/>
          <a:ln cap="flat" cmpd="sng" w="9525">
            <a:solidFill>
              <a:schemeClr val="dk2"/>
            </a:solidFill>
            <a:prstDash val="solid"/>
            <a:round/>
            <a:headEnd len="med" w="med" type="none"/>
            <a:tailEnd len="med" w="med" type="stealth"/>
          </a:ln>
        </p:spPr>
      </p:cxnSp>
      <p:sp>
        <p:nvSpPr>
          <p:cNvPr id="190" name="Google Shape;190;p20"/>
          <p:cNvSpPr/>
          <p:nvPr/>
        </p:nvSpPr>
        <p:spPr>
          <a:xfrm>
            <a:off x="1971450" y="3819038"/>
            <a:ext cx="426900" cy="3798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1" name="Google Shape;191;p20"/>
          <p:cNvCxnSpPr>
            <a:stCxn id="184" idx="4"/>
            <a:endCxn id="190" idx="2"/>
          </p:cNvCxnSpPr>
          <p:nvPr/>
        </p:nvCxnSpPr>
        <p:spPr>
          <a:xfrm flipH="1" rot="-5400000">
            <a:off x="1344450" y="3381675"/>
            <a:ext cx="375300" cy="879000"/>
          </a:xfrm>
          <a:prstGeom prst="bentConnector2">
            <a:avLst/>
          </a:prstGeom>
          <a:noFill/>
          <a:ln cap="flat" cmpd="sng" w="9525">
            <a:solidFill>
              <a:schemeClr val="dk2"/>
            </a:solidFill>
            <a:prstDash val="solid"/>
            <a:round/>
            <a:headEnd len="med" w="med" type="none"/>
            <a:tailEnd len="med" w="med" type="stealth"/>
          </a:ln>
        </p:spPr>
      </p:cxnSp>
      <p:cxnSp>
        <p:nvCxnSpPr>
          <p:cNvPr id="192" name="Google Shape;192;p20"/>
          <p:cNvCxnSpPr>
            <a:stCxn id="188" idx="4"/>
            <a:endCxn id="190" idx="6"/>
          </p:cNvCxnSpPr>
          <p:nvPr/>
        </p:nvCxnSpPr>
        <p:spPr>
          <a:xfrm rot="5400000">
            <a:off x="2625725" y="3406125"/>
            <a:ext cx="375300" cy="830100"/>
          </a:xfrm>
          <a:prstGeom prst="bentConnector2">
            <a:avLst/>
          </a:prstGeom>
          <a:noFill/>
          <a:ln cap="flat" cmpd="sng" w="9525">
            <a:solidFill>
              <a:schemeClr val="dk2"/>
            </a:solidFill>
            <a:prstDash val="solid"/>
            <a:round/>
            <a:headEnd len="med" w="med" type="none"/>
            <a:tailEnd len="med" w="med" type="stealth"/>
          </a:ln>
        </p:spPr>
      </p:cxnSp>
      <p:cxnSp>
        <p:nvCxnSpPr>
          <p:cNvPr id="193" name="Google Shape;193;p20"/>
          <p:cNvCxnSpPr>
            <a:stCxn id="190" idx="4"/>
            <a:endCxn id="182" idx="0"/>
          </p:cNvCxnSpPr>
          <p:nvPr/>
        </p:nvCxnSpPr>
        <p:spPr>
          <a:xfrm flipH="1" rot="-5400000">
            <a:off x="2092500" y="4291238"/>
            <a:ext cx="185400" cy="600"/>
          </a:xfrm>
          <a:prstGeom prst="bentConnector3">
            <a:avLst>
              <a:gd fmla="val 50030" name="adj1"/>
            </a:avLst>
          </a:prstGeom>
          <a:noFill/>
          <a:ln cap="flat" cmpd="sng" w="9525">
            <a:solidFill>
              <a:schemeClr val="dk2"/>
            </a:solidFill>
            <a:prstDash val="solid"/>
            <a:round/>
            <a:headEnd len="med" w="med" type="none"/>
            <a:tailEnd len="med" w="med" type="stealth"/>
          </a:ln>
        </p:spPr>
      </p:cxnSp>
      <p:sp>
        <p:nvSpPr>
          <p:cNvPr id="194" name="Google Shape;194;p20"/>
          <p:cNvSpPr txBox="1"/>
          <p:nvPr/>
        </p:nvSpPr>
        <p:spPr>
          <a:xfrm>
            <a:off x="813000" y="2369275"/>
            <a:ext cx="7116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t>TRUE</a:t>
            </a:r>
            <a:endParaRPr b="1" sz="1000"/>
          </a:p>
        </p:txBody>
      </p:sp>
      <p:sp>
        <p:nvSpPr>
          <p:cNvPr id="195" name="Google Shape;195;p20"/>
          <p:cNvSpPr txBox="1"/>
          <p:nvPr/>
        </p:nvSpPr>
        <p:spPr>
          <a:xfrm>
            <a:off x="2996900" y="2369275"/>
            <a:ext cx="7116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t>FALSE</a:t>
            </a:r>
            <a:endParaRPr b="1" sz="1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a:t>
            </a:r>
            <a:r>
              <a:rPr lang="en"/>
              <a:t>f - else</a:t>
            </a:r>
            <a:r>
              <a:rPr lang="en"/>
              <a:t> Double </a:t>
            </a:r>
            <a:r>
              <a:rPr lang="en"/>
              <a:t>Selection Statements (Contd)</a:t>
            </a:r>
            <a:endParaRPr/>
          </a:p>
        </p:txBody>
      </p:sp>
      <p:sp>
        <p:nvSpPr>
          <p:cNvPr id="201" name="Google Shape;201;p21"/>
          <p:cNvSpPr/>
          <p:nvPr/>
        </p:nvSpPr>
        <p:spPr>
          <a:xfrm>
            <a:off x="1941688" y="1635488"/>
            <a:ext cx="868536" cy="254880"/>
          </a:xfrm>
          <a:prstGeom prst="flowChartTermina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000000"/>
                </a:solidFill>
              </a:rPr>
              <a:t>START</a:t>
            </a:r>
            <a:endParaRPr sz="1200"/>
          </a:p>
        </p:txBody>
      </p:sp>
      <p:sp>
        <p:nvSpPr>
          <p:cNvPr id="202" name="Google Shape;202;p21"/>
          <p:cNvSpPr/>
          <p:nvPr/>
        </p:nvSpPr>
        <p:spPr>
          <a:xfrm>
            <a:off x="1956475" y="4596875"/>
            <a:ext cx="838350" cy="254988"/>
          </a:xfrm>
          <a:prstGeom prst="flowChartTermina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000000"/>
                </a:solidFill>
              </a:rPr>
              <a:t>END</a:t>
            </a:r>
            <a:endParaRPr sz="1200"/>
          </a:p>
        </p:txBody>
      </p:sp>
      <p:sp>
        <p:nvSpPr>
          <p:cNvPr id="203" name="Google Shape;203;p21"/>
          <p:cNvSpPr/>
          <p:nvPr/>
        </p:nvSpPr>
        <p:spPr>
          <a:xfrm>
            <a:off x="1369750" y="2164325"/>
            <a:ext cx="2011800" cy="3438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200">
                <a:solidFill>
                  <a:schemeClr val="dk1"/>
                </a:solidFill>
              </a:rPr>
              <a:t>Read num</a:t>
            </a:r>
            <a:endParaRPr sz="1200"/>
          </a:p>
        </p:txBody>
      </p:sp>
      <p:sp>
        <p:nvSpPr>
          <p:cNvPr id="204" name="Google Shape;204;p21"/>
          <p:cNvSpPr/>
          <p:nvPr/>
        </p:nvSpPr>
        <p:spPr>
          <a:xfrm>
            <a:off x="1307200" y="2773050"/>
            <a:ext cx="2136900" cy="6411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If </a:t>
            </a:r>
            <a:endParaRPr sz="1200"/>
          </a:p>
          <a:p>
            <a:pPr indent="0" lvl="0" marL="0" rtl="0" algn="ctr">
              <a:spcBef>
                <a:spcPts val="0"/>
              </a:spcBef>
              <a:spcAft>
                <a:spcPts val="0"/>
              </a:spcAft>
              <a:buNone/>
            </a:pPr>
            <a:r>
              <a:rPr lang="en" sz="1200"/>
              <a:t>num%2 == 0</a:t>
            </a:r>
            <a:endParaRPr sz="1200"/>
          </a:p>
        </p:txBody>
      </p:sp>
      <p:sp>
        <p:nvSpPr>
          <p:cNvPr id="205" name="Google Shape;205;p21"/>
          <p:cNvSpPr txBox="1"/>
          <p:nvPr/>
        </p:nvSpPr>
        <p:spPr>
          <a:xfrm>
            <a:off x="4697225" y="1978375"/>
            <a:ext cx="4251000" cy="2524200"/>
          </a:xfrm>
          <a:prstGeom prst="rect">
            <a:avLst/>
          </a:prstGeom>
          <a:solidFill>
            <a:srgbClr val="EEEEEE"/>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298450" lvl="0" marL="457200" rtl="0" algn="l">
              <a:lnSpc>
                <a:spcPct val="150000"/>
              </a:lnSpc>
              <a:spcBef>
                <a:spcPts val="0"/>
              </a:spcBef>
              <a:spcAft>
                <a:spcPts val="0"/>
              </a:spcAft>
              <a:buSzPts val="1100"/>
              <a:buFont typeface="Courier New"/>
              <a:buAutoNum type="arabicPeriod"/>
            </a:pPr>
            <a:r>
              <a:rPr lang="en" sz="1100">
                <a:solidFill>
                  <a:schemeClr val="dk1"/>
                </a:solidFill>
                <a:highlight>
                  <a:schemeClr val="lt2"/>
                </a:highlight>
                <a:latin typeface="Courier New"/>
                <a:ea typeface="Courier New"/>
                <a:cs typeface="Courier New"/>
                <a:sym typeface="Courier New"/>
              </a:rPr>
              <a:t>Scanner sc = </a:t>
            </a:r>
            <a:r>
              <a:rPr lang="en" sz="1100">
                <a:solidFill>
                  <a:srgbClr val="0000FF"/>
                </a:solidFill>
                <a:highlight>
                  <a:schemeClr val="lt2"/>
                </a:highlight>
                <a:latin typeface="Courier New"/>
                <a:ea typeface="Courier New"/>
                <a:cs typeface="Courier New"/>
                <a:sym typeface="Courier New"/>
              </a:rPr>
              <a:t>new </a:t>
            </a:r>
            <a:r>
              <a:rPr lang="en" sz="1100">
                <a:solidFill>
                  <a:schemeClr val="dk1"/>
                </a:solidFill>
                <a:highlight>
                  <a:schemeClr val="lt2"/>
                </a:highlight>
                <a:latin typeface="Courier New"/>
                <a:ea typeface="Courier New"/>
                <a:cs typeface="Courier New"/>
                <a:sym typeface="Courier New"/>
              </a:rPr>
              <a:t>Scanner(System.in);</a:t>
            </a:r>
            <a:endParaRPr sz="1100">
              <a:solidFill>
                <a:schemeClr val="dk1"/>
              </a:solidFill>
              <a:highlight>
                <a:schemeClr val="lt2"/>
              </a:highlight>
              <a:latin typeface="Courier New"/>
              <a:ea typeface="Courier New"/>
              <a:cs typeface="Courier New"/>
              <a:sym typeface="Courier New"/>
            </a:endParaRPr>
          </a:p>
          <a:p>
            <a:pPr indent="-298450" lvl="0" marL="457200" rtl="0" algn="l">
              <a:lnSpc>
                <a:spcPct val="150000"/>
              </a:lnSpc>
              <a:spcBef>
                <a:spcPts val="0"/>
              </a:spcBef>
              <a:spcAft>
                <a:spcPts val="0"/>
              </a:spcAft>
              <a:buSzPts val="1100"/>
              <a:buFont typeface="Courier New"/>
              <a:buAutoNum type="arabicPeriod"/>
            </a:pPr>
            <a:r>
              <a:rPr lang="en" sz="1100">
                <a:solidFill>
                  <a:schemeClr val="dk1"/>
                </a:solidFill>
                <a:highlight>
                  <a:schemeClr val="lt2"/>
                </a:highlight>
                <a:latin typeface="Courier New"/>
                <a:ea typeface="Courier New"/>
                <a:cs typeface="Courier New"/>
                <a:sym typeface="Courier New"/>
              </a:rPr>
              <a:t>String num = sc.nextInt();</a:t>
            </a:r>
            <a:endParaRPr sz="1200">
              <a:solidFill>
                <a:srgbClr val="0000FF"/>
              </a:solidFill>
              <a:highlight>
                <a:schemeClr val="lt2"/>
              </a:highlight>
              <a:latin typeface="Courier New"/>
              <a:ea typeface="Courier New"/>
              <a:cs typeface="Courier New"/>
              <a:sym typeface="Courier New"/>
            </a:endParaRPr>
          </a:p>
          <a:p>
            <a:pPr indent="-298450" lvl="0" marL="457200" rtl="0" algn="l">
              <a:lnSpc>
                <a:spcPct val="150000"/>
              </a:lnSpc>
              <a:spcBef>
                <a:spcPts val="0"/>
              </a:spcBef>
              <a:spcAft>
                <a:spcPts val="0"/>
              </a:spcAft>
              <a:buSzPts val="1100"/>
              <a:buFont typeface="Courier New"/>
              <a:buAutoNum type="arabicPeriod"/>
            </a:pPr>
            <a:r>
              <a:rPr lang="en" sz="1200">
                <a:solidFill>
                  <a:srgbClr val="0000FF"/>
                </a:solidFill>
                <a:highlight>
                  <a:schemeClr val="lt2"/>
                </a:highlight>
                <a:latin typeface="Courier New"/>
                <a:ea typeface="Courier New"/>
                <a:cs typeface="Courier New"/>
                <a:sym typeface="Courier New"/>
              </a:rPr>
              <a:t>if</a:t>
            </a:r>
            <a:r>
              <a:rPr lang="en" sz="1200">
                <a:solidFill>
                  <a:schemeClr val="dk1"/>
                </a:solidFill>
                <a:highlight>
                  <a:schemeClr val="lt2"/>
                </a:highlight>
                <a:latin typeface="Courier New"/>
                <a:ea typeface="Courier New"/>
                <a:cs typeface="Courier New"/>
                <a:sym typeface="Courier New"/>
              </a:rPr>
              <a:t> (num%2 == 0) {</a:t>
            </a:r>
            <a:endParaRPr sz="1200">
              <a:solidFill>
                <a:schemeClr val="dk1"/>
              </a:solidFill>
              <a:highlight>
                <a:schemeClr val="lt2"/>
              </a:highlight>
              <a:latin typeface="Courier New"/>
              <a:ea typeface="Courier New"/>
              <a:cs typeface="Courier New"/>
              <a:sym typeface="Courier New"/>
            </a:endParaRPr>
          </a:p>
          <a:p>
            <a:pPr indent="-298450" lvl="0" marL="457200" rtl="0" algn="l">
              <a:lnSpc>
                <a:spcPct val="150000"/>
              </a:lnSpc>
              <a:spcBef>
                <a:spcPts val="0"/>
              </a:spcBef>
              <a:spcAft>
                <a:spcPts val="0"/>
              </a:spcAft>
              <a:buSzPts val="1100"/>
              <a:buFont typeface="Courier New"/>
              <a:buAutoNum type="arabicPeriod"/>
            </a:pPr>
            <a:r>
              <a:rPr lang="en" sz="1200">
                <a:solidFill>
                  <a:schemeClr val="dk1"/>
                </a:solidFill>
                <a:highlight>
                  <a:schemeClr val="lt2"/>
                </a:highlight>
                <a:latin typeface="Courier New"/>
                <a:ea typeface="Courier New"/>
                <a:cs typeface="Courier New"/>
                <a:sym typeface="Courier New"/>
              </a:rPr>
              <a:t>   System.out.println(</a:t>
            </a:r>
            <a:r>
              <a:rPr lang="en" sz="1000">
                <a:solidFill>
                  <a:srgbClr val="38761D"/>
                </a:solidFill>
                <a:highlight>
                  <a:schemeClr val="lt2"/>
                </a:highlight>
                <a:latin typeface="Courier New"/>
                <a:ea typeface="Courier New"/>
                <a:cs typeface="Courier New"/>
                <a:sym typeface="Courier New"/>
              </a:rPr>
              <a:t>"Even"</a:t>
            </a:r>
            <a:r>
              <a:rPr lang="en" sz="1200">
                <a:solidFill>
                  <a:schemeClr val="dk1"/>
                </a:solidFill>
                <a:highlight>
                  <a:schemeClr val="lt2"/>
                </a:highlight>
                <a:latin typeface="Courier New"/>
                <a:ea typeface="Courier New"/>
                <a:cs typeface="Courier New"/>
                <a:sym typeface="Courier New"/>
              </a:rPr>
              <a:t>);</a:t>
            </a:r>
            <a:endParaRPr sz="1200">
              <a:solidFill>
                <a:schemeClr val="dk1"/>
              </a:solidFill>
              <a:highlight>
                <a:schemeClr val="lt2"/>
              </a:highlight>
              <a:latin typeface="Courier New"/>
              <a:ea typeface="Courier New"/>
              <a:cs typeface="Courier New"/>
              <a:sym typeface="Courier New"/>
            </a:endParaRPr>
          </a:p>
          <a:p>
            <a:pPr indent="-298450" lvl="0" marL="457200" rtl="0" algn="l">
              <a:lnSpc>
                <a:spcPct val="150000"/>
              </a:lnSpc>
              <a:spcBef>
                <a:spcPts val="0"/>
              </a:spcBef>
              <a:spcAft>
                <a:spcPts val="0"/>
              </a:spcAft>
              <a:buSzPts val="1100"/>
              <a:buFont typeface="Courier New"/>
              <a:buAutoNum type="arabicPeriod"/>
            </a:pPr>
            <a:r>
              <a:rPr lang="en" sz="1200">
                <a:solidFill>
                  <a:schemeClr val="dk1"/>
                </a:solidFill>
                <a:highlight>
                  <a:schemeClr val="lt2"/>
                </a:highlight>
                <a:latin typeface="Courier New"/>
                <a:ea typeface="Courier New"/>
                <a:cs typeface="Courier New"/>
                <a:sym typeface="Courier New"/>
              </a:rPr>
              <a:t>}</a:t>
            </a:r>
            <a:endParaRPr sz="1200">
              <a:solidFill>
                <a:schemeClr val="dk1"/>
              </a:solidFill>
              <a:highlight>
                <a:schemeClr val="lt2"/>
              </a:highlight>
              <a:latin typeface="Courier New"/>
              <a:ea typeface="Courier New"/>
              <a:cs typeface="Courier New"/>
              <a:sym typeface="Courier New"/>
            </a:endParaRPr>
          </a:p>
          <a:p>
            <a:pPr indent="-298450" lvl="0" marL="457200" rtl="0" algn="l">
              <a:lnSpc>
                <a:spcPct val="150000"/>
              </a:lnSpc>
              <a:spcBef>
                <a:spcPts val="0"/>
              </a:spcBef>
              <a:spcAft>
                <a:spcPts val="0"/>
              </a:spcAft>
              <a:buSzPts val="1100"/>
              <a:buFont typeface="Courier New"/>
              <a:buAutoNum type="arabicPeriod"/>
            </a:pPr>
            <a:r>
              <a:rPr lang="en" sz="1200">
                <a:solidFill>
                  <a:srgbClr val="0000FF"/>
                </a:solidFill>
                <a:highlight>
                  <a:schemeClr val="lt2"/>
                </a:highlight>
                <a:latin typeface="Courier New"/>
                <a:ea typeface="Courier New"/>
                <a:cs typeface="Courier New"/>
                <a:sym typeface="Courier New"/>
              </a:rPr>
              <a:t>else</a:t>
            </a:r>
            <a:r>
              <a:rPr lang="en" sz="1200">
                <a:solidFill>
                  <a:schemeClr val="dk1"/>
                </a:solidFill>
                <a:highlight>
                  <a:schemeClr val="lt2"/>
                </a:highlight>
                <a:latin typeface="Courier New"/>
                <a:ea typeface="Courier New"/>
                <a:cs typeface="Courier New"/>
                <a:sym typeface="Courier New"/>
              </a:rPr>
              <a:t> {</a:t>
            </a:r>
            <a:endParaRPr sz="1200">
              <a:solidFill>
                <a:schemeClr val="dk1"/>
              </a:solidFill>
              <a:highlight>
                <a:schemeClr val="lt2"/>
              </a:highlight>
              <a:latin typeface="Courier New"/>
              <a:ea typeface="Courier New"/>
              <a:cs typeface="Courier New"/>
              <a:sym typeface="Courier New"/>
            </a:endParaRPr>
          </a:p>
          <a:p>
            <a:pPr indent="-298450" lvl="0" marL="457200" rtl="0" algn="l">
              <a:lnSpc>
                <a:spcPct val="150000"/>
              </a:lnSpc>
              <a:spcBef>
                <a:spcPts val="0"/>
              </a:spcBef>
              <a:spcAft>
                <a:spcPts val="0"/>
              </a:spcAft>
              <a:buSzPts val="1100"/>
              <a:buFont typeface="Courier New"/>
              <a:buAutoNum type="arabicPeriod"/>
            </a:pPr>
            <a:r>
              <a:rPr lang="en" sz="1200">
                <a:solidFill>
                  <a:schemeClr val="dk1"/>
                </a:solidFill>
                <a:highlight>
                  <a:schemeClr val="lt2"/>
                </a:highlight>
                <a:latin typeface="Courier New"/>
                <a:ea typeface="Courier New"/>
                <a:cs typeface="Courier New"/>
                <a:sym typeface="Courier New"/>
              </a:rPr>
              <a:t>    System.out.println(</a:t>
            </a:r>
            <a:r>
              <a:rPr lang="en" sz="1000">
                <a:solidFill>
                  <a:srgbClr val="38761D"/>
                </a:solidFill>
                <a:highlight>
                  <a:schemeClr val="lt2"/>
                </a:highlight>
                <a:latin typeface="Courier New"/>
                <a:ea typeface="Courier New"/>
                <a:cs typeface="Courier New"/>
                <a:sym typeface="Courier New"/>
              </a:rPr>
              <a:t>"Odd"</a:t>
            </a:r>
            <a:r>
              <a:rPr lang="en" sz="1200">
                <a:solidFill>
                  <a:schemeClr val="dk1"/>
                </a:solidFill>
                <a:highlight>
                  <a:schemeClr val="lt2"/>
                </a:highlight>
                <a:latin typeface="Courier New"/>
                <a:ea typeface="Courier New"/>
                <a:cs typeface="Courier New"/>
                <a:sym typeface="Courier New"/>
              </a:rPr>
              <a:t>);</a:t>
            </a:r>
            <a:endParaRPr sz="1200">
              <a:solidFill>
                <a:schemeClr val="dk1"/>
              </a:solidFill>
              <a:highlight>
                <a:schemeClr val="lt2"/>
              </a:highlight>
              <a:latin typeface="Courier New"/>
              <a:ea typeface="Courier New"/>
              <a:cs typeface="Courier New"/>
              <a:sym typeface="Courier New"/>
            </a:endParaRPr>
          </a:p>
          <a:p>
            <a:pPr indent="-298450" lvl="0" marL="457200" rtl="0" algn="l">
              <a:lnSpc>
                <a:spcPct val="150000"/>
              </a:lnSpc>
              <a:spcBef>
                <a:spcPts val="0"/>
              </a:spcBef>
              <a:spcAft>
                <a:spcPts val="0"/>
              </a:spcAft>
              <a:buSzPts val="1100"/>
              <a:buFont typeface="Courier New"/>
              <a:buAutoNum type="arabicPeriod"/>
            </a:pPr>
            <a:r>
              <a:rPr lang="en" sz="1200">
                <a:solidFill>
                  <a:schemeClr val="dk1"/>
                </a:solidFill>
                <a:highlight>
                  <a:schemeClr val="lt2"/>
                </a:highlight>
                <a:latin typeface="Courier New"/>
                <a:ea typeface="Courier New"/>
                <a:cs typeface="Courier New"/>
                <a:sym typeface="Courier New"/>
              </a:rPr>
              <a:t>}</a:t>
            </a:r>
            <a:endParaRPr sz="1200">
              <a:solidFill>
                <a:schemeClr val="dk1"/>
              </a:solidFill>
              <a:latin typeface="Courier New"/>
              <a:ea typeface="Courier New"/>
              <a:cs typeface="Courier New"/>
              <a:sym typeface="Courier New"/>
            </a:endParaRPr>
          </a:p>
          <a:p>
            <a:pPr indent="-298450" lvl="0" marL="457200" rtl="0" algn="l">
              <a:lnSpc>
                <a:spcPct val="150000"/>
              </a:lnSpc>
              <a:spcBef>
                <a:spcPts val="0"/>
              </a:spcBef>
              <a:spcAft>
                <a:spcPts val="0"/>
              </a:spcAft>
              <a:buClr>
                <a:srgbClr val="0000FF"/>
              </a:buClr>
              <a:buSzPts val="1100"/>
              <a:buFont typeface="Courier New"/>
              <a:buAutoNum type="arabicPeriod"/>
            </a:pPr>
            <a:r>
              <a:t/>
            </a:r>
            <a:endParaRPr sz="1100">
              <a:solidFill>
                <a:srgbClr val="0000FF"/>
              </a:solidFill>
              <a:highlight>
                <a:schemeClr val="lt2"/>
              </a:highlight>
              <a:latin typeface="Courier New"/>
              <a:ea typeface="Courier New"/>
              <a:cs typeface="Courier New"/>
              <a:sym typeface="Courier New"/>
            </a:endParaRPr>
          </a:p>
        </p:txBody>
      </p:sp>
      <p:sp>
        <p:nvSpPr>
          <p:cNvPr id="206" name="Google Shape;206;p21"/>
          <p:cNvSpPr/>
          <p:nvPr/>
        </p:nvSpPr>
        <p:spPr>
          <a:xfrm>
            <a:off x="311700" y="3589163"/>
            <a:ext cx="1802100" cy="3438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Print “Even”</a:t>
            </a:r>
            <a:endParaRPr sz="1200"/>
          </a:p>
        </p:txBody>
      </p:sp>
      <p:sp>
        <p:nvSpPr>
          <p:cNvPr id="207" name="Google Shape;207;p21"/>
          <p:cNvSpPr/>
          <p:nvPr/>
        </p:nvSpPr>
        <p:spPr>
          <a:xfrm>
            <a:off x="2212138" y="4077375"/>
            <a:ext cx="327000" cy="304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8" name="Google Shape;208;p21"/>
          <p:cNvCxnSpPr>
            <a:stCxn id="201" idx="2"/>
            <a:endCxn id="203" idx="0"/>
          </p:cNvCxnSpPr>
          <p:nvPr/>
        </p:nvCxnSpPr>
        <p:spPr>
          <a:xfrm flipH="1">
            <a:off x="2375656" y="1890368"/>
            <a:ext cx="300" cy="273900"/>
          </a:xfrm>
          <a:prstGeom prst="straightConnector1">
            <a:avLst/>
          </a:prstGeom>
          <a:noFill/>
          <a:ln cap="flat" cmpd="sng" w="9525">
            <a:solidFill>
              <a:schemeClr val="dk2"/>
            </a:solidFill>
            <a:prstDash val="solid"/>
            <a:round/>
            <a:headEnd len="med" w="med" type="none"/>
            <a:tailEnd len="med" w="med" type="triangle"/>
          </a:ln>
        </p:spPr>
      </p:cxnSp>
      <p:cxnSp>
        <p:nvCxnSpPr>
          <p:cNvPr id="209" name="Google Shape;209;p21"/>
          <p:cNvCxnSpPr>
            <a:stCxn id="203" idx="4"/>
            <a:endCxn id="204" idx="0"/>
          </p:cNvCxnSpPr>
          <p:nvPr/>
        </p:nvCxnSpPr>
        <p:spPr>
          <a:xfrm>
            <a:off x="2375650" y="2508125"/>
            <a:ext cx="0" cy="264900"/>
          </a:xfrm>
          <a:prstGeom prst="straightConnector1">
            <a:avLst/>
          </a:prstGeom>
          <a:noFill/>
          <a:ln cap="flat" cmpd="sng" w="9525">
            <a:solidFill>
              <a:schemeClr val="dk2"/>
            </a:solidFill>
            <a:prstDash val="solid"/>
            <a:round/>
            <a:headEnd len="med" w="med" type="none"/>
            <a:tailEnd len="med" w="med" type="triangle"/>
          </a:ln>
        </p:spPr>
      </p:cxnSp>
      <p:cxnSp>
        <p:nvCxnSpPr>
          <p:cNvPr id="210" name="Google Shape;210;p21"/>
          <p:cNvCxnSpPr>
            <a:stCxn id="204" idx="1"/>
            <a:endCxn id="206" idx="0"/>
          </p:cNvCxnSpPr>
          <p:nvPr/>
        </p:nvCxnSpPr>
        <p:spPr>
          <a:xfrm flipH="1">
            <a:off x="1212700" y="3093600"/>
            <a:ext cx="94500" cy="495600"/>
          </a:xfrm>
          <a:prstGeom prst="bentConnector2">
            <a:avLst/>
          </a:prstGeom>
          <a:noFill/>
          <a:ln cap="flat" cmpd="sng" w="9525">
            <a:solidFill>
              <a:schemeClr val="dk2"/>
            </a:solidFill>
            <a:prstDash val="solid"/>
            <a:round/>
            <a:headEnd len="med" w="med" type="none"/>
            <a:tailEnd len="med" w="med" type="triangle"/>
          </a:ln>
        </p:spPr>
      </p:cxnSp>
      <p:cxnSp>
        <p:nvCxnSpPr>
          <p:cNvPr id="211" name="Google Shape;211;p21"/>
          <p:cNvCxnSpPr>
            <a:endCxn id="207" idx="2"/>
          </p:cNvCxnSpPr>
          <p:nvPr/>
        </p:nvCxnSpPr>
        <p:spPr>
          <a:xfrm>
            <a:off x="826438" y="3931575"/>
            <a:ext cx="1385700" cy="297900"/>
          </a:xfrm>
          <a:prstGeom prst="bentConnector3">
            <a:avLst>
              <a:gd fmla="val 602" name="adj1"/>
            </a:avLst>
          </a:prstGeom>
          <a:noFill/>
          <a:ln cap="flat" cmpd="sng" w="9525">
            <a:solidFill>
              <a:schemeClr val="dk2"/>
            </a:solidFill>
            <a:prstDash val="solid"/>
            <a:round/>
            <a:headEnd len="med" w="med" type="none"/>
            <a:tailEnd len="med" w="med" type="triangle"/>
          </a:ln>
        </p:spPr>
      </p:cxnSp>
      <p:cxnSp>
        <p:nvCxnSpPr>
          <p:cNvPr id="212" name="Google Shape;212;p21"/>
          <p:cNvCxnSpPr>
            <a:stCxn id="207" idx="4"/>
            <a:endCxn id="202" idx="0"/>
          </p:cNvCxnSpPr>
          <p:nvPr/>
        </p:nvCxnSpPr>
        <p:spPr>
          <a:xfrm flipH="1" rot="-5400000">
            <a:off x="2268238" y="4488975"/>
            <a:ext cx="215400" cy="600"/>
          </a:xfrm>
          <a:prstGeom prst="bentConnector3">
            <a:avLst>
              <a:gd fmla="val 49977" name="adj1"/>
            </a:avLst>
          </a:prstGeom>
          <a:noFill/>
          <a:ln cap="flat" cmpd="sng" w="9525">
            <a:solidFill>
              <a:schemeClr val="dk2"/>
            </a:solidFill>
            <a:prstDash val="solid"/>
            <a:round/>
            <a:headEnd len="med" w="med" type="none"/>
            <a:tailEnd len="med" w="med" type="triangle"/>
          </a:ln>
        </p:spPr>
      </p:cxnSp>
      <p:sp>
        <p:nvSpPr>
          <p:cNvPr id="213" name="Google Shape;213;p21"/>
          <p:cNvSpPr txBox="1"/>
          <p:nvPr/>
        </p:nvSpPr>
        <p:spPr>
          <a:xfrm>
            <a:off x="611725" y="3205013"/>
            <a:ext cx="7116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t>TRUE</a:t>
            </a:r>
            <a:endParaRPr b="1" sz="1000"/>
          </a:p>
        </p:txBody>
      </p:sp>
      <p:sp>
        <p:nvSpPr>
          <p:cNvPr id="214" name="Google Shape;214;p21"/>
          <p:cNvSpPr txBox="1"/>
          <p:nvPr/>
        </p:nvSpPr>
        <p:spPr>
          <a:xfrm>
            <a:off x="3608463" y="3205013"/>
            <a:ext cx="7116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t>FALSE</a:t>
            </a:r>
            <a:endParaRPr b="1" sz="1000"/>
          </a:p>
        </p:txBody>
      </p:sp>
      <p:sp>
        <p:nvSpPr>
          <p:cNvPr id="215" name="Google Shape;215;p21"/>
          <p:cNvSpPr/>
          <p:nvPr/>
        </p:nvSpPr>
        <p:spPr>
          <a:xfrm>
            <a:off x="2642550" y="3602875"/>
            <a:ext cx="1802100" cy="3438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Print “Odd”</a:t>
            </a:r>
            <a:endParaRPr sz="1200"/>
          </a:p>
        </p:txBody>
      </p:sp>
      <p:cxnSp>
        <p:nvCxnSpPr>
          <p:cNvPr id="216" name="Google Shape;216;p21"/>
          <p:cNvCxnSpPr>
            <a:stCxn id="204" idx="3"/>
            <a:endCxn id="215" idx="0"/>
          </p:cNvCxnSpPr>
          <p:nvPr/>
        </p:nvCxnSpPr>
        <p:spPr>
          <a:xfrm>
            <a:off x="3444100" y="3093600"/>
            <a:ext cx="99600" cy="509400"/>
          </a:xfrm>
          <a:prstGeom prst="bentConnector2">
            <a:avLst/>
          </a:prstGeom>
          <a:noFill/>
          <a:ln cap="flat" cmpd="sng" w="9525">
            <a:solidFill>
              <a:schemeClr val="dk2"/>
            </a:solidFill>
            <a:prstDash val="solid"/>
            <a:round/>
            <a:headEnd len="med" w="med" type="none"/>
            <a:tailEnd len="med" w="med" type="triangle"/>
          </a:ln>
        </p:spPr>
      </p:cxnSp>
      <p:cxnSp>
        <p:nvCxnSpPr>
          <p:cNvPr id="217" name="Google Shape;217;p21"/>
          <p:cNvCxnSpPr>
            <a:endCxn id="207" idx="6"/>
          </p:cNvCxnSpPr>
          <p:nvPr/>
        </p:nvCxnSpPr>
        <p:spPr>
          <a:xfrm flipH="1">
            <a:off x="2539138" y="3948075"/>
            <a:ext cx="1342200" cy="281400"/>
          </a:xfrm>
          <a:prstGeom prst="bentConnector3">
            <a:avLst>
              <a:gd fmla="val -608" name="adj1"/>
            </a:avLst>
          </a:prstGeom>
          <a:noFill/>
          <a:ln cap="flat" cmpd="sng" w="9525">
            <a:solidFill>
              <a:schemeClr val="dk2"/>
            </a:solidFill>
            <a:prstDash val="solid"/>
            <a:round/>
            <a:headEnd len="med" w="med" type="none"/>
            <a:tailEnd len="med" w="med" type="triangle"/>
          </a:ln>
        </p:spPr>
      </p:cxnSp>
      <p:sp>
        <p:nvSpPr>
          <p:cNvPr id="218" name="Google Shape;218;p21"/>
          <p:cNvSpPr txBox="1"/>
          <p:nvPr>
            <p:ph idx="1" type="body"/>
          </p:nvPr>
        </p:nvSpPr>
        <p:spPr>
          <a:xfrm>
            <a:off x="311700" y="971900"/>
            <a:ext cx="8477700" cy="666600"/>
          </a:xfrm>
          <a:prstGeom prst="rect">
            <a:avLst/>
          </a:prstGeom>
        </p:spPr>
        <p:txBody>
          <a:bodyPr anchorCtr="0" anchor="ctr" bIns="91425" lIns="91425" spcFirstLastPara="1" rIns="91425" wrap="square" tIns="91425">
            <a:normAutofit/>
          </a:bodyPr>
          <a:lstStyle/>
          <a:p>
            <a:pPr indent="0" lvl="0" marL="0" rtl="0" algn="l">
              <a:lnSpc>
                <a:spcPct val="100000"/>
              </a:lnSpc>
              <a:spcBef>
                <a:spcPts val="0"/>
              </a:spcBef>
              <a:spcAft>
                <a:spcPts val="0"/>
              </a:spcAft>
              <a:buNone/>
            </a:pPr>
            <a:r>
              <a:rPr lang="en" sz="1600">
                <a:solidFill>
                  <a:schemeClr val="dk1"/>
                </a:solidFill>
              </a:rPr>
              <a:t>Print “Even” or “Odd” based on user given input.</a:t>
            </a:r>
            <a:endParaRPr sz="1600">
              <a:solidFill>
                <a:schemeClr val="dk1"/>
              </a:solidFill>
            </a:endParaRPr>
          </a:p>
          <a:p>
            <a:pPr indent="0" lvl="0" marL="0" rtl="0" algn="l">
              <a:spcBef>
                <a:spcPts val="0"/>
              </a:spcBef>
              <a:spcAft>
                <a:spcPts val="1200"/>
              </a:spcAft>
              <a:buNone/>
            </a:pPr>
            <a:r>
              <a:t/>
            </a:r>
            <a:endParaRPr sz="14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2"/>
          <p:cNvSpPr txBox="1"/>
          <p:nvPr>
            <p:ph type="title"/>
          </p:nvPr>
        </p:nvSpPr>
        <p:spPr>
          <a:xfrm>
            <a:off x="311700" y="5212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a:t>
            </a:r>
            <a:r>
              <a:rPr lang="en"/>
              <a:t>f - else if - else Multiple Selection Statements</a:t>
            </a:r>
            <a:endParaRPr/>
          </a:p>
        </p:txBody>
      </p:sp>
      <p:sp>
        <p:nvSpPr>
          <p:cNvPr id="224" name="Google Shape;224;p22"/>
          <p:cNvSpPr txBox="1"/>
          <p:nvPr>
            <p:ph idx="1" type="body"/>
          </p:nvPr>
        </p:nvSpPr>
        <p:spPr>
          <a:xfrm>
            <a:off x="311700" y="1152475"/>
            <a:ext cx="8365500" cy="2480100"/>
          </a:xfrm>
          <a:prstGeom prst="rect">
            <a:avLst/>
          </a:prstGeom>
        </p:spPr>
        <p:txBody>
          <a:bodyPr anchorCtr="0" anchor="t" bIns="91425" lIns="91425" spcFirstLastPara="1" rIns="91425" wrap="square" tIns="91425">
            <a:normAutofit/>
          </a:bodyPr>
          <a:lstStyle/>
          <a:p>
            <a:pPr indent="-330200" lvl="0" marL="457200" rtl="0" algn="l">
              <a:lnSpc>
                <a:spcPct val="150000"/>
              </a:lnSpc>
              <a:spcBef>
                <a:spcPts val="0"/>
              </a:spcBef>
              <a:spcAft>
                <a:spcPts val="0"/>
              </a:spcAft>
              <a:buClr>
                <a:schemeClr val="dk1"/>
              </a:buClr>
              <a:buSzPts val="1600"/>
              <a:buChar char="●"/>
            </a:pPr>
            <a:r>
              <a:rPr lang="en" sz="1600">
                <a:solidFill>
                  <a:schemeClr val="dk1"/>
                </a:solidFill>
              </a:rPr>
              <a:t>Follows top down approach.</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 sz="1600">
                <a:solidFill>
                  <a:schemeClr val="dk1"/>
                </a:solidFill>
              </a:rPr>
              <a:t>There can be multiple else if conditions.</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 sz="1600">
                <a:solidFill>
                  <a:schemeClr val="dk1"/>
                </a:solidFill>
              </a:rPr>
              <a:t>e</a:t>
            </a:r>
            <a:r>
              <a:rPr lang="en" sz="1600">
                <a:solidFill>
                  <a:schemeClr val="dk1"/>
                </a:solidFill>
              </a:rPr>
              <a:t>lse if and else cannot exist without if condition.</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 sz="1600">
                <a:solidFill>
                  <a:schemeClr val="dk1"/>
                </a:solidFill>
              </a:rPr>
              <a:t>Only the first True conditional block executed</a:t>
            </a:r>
            <a:r>
              <a:rPr lang="en" sz="1600">
                <a:solidFill>
                  <a:schemeClr val="dk1"/>
                </a:solidFill>
              </a:rPr>
              <a:t>. Following conditions are not checked.</a:t>
            </a:r>
            <a:endParaRPr sz="1600">
              <a:solidFill>
                <a:schemeClr val="dk1"/>
              </a:solidFill>
            </a:endParaRPr>
          </a:p>
          <a:p>
            <a:pPr indent="-330200" lvl="1" marL="914400" rtl="0" algn="l">
              <a:lnSpc>
                <a:spcPct val="150000"/>
              </a:lnSpc>
              <a:spcBef>
                <a:spcPts val="0"/>
              </a:spcBef>
              <a:spcAft>
                <a:spcPts val="0"/>
              </a:spcAft>
              <a:buClr>
                <a:schemeClr val="dk1"/>
              </a:buClr>
              <a:buSzPts val="1600"/>
              <a:buChar char="○"/>
            </a:pPr>
            <a:r>
              <a:rPr lang="en" sz="1600">
                <a:solidFill>
                  <a:srgbClr val="0028FF"/>
                </a:solidFill>
              </a:rPr>
              <a:t>Use of elif/ else</a:t>
            </a:r>
            <a:r>
              <a:rPr lang="en" sz="1600">
                <a:solidFill>
                  <a:schemeClr val="dk1"/>
                </a:solidFill>
              </a:rPr>
              <a:t>: Evaluating other conditions after if statement.</a:t>
            </a:r>
            <a:endParaRPr sz="16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8" name="Shape 228"/>
        <p:cNvGrpSpPr/>
        <p:nvPr/>
      </p:nvGrpSpPr>
      <p:grpSpPr>
        <a:xfrm>
          <a:off x="0" y="0"/>
          <a:ext cx="0" cy="0"/>
          <a:chOff x="0" y="0"/>
          <a:chExt cx="0" cy="0"/>
        </a:xfrm>
      </p:grpSpPr>
      <p:sp>
        <p:nvSpPr>
          <p:cNvPr id="229" name="Google Shape;229;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if - else if - else Multiple Selection Statements (Contd)</a:t>
            </a:r>
            <a:endParaRPr/>
          </a:p>
        </p:txBody>
      </p:sp>
      <p:sp>
        <p:nvSpPr>
          <p:cNvPr id="230" name="Google Shape;230;p23"/>
          <p:cNvSpPr txBox="1"/>
          <p:nvPr/>
        </p:nvSpPr>
        <p:spPr>
          <a:xfrm>
            <a:off x="4939275" y="1386825"/>
            <a:ext cx="4031700" cy="3109200"/>
          </a:xfrm>
          <a:prstGeom prst="rect">
            <a:avLst/>
          </a:prstGeom>
          <a:solidFill>
            <a:srgbClr val="EEEEEE"/>
          </a:solidFill>
          <a:ln cap="flat" cmpd="sng" w="952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292100" lvl="0" marL="457200" rtl="0" algn="l">
              <a:lnSpc>
                <a:spcPct val="150000"/>
              </a:lnSpc>
              <a:spcBef>
                <a:spcPts val="0"/>
              </a:spcBef>
              <a:spcAft>
                <a:spcPts val="0"/>
              </a:spcAft>
              <a:buSzPts val="1000"/>
              <a:buFont typeface="Courier New"/>
              <a:buAutoNum type="arabicPeriod"/>
            </a:pPr>
            <a:r>
              <a:rPr lang="en" sz="1000">
                <a:solidFill>
                  <a:srgbClr val="0000FF"/>
                </a:solidFill>
                <a:latin typeface="Courier New"/>
                <a:ea typeface="Courier New"/>
                <a:cs typeface="Courier New"/>
                <a:sym typeface="Courier New"/>
              </a:rPr>
              <a:t>class</a:t>
            </a:r>
            <a:r>
              <a:rPr lang="en" sz="1000">
                <a:latin typeface="Courier New"/>
                <a:ea typeface="Courier New"/>
                <a:cs typeface="Courier New"/>
                <a:sym typeface="Courier New"/>
              </a:rPr>
              <a:t> multiBranching {</a:t>
            </a:r>
            <a:endParaRPr sz="1000">
              <a:solidFill>
                <a:schemeClr val="dk1"/>
              </a:solidFill>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solidFill>
                  <a:srgbClr val="0000FF"/>
                </a:solidFill>
                <a:latin typeface="Courier New"/>
                <a:ea typeface="Courier New"/>
                <a:cs typeface="Courier New"/>
                <a:sym typeface="Courier New"/>
              </a:rPr>
              <a:t>   public</a:t>
            </a:r>
            <a:r>
              <a:rPr lang="en" sz="1000">
                <a:solidFill>
                  <a:srgbClr val="000000"/>
                </a:solidFill>
                <a:latin typeface="Courier New"/>
                <a:ea typeface="Courier New"/>
                <a:cs typeface="Courier New"/>
                <a:sym typeface="Courier New"/>
              </a:rPr>
              <a:t> </a:t>
            </a:r>
            <a:r>
              <a:rPr lang="en" sz="1000">
                <a:solidFill>
                  <a:srgbClr val="0000FF"/>
                </a:solidFill>
                <a:latin typeface="Courier New"/>
                <a:ea typeface="Courier New"/>
                <a:cs typeface="Courier New"/>
                <a:sym typeface="Courier New"/>
              </a:rPr>
              <a:t>static</a:t>
            </a:r>
            <a:r>
              <a:rPr lang="en" sz="1000">
                <a:solidFill>
                  <a:srgbClr val="000000"/>
                </a:solidFill>
                <a:latin typeface="Courier New"/>
                <a:ea typeface="Courier New"/>
                <a:cs typeface="Courier New"/>
                <a:sym typeface="Courier New"/>
              </a:rPr>
              <a:t> void main (String[] args) {</a:t>
            </a:r>
            <a:endParaRPr sz="1000">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highlight>
                  <a:schemeClr val="lt2"/>
                </a:highlight>
                <a:latin typeface="Courier New"/>
                <a:ea typeface="Courier New"/>
                <a:cs typeface="Courier New"/>
                <a:sym typeface="Courier New"/>
              </a:rPr>
              <a:t>        </a:t>
            </a:r>
            <a:r>
              <a:rPr lang="en" sz="1000">
                <a:solidFill>
                  <a:srgbClr val="0000FF"/>
                </a:solidFill>
                <a:highlight>
                  <a:schemeClr val="lt2"/>
                </a:highlight>
                <a:latin typeface="Courier New"/>
                <a:ea typeface="Courier New"/>
                <a:cs typeface="Courier New"/>
                <a:sym typeface="Courier New"/>
              </a:rPr>
              <a:t>if</a:t>
            </a:r>
            <a:r>
              <a:rPr lang="en" sz="1000">
                <a:highlight>
                  <a:schemeClr val="lt2"/>
                </a:highlight>
                <a:latin typeface="Courier New"/>
                <a:ea typeface="Courier New"/>
                <a:cs typeface="Courier New"/>
                <a:sym typeface="Courier New"/>
              </a:rPr>
              <a:t> (condition) {</a:t>
            </a:r>
            <a:endParaRPr sz="1000">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highlight>
                  <a:schemeClr val="lt2"/>
                </a:highlight>
                <a:latin typeface="Courier New"/>
                <a:ea typeface="Courier New"/>
                <a:cs typeface="Courier New"/>
                <a:sym typeface="Courier New"/>
              </a:rPr>
              <a:t>            </a:t>
            </a:r>
            <a:r>
              <a:rPr lang="en" sz="1000">
                <a:highlight>
                  <a:srgbClr val="FFFF00"/>
                </a:highlight>
                <a:latin typeface="Courier New"/>
                <a:ea typeface="Courier New"/>
                <a:cs typeface="Courier New"/>
                <a:sym typeface="Courier New"/>
              </a:rPr>
              <a:t>if condition block</a:t>
            </a:r>
            <a:r>
              <a:rPr lang="en" sz="1000">
                <a:highlight>
                  <a:schemeClr val="lt2"/>
                </a:highlight>
                <a:latin typeface="Courier New"/>
                <a:ea typeface="Courier New"/>
                <a:cs typeface="Courier New"/>
                <a:sym typeface="Courier New"/>
              </a:rPr>
              <a:t>;</a:t>
            </a:r>
            <a:endParaRPr sz="1000">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highlight>
                  <a:schemeClr val="lt2"/>
                </a:highlight>
                <a:latin typeface="Courier New"/>
                <a:ea typeface="Courier New"/>
                <a:cs typeface="Courier New"/>
                <a:sym typeface="Courier New"/>
              </a:rPr>
              <a:t>        }</a:t>
            </a:r>
            <a:endParaRPr sz="1000">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highlight>
                  <a:schemeClr val="lt2"/>
                </a:highlight>
                <a:latin typeface="Courier New"/>
                <a:ea typeface="Courier New"/>
                <a:cs typeface="Courier New"/>
                <a:sym typeface="Courier New"/>
              </a:rPr>
              <a:t>        </a:t>
            </a:r>
            <a:r>
              <a:rPr lang="en" sz="1000">
                <a:solidFill>
                  <a:srgbClr val="0028FF"/>
                </a:solidFill>
                <a:highlight>
                  <a:schemeClr val="lt2"/>
                </a:highlight>
                <a:latin typeface="Courier New"/>
                <a:ea typeface="Courier New"/>
                <a:cs typeface="Courier New"/>
                <a:sym typeface="Courier New"/>
              </a:rPr>
              <a:t>else if </a:t>
            </a:r>
            <a:r>
              <a:rPr lang="en" sz="1000">
                <a:solidFill>
                  <a:schemeClr val="dk1"/>
                </a:solidFill>
                <a:highlight>
                  <a:schemeClr val="lt2"/>
                </a:highlight>
                <a:latin typeface="Courier New"/>
                <a:ea typeface="Courier New"/>
                <a:cs typeface="Courier New"/>
                <a:sym typeface="Courier New"/>
              </a:rPr>
              <a:t>(condition) {</a:t>
            </a:r>
            <a:endParaRPr sz="1000">
              <a:solidFill>
                <a:schemeClr val="dk1"/>
              </a:solidFill>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Clr>
                <a:schemeClr val="dk1"/>
              </a:buClr>
              <a:buSzPts val="1000"/>
              <a:buFont typeface="Courier New"/>
              <a:buAutoNum type="arabicPeriod"/>
            </a:pPr>
            <a:r>
              <a:rPr lang="en" sz="1000">
                <a:solidFill>
                  <a:schemeClr val="dk1"/>
                </a:solidFill>
                <a:highlight>
                  <a:schemeClr val="lt2"/>
                </a:highlight>
                <a:latin typeface="Courier New"/>
                <a:ea typeface="Courier New"/>
                <a:cs typeface="Courier New"/>
                <a:sym typeface="Courier New"/>
              </a:rPr>
              <a:t>            </a:t>
            </a:r>
            <a:r>
              <a:rPr lang="en" sz="1000">
                <a:solidFill>
                  <a:schemeClr val="dk1"/>
                </a:solidFill>
                <a:highlight>
                  <a:srgbClr val="FFFD00"/>
                </a:highlight>
                <a:latin typeface="Courier New"/>
                <a:ea typeface="Courier New"/>
                <a:cs typeface="Courier New"/>
                <a:sym typeface="Courier New"/>
              </a:rPr>
              <a:t>else if condition block</a:t>
            </a:r>
            <a:r>
              <a:rPr lang="en" sz="1000">
                <a:solidFill>
                  <a:schemeClr val="dk1"/>
                </a:solidFill>
                <a:highlight>
                  <a:schemeClr val="lt2"/>
                </a:highlight>
                <a:latin typeface="Courier New"/>
                <a:ea typeface="Courier New"/>
                <a:cs typeface="Courier New"/>
                <a:sym typeface="Courier New"/>
              </a:rPr>
              <a:t>;</a:t>
            </a:r>
            <a:endParaRPr sz="1000">
              <a:solidFill>
                <a:schemeClr val="dk1"/>
              </a:solidFill>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Clr>
                <a:schemeClr val="dk1"/>
              </a:buClr>
              <a:buSzPts val="1000"/>
              <a:buFont typeface="Courier New"/>
              <a:buAutoNum type="arabicPeriod"/>
            </a:pPr>
            <a:r>
              <a:rPr lang="en" sz="1000">
                <a:solidFill>
                  <a:schemeClr val="dk1"/>
                </a:solidFill>
                <a:highlight>
                  <a:schemeClr val="lt2"/>
                </a:highlight>
                <a:latin typeface="Courier New"/>
                <a:ea typeface="Courier New"/>
                <a:cs typeface="Courier New"/>
                <a:sym typeface="Courier New"/>
              </a:rPr>
              <a:t>        }</a:t>
            </a:r>
            <a:endParaRPr sz="1000">
              <a:solidFill>
                <a:schemeClr val="dk1"/>
              </a:solidFill>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highlight>
                  <a:schemeClr val="lt2"/>
                </a:highlight>
                <a:latin typeface="Courier New"/>
                <a:ea typeface="Courier New"/>
                <a:cs typeface="Courier New"/>
                <a:sym typeface="Courier New"/>
              </a:rPr>
              <a:t>        </a:t>
            </a:r>
            <a:r>
              <a:rPr lang="en" sz="1000">
                <a:solidFill>
                  <a:srgbClr val="0028FF"/>
                </a:solidFill>
                <a:highlight>
                  <a:schemeClr val="lt2"/>
                </a:highlight>
                <a:latin typeface="Courier New"/>
                <a:ea typeface="Courier New"/>
                <a:cs typeface="Courier New"/>
                <a:sym typeface="Courier New"/>
              </a:rPr>
              <a:t>else </a:t>
            </a:r>
            <a:r>
              <a:rPr lang="en" sz="1000">
                <a:highlight>
                  <a:schemeClr val="lt2"/>
                </a:highlight>
                <a:latin typeface="Courier New"/>
                <a:ea typeface="Courier New"/>
                <a:cs typeface="Courier New"/>
                <a:sym typeface="Courier New"/>
              </a:rPr>
              <a:t>{</a:t>
            </a:r>
            <a:endParaRPr sz="1000">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highlight>
                  <a:schemeClr val="lt2"/>
                </a:highlight>
                <a:latin typeface="Courier New"/>
                <a:ea typeface="Courier New"/>
                <a:cs typeface="Courier New"/>
                <a:sym typeface="Courier New"/>
              </a:rPr>
              <a:t>            </a:t>
            </a:r>
            <a:r>
              <a:rPr lang="en" sz="1000">
                <a:highlight>
                  <a:srgbClr val="FFFD00"/>
                </a:highlight>
                <a:latin typeface="Courier New"/>
                <a:ea typeface="Courier New"/>
                <a:cs typeface="Courier New"/>
                <a:sym typeface="Courier New"/>
              </a:rPr>
              <a:t>else condition block</a:t>
            </a:r>
            <a:r>
              <a:rPr lang="en" sz="1000">
                <a:highlight>
                  <a:schemeClr val="lt2"/>
                </a:highlight>
                <a:latin typeface="Courier New"/>
                <a:ea typeface="Courier New"/>
                <a:cs typeface="Courier New"/>
                <a:sym typeface="Courier New"/>
              </a:rPr>
              <a:t>;</a:t>
            </a:r>
            <a:endParaRPr sz="1000">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highlight>
                  <a:schemeClr val="lt2"/>
                </a:highlight>
                <a:latin typeface="Courier New"/>
                <a:ea typeface="Courier New"/>
                <a:cs typeface="Courier New"/>
                <a:sym typeface="Courier New"/>
              </a:rPr>
              <a:t>        }</a:t>
            </a:r>
            <a:endParaRPr sz="1000">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solidFill>
                  <a:srgbClr val="0000FF"/>
                </a:solidFill>
                <a:latin typeface="Courier New"/>
                <a:ea typeface="Courier New"/>
                <a:cs typeface="Courier New"/>
                <a:sym typeface="Courier New"/>
              </a:rPr>
              <a:t>    </a:t>
            </a:r>
            <a:r>
              <a:rPr lang="en" sz="1000">
                <a:solidFill>
                  <a:srgbClr val="000000"/>
                </a:solidFill>
                <a:latin typeface="Courier New"/>
                <a:ea typeface="Courier New"/>
                <a:cs typeface="Courier New"/>
                <a:sym typeface="Courier New"/>
              </a:rPr>
              <a:t>}</a:t>
            </a:r>
            <a:endParaRPr sz="1000">
              <a:solidFill>
                <a:srgbClr val="000000"/>
              </a:solidFill>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solidFill>
                  <a:srgbClr val="000000"/>
                </a:solidFill>
                <a:latin typeface="Courier New"/>
                <a:ea typeface="Courier New"/>
                <a:cs typeface="Courier New"/>
                <a:sym typeface="Courier New"/>
              </a:rPr>
              <a:t>}</a:t>
            </a:r>
            <a:endParaRPr sz="1000">
              <a:latin typeface="Courier New"/>
              <a:ea typeface="Courier New"/>
              <a:cs typeface="Courier New"/>
              <a:sym typeface="Courier New"/>
            </a:endParaRPr>
          </a:p>
        </p:txBody>
      </p:sp>
      <p:sp>
        <p:nvSpPr>
          <p:cNvPr id="231" name="Google Shape;231;p23"/>
          <p:cNvSpPr/>
          <p:nvPr/>
        </p:nvSpPr>
        <p:spPr>
          <a:xfrm>
            <a:off x="1538700" y="1178900"/>
            <a:ext cx="806544" cy="275994"/>
          </a:xfrm>
          <a:prstGeom prst="flowChartTermina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rgbClr val="000000"/>
                </a:solidFill>
              </a:rPr>
              <a:t>START</a:t>
            </a:r>
            <a:endParaRPr sz="1300"/>
          </a:p>
        </p:txBody>
      </p:sp>
      <p:sp>
        <p:nvSpPr>
          <p:cNvPr id="232" name="Google Shape;232;p23"/>
          <p:cNvSpPr/>
          <p:nvPr/>
        </p:nvSpPr>
        <p:spPr>
          <a:xfrm>
            <a:off x="1741675" y="4650975"/>
            <a:ext cx="880794" cy="275994"/>
          </a:xfrm>
          <a:prstGeom prst="flowChartTermina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rgbClr val="000000"/>
                </a:solidFill>
              </a:rPr>
              <a:t>END</a:t>
            </a:r>
            <a:endParaRPr sz="1300"/>
          </a:p>
        </p:txBody>
      </p:sp>
      <p:sp>
        <p:nvSpPr>
          <p:cNvPr id="233" name="Google Shape;233;p23"/>
          <p:cNvSpPr/>
          <p:nvPr/>
        </p:nvSpPr>
        <p:spPr>
          <a:xfrm>
            <a:off x="938050" y="1630938"/>
            <a:ext cx="1999800" cy="6183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t>if Condition</a:t>
            </a:r>
            <a:endParaRPr sz="1300"/>
          </a:p>
        </p:txBody>
      </p:sp>
      <p:sp>
        <p:nvSpPr>
          <p:cNvPr id="234" name="Google Shape;234;p23"/>
          <p:cNvSpPr/>
          <p:nvPr/>
        </p:nvSpPr>
        <p:spPr>
          <a:xfrm>
            <a:off x="166075" y="2569942"/>
            <a:ext cx="1168200" cy="4605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t>if block / scope</a:t>
            </a:r>
            <a:endParaRPr sz="1300"/>
          </a:p>
        </p:txBody>
      </p:sp>
      <p:cxnSp>
        <p:nvCxnSpPr>
          <p:cNvPr id="235" name="Google Shape;235;p23"/>
          <p:cNvCxnSpPr>
            <a:stCxn id="231" idx="2"/>
            <a:endCxn id="233" idx="0"/>
          </p:cNvCxnSpPr>
          <p:nvPr/>
        </p:nvCxnSpPr>
        <p:spPr>
          <a:xfrm flipH="1">
            <a:off x="1938072" y="1454894"/>
            <a:ext cx="3900" cy="176100"/>
          </a:xfrm>
          <a:prstGeom prst="straightConnector1">
            <a:avLst/>
          </a:prstGeom>
          <a:noFill/>
          <a:ln cap="flat" cmpd="sng" w="9525">
            <a:solidFill>
              <a:schemeClr val="dk2"/>
            </a:solidFill>
            <a:prstDash val="solid"/>
            <a:round/>
            <a:headEnd len="med" w="med" type="none"/>
            <a:tailEnd len="med" w="med" type="triangle"/>
          </a:ln>
        </p:spPr>
      </p:cxnSp>
      <p:cxnSp>
        <p:nvCxnSpPr>
          <p:cNvPr id="236" name="Google Shape;236;p23"/>
          <p:cNvCxnSpPr>
            <a:stCxn id="233" idx="1"/>
            <a:endCxn id="234" idx="0"/>
          </p:cNvCxnSpPr>
          <p:nvPr/>
        </p:nvCxnSpPr>
        <p:spPr>
          <a:xfrm flipH="1">
            <a:off x="750250" y="1940088"/>
            <a:ext cx="187800" cy="630000"/>
          </a:xfrm>
          <a:prstGeom prst="bentConnector2">
            <a:avLst/>
          </a:prstGeom>
          <a:noFill/>
          <a:ln cap="flat" cmpd="sng" w="9525">
            <a:solidFill>
              <a:schemeClr val="dk2"/>
            </a:solidFill>
            <a:prstDash val="solid"/>
            <a:round/>
            <a:headEnd len="med" w="med" type="none"/>
            <a:tailEnd len="med" w="med" type="stealth"/>
          </a:ln>
        </p:spPr>
      </p:cxnSp>
      <p:cxnSp>
        <p:nvCxnSpPr>
          <p:cNvPr id="237" name="Google Shape;237;p23"/>
          <p:cNvCxnSpPr>
            <a:stCxn id="233" idx="3"/>
            <a:endCxn id="238" idx="0"/>
          </p:cNvCxnSpPr>
          <p:nvPr/>
        </p:nvCxnSpPr>
        <p:spPr>
          <a:xfrm>
            <a:off x="2937850" y="1940088"/>
            <a:ext cx="109500" cy="426000"/>
          </a:xfrm>
          <a:prstGeom prst="bentConnector2">
            <a:avLst/>
          </a:prstGeom>
          <a:noFill/>
          <a:ln cap="flat" cmpd="sng" w="9525">
            <a:solidFill>
              <a:schemeClr val="dk2"/>
            </a:solidFill>
            <a:prstDash val="solid"/>
            <a:round/>
            <a:headEnd len="med" w="med" type="none"/>
            <a:tailEnd len="med" w="med" type="stealth"/>
          </a:ln>
        </p:spPr>
      </p:cxnSp>
      <p:sp>
        <p:nvSpPr>
          <p:cNvPr id="239" name="Google Shape;239;p23"/>
          <p:cNvSpPr/>
          <p:nvPr/>
        </p:nvSpPr>
        <p:spPr>
          <a:xfrm>
            <a:off x="1992028" y="3895800"/>
            <a:ext cx="379500" cy="3381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0" name="Google Shape;240;p23"/>
          <p:cNvCxnSpPr>
            <a:stCxn id="234" idx="4"/>
            <a:endCxn id="239" idx="2"/>
          </p:cNvCxnSpPr>
          <p:nvPr/>
        </p:nvCxnSpPr>
        <p:spPr>
          <a:xfrm flipH="1" rot="-5400000">
            <a:off x="853975" y="2926642"/>
            <a:ext cx="1034400" cy="1242000"/>
          </a:xfrm>
          <a:prstGeom prst="bentConnector2">
            <a:avLst/>
          </a:prstGeom>
          <a:noFill/>
          <a:ln cap="flat" cmpd="sng" w="9525">
            <a:solidFill>
              <a:schemeClr val="dk2"/>
            </a:solidFill>
            <a:prstDash val="solid"/>
            <a:round/>
            <a:headEnd len="med" w="med" type="none"/>
            <a:tailEnd len="med" w="med" type="stealth"/>
          </a:ln>
        </p:spPr>
      </p:cxnSp>
      <p:cxnSp>
        <p:nvCxnSpPr>
          <p:cNvPr id="241" name="Google Shape;241;p23"/>
          <p:cNvCxnSpPr>
            <a:stCxn id="239" idx="4"/>
            <a:endCxn id="232" idx="0"/>
          </p:cNvCxnSpPr>
          <p:nvPr/>
        </p:nvCxnSpPr>
        <p:spPr>
          <a:xfrm flipH="1" rot="-5400000">
            <a:off x="1973578" y="4442100"/>
            <a:ext cx="417000" cy="600"/>
          </a:xfrm>
          <a:prstGeom prst="bentConnector3">
            <a:avLst>
              <a:gd fmla="val 50009" name="adj1"/>
            </a:avLst>
          </a:prstGeom>
          <a:noFill/>
          <a:ln cap="flat" cmpd="sng" w="9525">
            <a:solidFill>
              <a:schemeClr val="dk2"/>
            </a:solidFill>
            <a:prstDash val="solid"/>
            <a:round/>
            <a:headEnd len="med" w="med" type="none"/>
            <a:tailEnd len="med" w="med" type="stealth"/>
          </a:ln>
        </p:spPr>
      </p:cxnSp>
      <p:sp>
        <p:nvSpPr>
          <p:cNvPr id="242" name="Google Shape;242;p23"/>
          <p:cNvSpPr txBox="1"/>
          <p:nvPr/>
        </p:nvSpPr>
        <p:spPr>
          <a:xfrm>
            <a:off x="578513" y="1669491"/>
            <a:ext cx="6612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t>TRUE</a:t>
            </a:r>
            <a:endParaRPr b="1" sz="1000"/>
          </a:p>
        </p:txBody>
      </p:sp>
      <p:sp>
        <p:nvSpPr>
          <p:cNvPr id="243" name="Google Shape;243;p23"/>
          <p:cNvSpPr txBox="1"/>
          <p:nvPr/>
        </p:nvSpPr>
        <p:spPr>
          <a:xfrm>
            <a:off x="2786540" y="1669491"/>
            <a:ext cx="6612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t>FALSE</a:t>
            </a:r>
            <a:endParaRPr b="1" sz="1000"/>
          </a:p>
        </p:txBody>
      </p:sp>
      <p:sp>
        <p:nvSpPr>
          <p:cNvPr id="238" name="Google Shape;238;p23"/>
          <p:cNvSpPr/>
          <p:nvPr/>
        </p:nvSpPr>
        <p:spPr>
          <a:xfrm>
            <a:off x="2073700" y="2366200"/>
            <a:ext cx="1947300" cy="6183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t>else if Condition</a:t>
            </a:r>
            <a:endParaRPr sz="1300"/>
          </a:p>
        </p:txBody>
      </p:sp>
      <p:sp>
        <p:nvSpPr>
          <p:cNvPr id="244" name="Google Shape;244;p23"/>
          <p:cNvSpPr/>
          <p:nvPr/>
        </p:nvSpPr>
        <p:spPr>
          <a:xfrm>
            <a:off x="1486675" y="3064563"/>
            <a:ext cx="1390200" cy="4605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t>else if block / scope</a:t>
            </a:r>
            <a:endParaRPr sz="1300"/>
          </a:p>
        </p:txBody>
      </p:sp>
      <p:cxnSp>
        <p:nvCxnSpPr>
          <p:cNvPr id="245" name="Google Shape;245;p23"/>
          <p:cNvCxnSpPr>
            <a:stCxn id="244" idx="4"/>
            <a:endCxn id="239" idx="0"/>
          </p:cNvCxnSpPr>
          <p:nvPr/>
        </p:nvCxnSpPr>
        <p:spPr>
          <a:xfrm flipH="1" rot="-5400000">
            <a:off x="1996675" y="3710163"/>
            <a:ext cx="370800" cy="600"/>
          </a:xfrm>
          <a:prstGeom prst="bentConnector3">
            <a:avLst>
              <a:gd fmla="val 49992" name="adj1"/>
            </a:avLst>
          </a:prstGeom>
          <a:noFill/>
          <a:ln cap="flat" cmpd="sng" w="9525">
            <a:solidFill>
              <a:schemeClr val="dk2"/>
            </a:solidFill>
            <a:prstDash val="solid"/>
            <a:round/>
            <a:headEnd len="med" w="med" type="none"/>
            <a:tailEnd len="med" w="med" type="stealth"/>
          </a:ln>
        </p:spPr>
      </p:cxnSp>
      <p:sp>
        <p:nvSpPr>
          <p:cNvPr id="246" name="Google Shape;246;p23"/>
          <p:cNvSpPr/>
          <p:nvPr/>
        </p:nvSpPr>
        <p:spPr>
          <a:xfrm>
            <a:off x="3147850" y="3049650"/>
            <a:ext cx="1345800" cy="4605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t>else block / scope</a:t>
            </a:r>
            <a:endParaRPr sz="1300"/>
          </a:p>
        </p:txBody>
      </p:sp>
      <p:sp>
        <p:nvSpPr>
          <p:cNvPr id="247" name="Google Shape;247;p23"/>
          <p:cNvSpPr txBox="1"/>
          <p:nvPr/>
        </p:nvSpPr>
        <p:spPr>
          <a:xfrm>
            <a:off x="4021000" y="2707050"/>
            <a:ext cx="6612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t>FALSE</a:t>
            </a:r>
            <a:endParaRPr b="1" sz="1000"/>
          </a:p>
        </p:txBody>
      </p:sp>
      <p:sp>
        <p:nvSpPr>
          <p:cNvPr id="248" name="Google Shape;248;p23"/>
          <p:cNvSpPr txBox="1"/>
          <p:nvPr/>
        </p:nvSpPr>
        <p:spPr>
          <a:xfrm>
            <a:off x="1486687" y="2707050"/>
            <a:ext cx="589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t>TRUE</a:t>
            </a:r>
            <a:endParaRPr b="1" sz="1000"/>
          </a:p>
        </p:txBody>
      </p:sp>
      <p:cxnSp>
        <p:nvCxnSpPr>
          <p:cNvPr id="249" name="Google Shape;249;p23"/>
          <p:cNvCxnSpPr>
            <a:stCxn id="246" idx="4"/>
            <a:endCxn id="239" idx="6"/>
          </p:cNvCxnSpPr>
          <p:nvPr/>
        </p:nvCxnSpPr>
        <p:spPr>
          <a:xfrm rot="5400000">
            <a:off x="2818750" y="3062850"/>
            <a:ext cx="554700" cy="1449300"/>
          </a:xfrm>
          <a:prstGeom prst="bentConnector2">
            <a:avLst/>
          </a:prstGeom>
          <a:noFill/>
          <a:ln cap="flat" cmpd="sng" w="9525">
            <a:solidFill>
              <a:schemeClr val="dk2"/>
            </a:solidFill>
            <a:prstDash val="solid"/>
            <a:round/>
            <a:headEnd len="med" w="med" type="none"/>
            <a:tailEnd len="med" w="med" type="stealth"/>
          </a:ln>
        </p:spPr>
      </p:cxnSp>
      <p:cxnSp>
        <p:nvCxnSpPr>
          <p:cNvPr id="250" name="Google Shape;250;p23"/>
          <p:cNvCxnSpPr>
            <a:stCxn id="238" idx="1"/>
          </p:cNvCxnSpPr>
          <p:nvPr/>
        </p:nvCxnSpPr>
        <p:spPr>
          <a:xfrm flipH="1">
            <a:off x="2044000" y="2675350"/>
            <a:ext cx="29700" cy="394200"/>
          </a:xfrm>
          <a:prstGeom prst="bentConnector2">
            <a:avLst/>
          </a:prstGeom>
          <a:noFill/>
          <a:ln cap="flat" cmpd="sng" w="9525">
            <a:solidFill>
              <a:schemeClr val="dk2"/>
            </a:solidFill>
            <a:prstDash val="solid"/>
            <a:round/>
            <a:headEnd len="med" w="med" type="none"/>
            <a:tailEnd len="med" w="med" type="stealth"/>
          </a:ln>
        </p:spPr>
      </p:cxnSp>
      <p:cxnSp>
        <p:nvCxnSpPr>
          <p:cNvPr id="251" name="Google Shape;251;p23"/>
          <p:cNvCxnSpPr>
            <a:stCxn id="238" idx="3"/>
          </p:cNvCxnSpPr>
          <p:nvPr/>
        </p:nvCxnSpPr>
        <p:spPr>
          <a:xfrm>
            <a:off x="4021000" y="2675350"/>
            <a:ext cx="0" cy="382500"/>
          </a:xfrm>
          <a:prstGeom prst="straightConnector1">
            <a:avLst/>
          </a:prstGeom>
          <a:noFill/>
          <a:ln cap="flat" cmpd="sng" w="9525">
            <a:solidFill>
              <a:schemeClr val="dk2"/>
            </a:solidFill>
            <a:prstDash val="solid"/>
            <a:round/>
            <a:headEnd len="med" w="med" type="none"/>
            <a:tailEnd len="med" w="med" type="stealth"/>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if - else if - else Multiple Selection Statements (Contd)</a:t>
            </a:r>
            <a:endParaRPr/>
          </a:p>
        </p:txBody>
      </p:sp>
      <p:sp>
        <p:nvSpPr>
          <p:cNvPr id="257" name="Google Shape;257;p24"/>
          <p:cNvSpPr txBox="1"/>
          <p:nvPr/>
        </p:nvSpPr>
        <p:spPr>
          <a:xfrm>
            <a:off x="4939275" y="1386825"/>
            <a:ext cx="3964200" cy="3109200"/>
          </a:xfrm>
          <a:prstGeom prst="rect">
            <a:avLst/>
          </a:prstGeom>
          <a:solidFill>
            <a:srgbClr val="EEEEEE"/>
          </a:solidFill>
          <a:ln cap="flat" cmpd="sng" w="9525">
            <a:solidFill>
              <a:srgbClr val="434343"/>
            </a:solidFill>
            <a:prstDash val="solid"/>
            <a:round/>
            <a:headEnd len="sm" w="sm" type="none"/>
            <a:tailEnd len="sm" w="sm" type="none"/>
          </a:ln>
        </p:spPr>
        <p:txBody>
          <a:bodyPr anchorCtr="0" anchor="t" bIns="91425" lIns="45700" spcFirstLastPara="1" rIns="18275" wrap="square" tIns="91425">
            <a:spAutoFit/>
          </a:bodyPr>
          <a:lstStyle/>
          <a:p>
            <a:pPr indent="-292100" lvl="0" marL="457200" rtl="0" algn="l">
              <a:lnSpc>
                <a:spcPct val="150000"/>
              </a:lnSpc>
              <a:spcBef>
                <a:spcPts val="0"/>
              </a:spcBef>
              <a:spcAft>
                <a:spcPts val="0"/>
              </a:spcAft>
              <a:buSzPts val="1000"/>
              <a:buFont typeface="Courier New"/>
              <a:buAutoNum type="arabicPeriod"/>
            </a:pPr>
            <a:r>
              <a:rPr lang="en" sz="1000">
                <a:solidFill>
                  <a:srgbClr val="0000FF"/>
                </a:solidFill>
                <a:latin typeface="Courier New"/>
                <a:ea typeface="Courier New"/>
                <a:cs typeface="Courier New"/>
                <a:sym typeface="Courier New"/>
              </a:rPr>
              <a:t>class</a:t>
            </a:r>
            <a:r>
              <a:rPr lang="en" sz="1000">
                <a:latin typeface="Courier New"/>
                <a:ea typeface="Courier New"/>
                <a:cs typeface="Courier New"/>
                <a:sym typeface="Courier New"/>
              </a:rPr>
              <a:t> MultiBranching {</a:t>
            </a:r>
            <a:endParaRPr sz="1000">
              <a:solidFill>
                <a:schemeClr val="dk1"/>
              </a:solidFill>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solidFill>
                  <a:srgbClr val="0000FF"/>
                </a:solidFill>
                <a:latin typeface="Courier New"/>
                <a:ea typeface="Courier New"/>
                <a:cs typeface="Courier New"/>
                <a:sym typeface="Courier New"/>
              </a:rPr>
              <a:t>   public</a:t>
            </a:r>
            <a:r>
              <a:rPr lang="en" sz="1000">
                <a:solidFill>
                  <a:srgbClr val="000000"/>
                </a:solidFill>
                <a:latin typeface="Courier New"/>
                <a:ea typeface="Courier New"/>
                <a:cs typeface="Courier New"/>
                <a:sym typeface="Courier New"/>
              </a:rPr>
              <a:t> </a:t>
            </a:r>
            <a:r>
              <a:rPr lang="en" sz="1000">
                <a:solidFill>
                  <a:srgbClr val="0000FF"/>
                </a:solidFill>
                <a:latin typeface="Courier New"/>
                <a:ea typeface="Courier New"/>
                <a:cs typeface="Courier New"/>
                <a:sym typeface="Courier New"/>
              </a:rPr>
              <a:t>static</a:t>
            </a:r>
            <a:r>
              <a:rPr lang="en" sz="1000">
                <a:solidFill>
                  <a:srgbClr val="000000"/>
                </a:solidFill>
                <a:latin typeface="Courier New"/>
                <a:ea typeface="Courier New"/>
                <a:cs typeface="Courier New"/>
                <a:sym typeface="Courier New"/>
              </a:rPr>
              <a:t> void main (String[] args) {</a:t>
            </a:r>
            <a:endParaRPr sz="1000">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highlight>
                  <a:schemeClr val="lt2"/>
                </a:highlight>
                <a:latin typeface="Courier New"/>
                <a:ea typeface="Courier New"/>
                <a:cs typeface="Courier New"/>
                <a:sym typeface="Courier New"/>
              </a:rPr>
              <a:t>        </a:t>
            </a:r>
            <a:r>
              <a:rPr lang="en" sz="1000">
                <a:solidFill>
                  <a:srgbClr val="0000FF"/>
                </a:solidFill>
                <a:highlight>
                  <a:schemeClr val="lt2"/>
                </a:highlight>
                <a:latin typeface="Courier New"/>
                <a:ea typeface="Courier New"/>
                <a:cs typeface="Courier New"/>
                <a:sym typeface="Courier New"/>
              </a:rPr>
              <a:t>if</a:t>
            </a:r>
            <a:r>
              <a:rPr lang="en" sz="1000">
                <a:highlight>
                  <a:schemeClr val="lt2"/>
                </a:highlight>
                <a:latin typeface="Courier New"/>
                <a:ea typeface="Courier New"/>
                <a:cs typeface="Courier New"/>
                <a:sym typeface="Courier New"/>
              </a:rPr>
              <a:t> (condition) {</a:t>
            </a:r>
            <a:endParaRPr sz="1000">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highlight>
                  <a:schemeClr val="lt2"/>
                </a:highlight>
                <a:latin typeface="Courier New"/>
                <a:ea typeface="Courier New"/>
                <a:cs typeface="Courier New"/>
                <a:sym typeface="Courier New"/>
              </a:rPr>
              <a:t>            </a:t>
            </a:r>
            <a:r>
              <a:rPr lang="en" sz="1000">
                <a:highlight>
                  <a:srgbClr val="FFFF00"/>
                </a:highlight>
                <a:latin typeface="Courier New"/>
                <a:ea typeface="Courier New"/>
                <a:cs typeface="Courier New"/>
                <a:sym typeface="Courier New"/>
              </a:rPr>
              <a:t>if condition block</a:t>
            </a:r>
            <a:r>
              <a:rPr lang="en" sz="1000">
                <a:highlight>
                  <a:schemeClr val="lt2"/>
                </a:highlight>
                <a:latin typeface="Courier New"/>
                <a:ea typeface="Courier New"/>
                <a:cs typeface="Courier New"/>
                <a:sym typeface="Courier New"/>
              </a:rPr>
              <a:t>;</a:t>
            </a:r>
            <a:endParaRPr sz="1000">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highlight>
                  <a:schemeClr val="lt2"/>
                </a:highlight>
                <a:latin typeface="Courier New"/>
                <a:ea typeface="Courier New"/>
                <a:cs typeface="Courier New"/>
                <a:sym typeface="Courier New"/>
              </a:rPr>
              <a:t>        }</a:t>
            </a:r>
            <a:endParaRPr sz="1000">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highlight>
                  <a:schemeClr val="lt2"/>
                </a:highlight>
                <a:latin typeface="Courier New"/>
                <a:ea typeface="Courier New"/>
                <a:cs typeface="Courier New"/>
                <a:sym typeface="Courier New"/>
              </a:rPr>
              <a:t>        </a:t>
            </a:r>
            <a:r>
              <a:rPr lang="en" sz="1000">
                <a:solidFill>
                  <a:srgbClr val="0028FF"/>
                </a:solidFill>
                <a:highlight>
                  <a:schemeClr val="lt2"/>
                </a:highlight>
                <a:latin typeface="Courier New"/>
                <a:ea typeface="Courier New"/>
                <a:cs typeface="Courier New"/>
                <a:sym typeface="Courier New"/>
              </a:rPr>
              <a:t>else if </a:t>
            </a:r>
            <a:r>
              <a:rPr lang="en" sz="1000">
                <a:solidFill>
                  <a:schemeClr val="dk1"/>
                </a:solidFill>
                <a:highlight>
                  <a:schemeClr val="lt2"/>
                </a:highlight>
                <a:latin typeface="Courier New"/>
                <a:ea typeface="Courier New"/>
                <a:cs typeface="Courier New"/>
                <a:sym typeface="Courier New"/>
              </a:rPr>
              <a:t>(condition) {</a:t>
            </a:r>
            <a:endParaRPr sz="1000">
              <a:solidFill>
                <a:schemeClr val="dk1"/>
              </a:solidFill>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Clr>
                <a:schemeClr val="dk1"/>
              </a:buClr>
              <a:buSzPts val="1000"/>
              <a:buFont typeface="Courier New"/>
              <a:buAutoNum type="arabicPeriod"/>
            </a:pPr>
            <a:r>
              <a:rPr lang="en" sz="1000">
                <a:solidFill>
                  <a:schemeClr val="dk1"/>
                </a:solidFill>
                <a:highlight>
                  <a:schemeClr val="lt2"/>
                </a:highlight>
                <a:latin typeface="Courier New"/>
                <a:ea typeface="Courier New"/>
                <a:cs typeface="Courier New"/>
                <a:sym typeface="Courier New"/>
              </a:rPr>
              <a:t>            </a:t>
            </a:r>
            <a:r>
              <a:rPr lang="en" sz="1000">
                <a:solidFill>
                  <a:schemeClr val="dk1"/>
                </a:solidFill>
                <a:highlight>
                  <a:srgbClr val="FFFD00"/>
                </a:highlight>
                <a:latin typeface="Courier New"/>
                <a:ea typeface="Courier New"/>
                <a:cs typeface="Courier New"/>
                <a:sym typeface="Courier New"/>
              </a:rPr>
              <a:t>else if condition block</a:t>
            </a:r>
            <a:r>
              <a:rPr lang="en" sz="1000">
                <a:solidFill>
                  <a:schemeClr val="dk1"/>
                </a:solidFill>
                <a:highlight>
                  <a:schemeClr val="lt2"/>
                </a:highlight>
                <a:latin typeface="Courier New"/>
                <a:ea typeface="Courier New"/>
                <a:cs typeface="Courier New"/>
                <a:sym typeface="Courier New"/>
              </a:rPr>
              <a:t>;</a:t>
            </a:r>
            <a:endParaRPr sz="1000">
              <a:solidFill>
                <a:schemeClr val="dk1"/>
              </a:solidFill>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Clr>
                <a:schemeClr val="dk1"/>
              </a:buClr>
              <a:buSzPts val="1000"/>
              <a:buFont typeface="Courier New"/>
              <a:buAutoNum type="arabicPeriod"/>
            </a:pPr>
            <a:r>
              <a:rPr lang="en" sz="1000">
                <a:solidFill>
                  <a:schemeClr val="dk1"/>
                </a:solidFill>
                <a:highlight>
                  <a:schemeClr val="lt2"/>
                </a:highlight>
                <a:latin typeface="Courier New"/>
                <a:ea typeface="Courier New"/>
                <a:cs typeface="Courier New"/>
                <a:sym typeface="Courier New"/>
              </a:rPr>
              <a:t>        }</a:t>
            </a:r>
            <a:endParaRPr sz="1000">
              <a:solidFill>
                <a:schemeClr val="dk1"/>
              </a:solidFill>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highlight>
                  <a:schemeClr val="lt2"/>
                </a:highlight>
                <a:latin typeface="Courier New"/>
                <a:ea typeface="Courier New"/>
                <a:cs typeface="Courier New"/>
                <a:sym typeface="Courier New"/>
              </a:rPr>
              <a:t>        </a:t>
            </a:r>
            <a:r>
              <a:rPr lang="en" sz="1000">
                <a:solidFill>
                  <a:srgbClr val="0028FF"/>
                </a:solidFill>
                <a:highlight>
                  <a:schemeClr val="lt2"/>
                </a:highlight>
                <a:latin typeface="Courier New"/>
                <a:ea typeface="Courier New"/>
                <a:cs typeface="Courier New"/>
                <a:sym typeface="Courier New"/>
              </a:rPr>
              <a:t>else </a:t>
            </a:r>
            <a:r>
              <a:rPr lang="en" sz="1000">
                <a:highlight>
                  <a:schemeClr val="lt2"/>
                </a:highlight>
                <a:latin typeface="Courier New"/>
                <a:ea typeface="Courier New"/>
                <a:cs typeface="Courier New"/>
                <a:sym typeface="Courier New"/>
              </a:rPr>
              <a:t>{</a:t>
            </a:r>
            <a:endParaRPr sz="1000">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highlight>
                  <a:schemeClr val="lt2"/>
                </a:highlight>
                <a:latin typeface="Courier New"/>
                <a:ea typeface="Courier New"/>
                <a:cs typeface="Courier New"/>
                <a:sym typeface="Courier New"/>
              </a:rPr>
              <a:t>            </a:t>
            </a:r>
            <a:r>
              <a:rPr lang="en" sz="1000">
                <a:highlight>
                  <a:srgbClr val="FFFD00"/>
                </a:highlight>
                <a:latin typeface="Courier New"/>
                <a:ea typeface="Courier New"/>
                <a:cs typeface="Courier New"/>
                <a:sym typeface="Courier New"/>
              </a:rPr>
              <a:t>else condition block</a:t>
            </a:r>
            <a:r>
              <a:rPr lang="en" sz="1000">
                <a:highlight>
                  <a:schemeClr val="lt2"/>
                </a:highlight>
                <a:latin typeface="Courier New"/>
                <a:ea typeface="Courier New"/>
                <a:cs typeface="Courier New"/>
                <a:sym typeface="Courier New"/>
              </a:rPr>
              <a:t>;</a:t>
            </a:r>
            <a:endParaRPr sz="1000">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highlight>
                  <a:schemeClr val="lt2"/>
                </a:highlight>
                <a:latin typeface="Courier New"/>
                <a:ea typeface="Courier New"/>
                <a:cs typeface="Courier New"/>
                <a:sym typeface="Courier New"/>
              </a:rPr>
              <a:t>        }</a:t>
            </a:r>
            <a:endParaRPr sz="1000">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solidFill>
                  <a:srgbClr val="0000FF"/>
                </a:solidFill>
                <a:latin typeface="Courier New"/>
                <a:ea typeface="Courier New"/>
                <a:cs typeface="Courier New"/>
                <a:sym typeface="Courier New"/>
              </a:rPr>
              <a:t>    </a:t>
            </a:r>
            <a:r>
              <a:rPr lang="en" sz="1000">
                <a:solidFill>
                  <a:srgbClr val="000000"/>
                </a:solidFill>
                <a:latin typeface="Courier New"/>
                <a:ea typeface="Courier New"/>
                <a:cs typeface="Courier New"/>
                <a:sym typeface="Courier New"/>
              </a:rPr>
              <a:t>}</a:t>
            </a:r>
            <a:endParaRPr sz="1000">
              <a:solidFill>
                <a:srgbClr val="000000"/>
              </a:solidFill>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solidFill>
                  <a:srgbClr val="000000"/>
                </a:solidFill>
                <a:latin typeface="Courier New"/>
                <a:ea typeface="Courier New"/>
                <a:cs typeface="Courier New"/>
                <a:sym typeface="Courier New"/>
              </a:rPr>
              <a:t>}</a:t>
            </a:r>
            <a:endParaRPr sz="1000">
              <a:latin typeface="Courier New"/>
              <a:ea typeface="Courier New"/>
              <a:cs typeface="Courier New"/>
              <a:sym typeface="Courier New"/>
            </a:endParaRPr>
          </a:p>
        </p:txBody>
      </p:sp>
      <p:sp>
        <p:nvSpPr>
          <p:cNvPr id="258" name="Google Shape;258;p24"/>
          <p:cNvSpPr/>
          <p:nvPr/>
        </p:nvSpPr>
        <p:spPr>
          <a:xfrm>
            <a:off x="1271875" y="1220900"/>
            <a:ext cx="806544" cy="275994"/>
          </a:xfrm>
          <a:prstGeom prst="flowChartTermina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000000"/>
                </a:solidFill>
              </a:rPr>
              <a:t>START</a:t>
            </a:r>
            <a:endParaRPr sz="1200"/>
          </a:p>
        </p:txBody>
      </p:sp>
      <p:sp>
        <p:nvSpPr>
          <p:cNvPr id="259" name="Google Shape;259;p24"/>
          <p:cNvSpPr/>
          <p:nvPr/>
        </p:nvSpPr>
        <p:spPr>
          <a:xfrm>
            <a:off x="2784025" y="4496025"/>
            <a:ext cx="880794" cy="275994"/>
          </a:xfrm>
          <a:prstGeom prst="flowChartTermina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000000"/>
                </a:solidFill>
              </a:rPr>
              <a:t>END</a:t>
            </a:r>
            <a:endParaRPr sz="1200"/>
          </a:p>
        </p:txBody>
      </p:sp>
      <p:sp>
        <p:nvSpPr>
          <p:cNvPr id="260" name="Google Shape;260;p24"/>
          <p:cNvSpPr/>
          <p:nvPr/>
        </p:nvSpPr>
        <p:spPr>
          <a:xfrm>
            <a:off x="847950" y="1672950"/>
            <a:ext cx="1671900" cy="6183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45700">
            <a:noAutofit/>
          </a:bodyPr>
          <a:lstStyle/>
          <a:p>
            <a:pPr indent="0" lvl="0" marL="0" rtl="0" algn="ctr">
              <a:spcBef>
                <a:spcPts val="0"/>
              </a:spcBef>
              <a:spcAft>
                <a:spcPts val="0"/>
              </a:spcAft>
              <a:buNone/>
            </a:pPr>
            <a:r>
              <a:rPr lang="en" sz="1200"/>
              <a:t>i</a:t>
            </a:r>
            <a:r>
              <a:rPr lang="en" sz="1200"/>
              <a:t>f</a:t>
            </a:r>
            <a:r>
              <a:rPr lang="en" sz="1200"/>
              <a:t> c</a:t>
            </a:r>
            <a:r>
              <a:rPr lang="en" sz="1200"/>
              <a:t>ondition</a:t>
            </a:r>
            <a:endParaRPr sz="1200"/>
          </a:p>
        </p:txBody>
      </p:sp>
      <p:cxnSp>
        <p:nvCxnSpPr>
          <p:cNvPr id="261" name="Google Shape;261;p24"/>
          <p:cNvCxnSpPr>
            <a:stCxn id="258" idx="2"/>
            <a:endCxn id="260" idx="0"/>
          </p:cNvCxnSpPr>
          <p:nvPr/>
        </p:nvCxnSpPr>
        <p:spPr>
          <a:xfrm>
            <a:off x="1675147" y="1496894"/>
            <a:ext cx="8700" cy="176100"/>
          </a:xfrm>
          <a:prstGeom prst="straightConnector1">
            <a:avLst/>
          </a:prstGeom>
          <a:noFill/>
          <a:ln cap="flat" cmpd="sng" w="9525">
            <a:solidFill>
              <a:schemeClr val="dk2"/>
            </a:solidFill>
            <a:prstDash val="solid"/>
            <a:round/>
            <a:headEnd len="med" w="med" type="none"/>
            <a:tailEnd len="med" w="med" type="triangle"/>
          </a:ln>
        </p:spPr>
      </p:cxnSp>
      <p:sp>
        <p:nvSpPr>
          <p:cNvPr id="262" name="Google Shape;262;p24"/>
          <p:cNvSpPr txBox="1"/>
          <p:nvPr/>
        </p:nvSpPr>
        <p:spPr>
          <a:xfrm>
            <a:off x="2563288" y="2666866"/>
            <a:ext cx="6612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t>TRUE</a:t>
            </a:r>
            <a:endParaRPr b="1" sz="900"/>
          </a:p>
        </p:txBody>
      </p:sp>
      <p:sp>
        <p:nvSpPr>
          <p:cNvPr id="263" name="Google Shape;263;p24"/>
          <p:cNvSpPr txBox="1"/>
          <p:nvPr/>
        </p:nvSpPr>
        <p:spPr>
          <a:xfrm>
            <a:off x="1136200" y="2292437"/>
            <a:ext cx="6612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t>FALSE</a:t>
            </a:r>
            <a:endParaRPr b="1" sz="900"/>
          </a:p>
        </p:txBody>
      </p:sp>
      <p:sp>
        <p:nvSpPr>
          <p:cNvPr id="264" name="Google Shape;264;p24"/>
          <p:cNvSpPr/>
          <p:nvPr/>
        </p:nvSpPr>
        <p:spPr>
          <a:xfrm>
            <a:off x="839200" y="2632275"/>
            <a:ext cx="1671900" cy="6183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else </a:t>
            </a:r>
            <a:r>
              <a:rPr lang="en" sz="1200"/>
              <a:t>if condition</a:t>
            </a:r>
            <a:endParaRPr sz="1200"/>
          </a:p>
        </p:txBody>
      </p:sp>
      <p:sp>
        <p:nvSpPr>
          <p:cNvPr id="265" name="Google Shape;265;p24"/>
          <p:cNvSpPr/>
          <p:nvPr/>
        </p:nvSpPr>
        <p:spPr>
          <a:xfrm>
            <a:off x="3621800" y="2241600"/>
            <a:ext cx="1018200" cy="4185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45700" spcFirstLastPara="1" rIns="45700" wrap="square" tIns="91425">
            <a:noAutofit/>
          </a:bodyPr>
          <a:lstStyle/>
          <a:p>
            <a:pPr indent="0" lvl="0" marL="0" rtl="0" algn="ctr">
              <a:spcBef>
                <a:spcPts val="0"/>
              </a:spcBef>
              <a:spcAft>
                <a:spcPts val="0"/>
              </a:spcAft>
              <a:buNone/>
            </a:pPr>
            <a:r>
              <a:rPr lang="en" sz="1200"/>
              <a:t>if block / scope</a:t>
            </a:r>
            <a:endParaRPr sz="1200"/>
          </a:p>
        </p:txBody>
      </p:sp>
      <p:sp>
        <p:nvSpPr>
          <p:cNvPr id="266" name="Google Shape;266;p24"/>
          <p:cNvSpPr/>
          <p:nvPr/>
        </p:nvSpPr>
        <p:spPr>
          <a:xfrm>
            <a:off x="2622475" y="3113613"/>
            <a:ext cx="1203900" cy="4185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45700" spcFirstLastPara="1" rIns="45700" wrap="square" tIns="91425">
            <a:noAutofit/>
          </a:bodyPr>
          <a:lstStyle/>
          <a:p>
            <a:pPr indent="0" lvl="0" marL="0" rtl="0" algn="ctr">
              <a:spcBef>
                <a:spcPts val="0"/>
              </a:spcBef>
              <a:spcAft>
                <a:spcPts val="0"/>
              </a:spcAft>
              <a:buNone/>
            </a:pPr>
            <a:r>
              <a:rPr lang="en" sz="1200"/>
              <a:t>else </a:t>
            </a:r>
            <a:r>
              <a:rPr lang="en" sz="1200"/>
              <a:t>if block/scope</a:t>
            </a:r>
            <a:endParaRPr sz="1200"/>
          </a:p>
        </p:txBody>
      </p:sp>
      <p:sp>
        <p:nvSpPr>
          <p:cNvPr id="267" name="Google Shape;267;p24"/>
          <p:cNvSpPr/>
          <p:nvPr/>
        </p:nvSpPr>
        <p:spPr>
          <a:xfrm>
            <a:off x="1073200" y="3776375"/>
            <a:ext cx="1203900" cy="4185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45700" spcFirstLastPara="1" rIns="45700" wrap="square" tIns="91425">
            <a:noAutofit/>
          </a:bodyPr>
          <a:lstStyle/>
          <a:p>
            <a:pPr indent="0" lvl="0" marL="0" rtl="0" algn="ctr">
              <a:spcBef>
                <a:spcPts val="0"/>
              </a:spcBef>
              <a:spcAft>
                <a:spcPts val="0"/>
              </a:spcAft>
              <a:buNone/>
            </a:pPr>
            <a:r>
              <a:rPr lang="en" sz="1200">
                <a:solidFill>
                  <a:schemeClr val="dk1"/>
                </a:solidFill>
              </a:rPr>
              <a:t>else block / scope</a:t>
            </a:r>
            <a:endParaRPr sz="1200"/>
          </a:p>
        </p:txBody>
      </p:sp>
      <p:cxnSp>
        <p:nvCxnSpPr>
          <p:cNvPr id="268" name="Google Shape;268;p24"/>
          <p:cNvCxnSpPr>
            <a:stCxn id="260" idx="2"/>
            <a:endCxn id="264" idx="0"/>
          </p:cNvCxnSpPr>
          <p:nvPr/>
        </p:nvCxnSpPr>
        <p:spPr>
          <a:xfrm flipH="1">
            <a:off x="1675200" y="2291250"/>
            <a:ext cx="8700" cy="341100"/>
          </a:xfrm>
          <a:prstGeom prst="straightConnector1">
            <a:avLst/>
          </a:prstGeom>
          <a:noFill/>
          <a:ln cap="flat" cmpd="sng" w="9525">
            <a:solidFill>
              <a:schemeClr val="dk2"/>
            </a:solidFill>
            <a:prstDash val="solid"/>
            <a:round/>
            <a:headEnd len="med" w="med" type="none"/>
            <a:tailEnd len="med" w="med" type="triangle"/>
          </a:ln>
        </p:spPr>
      </p:cxnSp>
      <p:cxnSp>
        <p:nvCxnSpPr>
          <p:cNvPr id="269" name="Google Shape;269;p24"/>
          <p:cNvCxnSpPr>
            <a:stCxn id="264" idx="2"/>
            <a:endCxn id="267" idx="0"/>
          </p:cNvCxnSpPr>
          <p:nvPr/>
        </p:nvCxnSpPr>
        <p:spPr>
          <a:xfrm>
            <a:off x="1675150" y="3250575"/>
            <a:ext cx="0" cy="525900"/>
          </a:xfrm>
          <a:prstGeom prst="straightConnector1">
            <a:avLst/>
          </a:prstGeom>
          <a:noFill/>
          <a:ln cap="flat" cmpd="sng" w="9525">
            <a:solidFill>
              <a:schemeClr val="dk2"/>
            </a:solidFill>
            <a:prstDash val="solid"/>
            <a:round/>
            <a:headEnd len="med" w="med" type="none"/>
            <a:tailEnd len="med" w="med" type="triangle"/>
          </a:ln>
        </p:spPr>
      </p:cxnSp>
      <p:cxnSp>
        <p:nvCxnSpPr>
          <p:cNvPr id="270" name="Google Shape;270;p24"/>
          <p:cNvCxnSpPr>
            <a:stCxn id="260" idx="3"/>
            <a:endCxn id="265" idx="1"/>
          </p:cNvCxnSpPr>
          <p:nvPr/>
        </p:nvCxnSpPr>
        <p:spPr>
          <a:xfrm>
            <a:off x="2519850" y="1982100"/>
            <a:ext cx="1663500" cy="259500"/>
          </a:xfrm>
          <a:prstGeom prst="bentConnector2">
            <a:avLst/>
          </a:prstGeom>
          <a:noFill/>
          <a:ln cap="flat" cmpd="sng" w="9525">
            <a:solidFill>
              <a:schemeClr val="dk2"/>
            </a:solidFill>
            <a:prstDash val="solid"/>
            <a:round/>
            <a:headEnd len="med" w="med" type="none"/>
            <a:tailEnd len="med" w="med" type="triangle"/>
          </a:ln>
        </p:spPr>
      </p:cxnSp>
      <p:cxnSp>
        <p:nvCxnSpPr>
          <p:cNvPr id="271" name="Google Shape;271;p24"/>
          <p:cNvCxnSpPr>
            <a:stCxn id="264" idx="3"/>
            <a:endCxn id="266" idx="1"/>
          </p:cNvCxnSpPr>
          <p:nvPr/>
        </p:nvCxnSpPr>
        <p:spPr>
          <a:xfrm>
            <a:off x="2511100" y="2941425"/>
            <a:ext cx="765600" cy="172200"/>
          </a:xfrm>
          <a:prstGeom prst="bentConnector2">
            <a:avLst/>
          </a:prstGeom>
          <a:noFill/>
          <a:ln cap="flat" cmpd="sng" w="9525">
            <a:solidFill>
              <a:schemeClr val="dk2"/>
            </a:solidFill>
            <a:prstDash val="solid"/>
            <a:round/>
            <a:headEnd len="med" w="med" type="none"/>
            <a:tailEnd len="med" w="med" type="triangle"/>
          </a:ln>
        </p:spPr>
      </p:cxnSp>
      <p:sp>
        <p:nvSpPr>
          <p:cNvPr id="272" name="Google Shape;272;p24"/>
          <p:cNvSpPr/>
          <p:nvPr/>
        </p:nvSpPr>
        <p:spPr>
          <a:xfrm>
            <a:off x="3034678" y="3813450"/>
            <a:ext cx="379500" cy="3381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73" name="Google Shape;273;p24"/>
          <p:cNvCxnSpPr>
            <a:stCxn id="267" idx="2"/>
            <a:endCxn id="272" idx="2"/>
          </p:cNvCxnSpPr>
          <p:nvPr/>
        </p:nvCxnSpPr>
        <p:spPr>
          <a:xfrm flipH="1" rot="10800000">
            <a:off x="2224788" y="3982625"/>
            <a:ext cx="810000" cy="3000"/>
          </a:xfrm>
          <a:prstGeom prst="straightConnector1">
            <a:avLst/>
          </a:prstGeom>
          <a:noFill/>
          <a:ln cap="flat" cmpd="sng" w="9525">
            <a:solidFill>
              <a:schemeClr val="dk2"/>
            </a:solidFill>
            <a:prstDash val="solid"/>
            <a:round/>
            <a:headEnd len="med" w="med" type="none"/>
            <a:tailEnd len="med" w="med" type="triangle"/>
          </a:ln>
        </p:spPr>
      </p:cxnSp>
      <p:cxnSp>
        <p:nvCxnSpPr>
          <p:cNvPr id="274" name="Google Shape;274;p24"/>
          <p:cNvCxnSpPr>
            <a:stCxn id="266" idx="4"/>
            <a:endCxn id="272" idx="0"/>
          </p:cNvCxnSpPr>
          <p:nvPr/>
        </p:nvCxnSpPr>
        <p:spPr>
          <a:xfrm>
            <a:off x="3224425" y="3532113"/>
            <a:ext cx="0" cy="281400"/>
          </a:xfrm>
          <a:prstGeom prst="straightConnector1">
            <a:avLst/>
          </a:prstGeom>
          <a:noFill/>
          <a:ln cap="flat" cmpd="sng" w="9525">
            <a:solidFill>
              <a:schemeClr val="dk2"/>
            </a:solidFill>
            <a:prstDash val="solid"/>
            <a:round/>
            <a:headEnd len="med" w="med" type="none"/>
            <a:tailEnd len="med" w="med" type="triangle"/>
          </a:ln>
        </p:spPr>
      </p:cxnSp>
      <p:cxnSp>
        <p:nvCxnSpPr>
          <p:cNvPr id="275" name="Google Shape;275;p24"/>
          <p:cNvCxnSpPr>
            <a:stCxn id="265" idx="4"/>
            <a:endCxn id="272" idx="6"/>
          </p:cNvCxnSpPr>
          <p:nvPr/>
        </p:nvCxnSpPr>
        <p:spPr>
          <a:xfrm rot="5400000">
            <a:off x="3111350" y="2962950"/>
            <a:ext cx="1322400" cy="716700"/>
          </a:xfrm>
          <a:prstGeom prst="bentConnector2">
            <a:avLst/>
          </a:prstGeom>
          <a:noFill/>
          <a:ln cap="flat" cmpd="sng" w="9525">
            <a:solidFill>
              <a:schemeClr val="dk2"/>
            </a:solidFill>
            <a:prstDash val="solid"/>
            <a:round/>
            <a:headEnd len="med" w="med" type="none"/>
            <a:tailEnd len="med" w="med" type="triangle"/>
          </a:ln>
        </p:spPr>
      </p:cxnSp>
      <p:cxnSp>
        <p:nvCxnSpPr>
          <p:cNvPr id="276" name="Google Shape;276;p24"/>
          <p:cNvCxnSpPr>
            <a:stCxn id="272" idx="4"/>
            <a:endCxn id="259" idx="0"/>
          </p:cNvCxnSpPr>
          <p:nvPr/>
        </p:nvCxnSpPr>
        <p:spPr>
          <a:xfrm>
            <a:off x="3224428" y="4151550"/>
            <a:ext cx="0" cy="344400"/>
          </a:xfrm>
          <a:prstGeom prst="straightConnector1">
            <a:avLst/>
          </a:prstGeom>
          <a:noFill/>
          <a:ln cap="flat" cmpd="sng" w="9525">
            <a:solidFill>
              <a:schemeClr val="dk2"/>
            </a:solidFill>
            <a:prstDash val="solid"/>
            <a:round/>
            <a:headEnd len="med" w="med" type="none"/>
            <a:tailEnd len="med" w="med" type="triangle"/>
          </a:ln>
        </p:spPr>
      </p:cxnSp>
      <p:sp>
        <p:nvSpPr>
          <p:cNvPr id="277" name="Google Shape;277;p24"/>
          <p:cNvSpPr txBox="1"/>
          <p:nvPr/>
        </p:nvSpPr>
        <p:spPr>
          <a:xfrm>
            <a:off x="1136190" y="3344116"/>
            <a:ext cx="6612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t>FALSE</a:t>
            </a:r>
            <a:endParaRPr b="1" sz="900"/>
          </a:p>
        </p:txBody>
      </p:sp>
      <p:sp>
        <p:nvSpPr>
          <p:cNvPr id="278" name="Google Shape;278;p24"/>
          <p:cNvSpPr txBox="1"/>
          <p:nvPr/>
        </p:nvSpPr>
        <p:spPr>
          <a:xfrm>
            <a:off x="2622463" y="1672941"/>
            <a:ext cx="6612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t>TRUE</a:t>
            </a:r>
            <a:endParaRPr b="1" sz="9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2" name="Shape 282"/>
        <p:cNvGrpSpPr/>
        <p:nvPr/>
      </p:nvGrpSpPr>
      <p:grpSpPr>
        <a:xfrm>
          <a:off x="0" y="0"/>
          <a:ext cx="0" cy="0"/>
          <a:chOff x="0" y="0"/>
          <a:chExt cx="0" cy="0"/>
        </a:xfrm>
      </p:grpSpPr>
      <p:sp>
        <p:nvSpPr>
          <p:cNvPr id="283" name="Google Shape;283;p25"/>
          <p:cNvSpPr txBox="1"/>
          <p:nvPr>
            <p:ph type="title"/>
          </p:nvPr>
        </p:nvSpPr>
        <p:spPr>
          <a:xfrm>
            <a:off x="311700" y="2926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if - else if - else Multiple Selection Statements (Contd)</a:t>
            </a:r>
            <a:endParaRPr/>
          </a:p>
        </p:txBody>
      </p:sp>
      <p:sp>
        <p:nvSpPr>
          <p:cNvPr id="284" name="Google Shape;284;p25"/>
          <p:cNvSpPr txBox="1"/>
          <p:nvPr/>
        </p:nvSpPr>
        <p:spPr>
          <a:xfrm>
            <a:off x="4742650" y="1880625"/>
            <a:ext cx="4251000" cy="2485800"/>
          </a:xfrm>
          <a:prstGeom prst="rect">
            <a:avLst/>
          </a:prstGeom>
          <a:solidFill>
            <a:srgbClr val="EEEEEE"/>
          </a:solidFill>
          <a:ln cap="flat" cmpd="sng" w="952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292100" lvl="0" marL="457200" rtl="0" algn="l">
              <a:lnSpc>
                <a:spcPct val="150000"/>
              </a:lnSpc>
              <a:spcBef>
                <a:spcPts val="0"/>
              </a:spcBef>
              <a:spcAft>
                <a:spcPts val="0"/>
              </a:spcAft>
              <a:buClr>
                <a:schemeClr val="dk1"/>
              </a:buClr>
              <a:buSzPts val="1000"/>
              <a:buFont typeface="Courier New"/>
              <a:buAutoNum type="arabicPeriod"/>
            </a:pPr>
            <a:r>
              <a:rPr lang="en" sz="1000">
                <a:solidFill>
                  <a:schemeClr val="dk1"/>
                </a:solidFill>
                <a:latin typeface="Courier New"/>
                <a:ea typeface="Courier New"/>
                <a:cs typeface="Courier New"/>
                <a:sym typeface="Courier New"/>
              </a:rPr>
              <a:t>i</a:t>
            </a:r>
            <a:r>
              <a:rPr lang="en" sz="1000">
                <a:solidFill>
                  <a:schemeClr val="dk1"/>
                </a:solidFill>
                <a:latin typeface="Courier New"/>
                <a:ea typeface="Courier New"/>
                <a:cs typeface="Courier New"/>
                <a:sym typeface="Courier New"/>
              </a:rPr>
              <a:t>nt grade = 92;</a:t>
            </a:r>
            <a:endParaRPr sz="1000">
              <a:solidFill>
                <a:schemeClr val="dk1"/>
              </a:solidFill>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solidFill>
                  <a:srgbClr val="0000FF"/>
                </a:solidFill>
                <a:highlight>
                  <a:schemeClr val="lt2"/>
                </a:highlight>
                <a:latin typeface="Courier New"/>
                <a:ea typeface="Courier New"/>
                <a:cs typeface="Courier New"/>
                <a:sym typeface="Courier New"/>
              </a:rPr>
              <a:t>if</a:t>
            </a:r>
            <a:r>
              <a:rPr lang="en" sz="1000">
                <a:highlight>
                  <a:schemeClr val="lt2"/>
                </a:highlight>
                <a:latin typeface="Courier New"/>
                <a:ea typeface="Courier New"/>
                <a:cs typeface="Courier New"/>
                <a:sym typeface="Courier New"/>
              </a:rPr>
              <a:t> (grade &gt;= 90) {</a:t>
            </a:r>
            <a:endParaRPr sz="1000">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highlight>
                  <a:schemeClr val="lt2"/>
                </a:highlight>
                <a:latin typeface="Courier New"/>
                <a:ea typeface="Courier New"/>
                <a:cs typeface="Courier New"/>
                <a:sym typeface="Courier New"/>
              </a:rPr>
              <a:t>    </a:t>
            </a:r>
            <a:r>
              <a:rPr lang="en" sz="1100">
                <a:solidFill>
                  <a:schemeClr val="dk1"/>
                </a:solidFill>
                <a:highlight>
                  <a:schemeClr val="lt2"/>
                </a:highlight>
                <a:latin typeface="Courier New"/>
                <a:ea typeface="Courier New"/>
                <a:cs typeface="Courier New"/>
                <a:sym typeface="Courier New"/>
              </a:rPr>
              <a:t>System.out.println(</a:t>
            </a:r>
            <a:r>
              <a:rPr lang="en" sz="1100">
                <a:solidFill>
                  <a:srgbClr val="38761D"/>
                </a:solidFill>
                <a:highlight>
                  <a:schemeClr val="lt2"/>
                </a:highlight>
                <a:latin typeface="Courier New"/>
                <a:ea typeface="Courier New"/>
                <a:cs typeface="Courier New"/>
                <a:sym typeface="Courier New"/>
              </a:rPr>
              <a:t>"A"</a:t>
            </a:r>
            <a:r>
              <a:rPr lang="en" sz="1100">
                <a:solidFill>
                  <a:schemeClr val="dk1"/>
                </a:solidFill>
                <a:highlight>
                  <a:schemeClr val="lt2"/>
                </a:highlight>
                <a:latin typeface="Courier New"/>
                <a:ea typeface="Courier New"/>
                <a:cs typeface="Courier New"/>
                <a:sym typeface="Courier New"/>
              </a:rPr>
              <a:t>);</a:t>
            </a:r>
            <a:endParaRPr sz="1000">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highlight>
                  <a:schemeClr val="lt2"/>
                </a:highlight>
                <a:latin typeface="Courier New"/>
                <a:ea typeface="Courier New"/>
                <a:cs typeface="Courier New"/>
                <a:sym typeface="Courier New"/>
              </a:rPr>
              <a:t>}</a:t>
            </a:r>
            <a:endParaRPr sz="1000">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solidFill>
                  <a:srgbClr val="0028FF"/>
                </a:solidFill>
                <a:highlight>
                  <a:schemeClr val="lt2"/>
                </a:highlight>
                <a:latin typeface="Courier New"/>
                <a:ea typeface="Courier New"/>
                <a:cs typeface="Courier New"/>
                <a:sym typeface="Courier New"/>
              </a:rPr>
              <a:t>else if </a:t>
            </a:r>
            <a:r>
              <a:rPr lang="en" sz="1000">
                <a:solidFill>
                  <a:schemeClr val="dk1"/>
                </a:solidFill>
                <a:highlight>
                  <a:schemeClr val="lt2"/>
                </a:highlight>
                <a:latin typeface="Courier New"/>
                <a:ea typeface="Courier New"/>
                <a:cs typeface="Courier New"/>
                <a:sym typeface="Courier New"/>
              </a:rPr>
              <a:t>(85 &lt;= grade &lt; 90) {</a:t>
            </a:r>
            <a:endParaRPr sz="1000">
              <a:solidFill>
                <a:schemeClr val="dk1"/>
              </a:solidFill>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Clr>
                <a:schemeClr val="dk1"/>
              </a:buClr>
              <a:buSzPts val="1000"/>
              <a:buFont typeface="Courier New"/>
              <a:buAutoNum type="arabicPeriod"/>
            </a:pPr>
            <a:r>
              <a:rPr lang="en" sz="1000">
                <a:solidFill>
                  <a:schemeClr val="dk1"/>
                </a:solidFill>
                <a:highlight>
                  <a:schemeClr val="lt2"/>
                </a:highlight>
                <a:latin typeface="Courier New"/>
                <a:ea typeface="Courier New"/>
                <a:cs typeface="Courier New"/>
                <a:sym typeface="Courier New"/>
              </a:rPr>
              <a:t>    </a:t>
            </a:r>
            <a:r>
              <a:rPr lang="en" sz="1100">
                <a:solidFill>
                  <a:schemeClr val="dk1"/>
                </a:solidFill>
                <a:highlight>
                  <a:schemeClr val="lt2"/>
                </a:highlight>
                <a:latin typeface="Courier New"/>
                <a:ea typeface="Courier New"/>
                <a:cs typeface="Courier New"/>
                <a:sym typeface="Courier New"/>
              </a:rPr>
              <a:t>System.out.println(</a:t>
            </a:r>
            <a:r>
              <a:rPr lang="en" sz="1100">
                <a:solidFill>
                  <a:srgbClr val="38761D"/>
                </a:solidFill>
                <a:highlight>
                  <a:schemeClr val="lt2"/>
                </a:highlight>
                <a:latin typeface="Courier New"/>
                <a:ea typeface="Courier New"/>
                <a:cs typeface="Courier New"/>
                <a:sym typeface="Courier New"/>
              </a:rPr>
              <a:t>"A-"</a:t>
            </a:r>
            <a:r>
              <a:rPr lang="en" sz="1100">
                <a:solidFill>
                  <a:schemeClr val="dk1"/>
                </a:solidFill>
                <a:highlight>
                  <a:schemeClr val="lt2"/>
                </a:highlight>
                <a:latin typeface="Courier New"/>
                <a:ea typeface="Courier New"/>
                <a:cs typeface="Courier New"/>
                <a:sym typeface="Courier New"/>
              </a:rPr>
              <a:t>);</a:t>
            </a:r>
            <a:endParaRPr sz="1000">
              <a:solidFill>
                <a:schemeClr val="dk1"/>
              </a:solidFill>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Clr>
                <a:schemeClr val="dk1"/>
              </a:buClr>
              <a:buSzPts val="1000"/>
              <a:buFont typeface="Courier New"/>
              <a:buAutoNum type="arabicPeriod"/>
            </a:pPr>
            <a:r>
              <a:rPr lang="en" sz="1000">
                <a:solidFill>
                  <a:schemeClr val="dk1"/>
                </a:solidFill>
                <a:highlight>
                  <a:schemeClr val="lt2"/>
                </a:highlight>
                <a:latin typeface="Courier New"/>
                <a:ea typeface="Courier New"/>
                <a:cs typeface="Courier New"/>
                <a:sym typeface="Courier New"/>
              </a:rPr>
              <a:t>}</a:t>
            </a:r>
            <a:endParaRPr sz="1000">
              <a:solidFill>
                <a:schemeClr val="dk1"/>
              </a:solidFill>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solidFill>
                  <a:srgbClr val="0028FF"/>
                </a:solidFill>
                <a:highlight>
                  <a:schemeClr val="lt2"/>
                </a:highlight>
                <a:latin typeface="Courier New"/>
                <a:ea typeface="Courier New"/>
                <a:cs typeface="Courier New"/>
                <a:sym typeface="Courier New"/>
              </a:rPr>
              <a:t>else </a:t>
            </a:r>
            <a:r>
              <a:rPr lang="en" sz="1000">
                <a:highlight>
                  <a:schemeClr val="lt2"/>
                </a:highlight>
                <a:latin typeface="Courier New"/>
                <a:ea typeface="Courier New"/>
                <a:cs typeface="Courier New"/>
                <a:sym typeface="Courier New"/>
              </a:rPr>
              <a:t>{</a:t>
            </a:r>
            <a:endParaRPr sz="1000">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100">
                <a:solidFill>
                  <a:schemeClr val="dk1"/>
                </a:solidFill>
                <a:highlight>
                  <a:schemeClr val="lt2"/>
                </a:highlight>
                <a:latin typeface="Courier New"/>
                <a:ea typeface="Courier New"/>
                <a:cs typeface="Courier New"/>
                <a:sym typeface="Courier New"/>
              </a:rPr>
              <a:t>    System.out.println(</a:t>
            </a:r>
            <a:r>
              <a:rPr lang="en" sz="1100">
                <a:solidFill>
                  <a:srgbClr val="38761D"/>
                </a:solidFill>
                <a:highlight>
                  <a:schemeClr val="lt2"/>
                </a:highlight>
                <a:latin typeface="Courier New"/>
                <a:ea typeface="Courier New"/>
                <a:cs typeface="Courier New"/>
                <a:sym typeface="Courier New"/>
              </a:rPr>
              <a:t>"Some other grade"</a:t>
            </a:r>
            <a:r>
              <a:rPr lang="en" sz="1100">
                <a:solidFill>
                  <a:schemeClr val="dk1"/>
                </a:solidFill>
                <a:highlight>
                  <a:schemeClr val="lt2"/>
                </a:highlight>
                <a:latin typeface="Courier New"/>
                <a:ea typeface="Courier New"/>
                <a:cs typeface="Courier New"/>
                <a:sym typeface="Courier New"/>
              </a:rPr>
              <a:t>);</a:t>
            </a:r>
            <a:endParaRPr sz="1000">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highlight>
                  <a:schemeClr val="lt2"/>
                </a:highlight>
                <a:latin typeface="Courier New"/>
                <a:ea typeface="Courier New"/>
                <a:cs typeface="Courier New"/>
                <a:sym typeface="Courier New"/>
              </a:rPr>
              <a:t>}</a:t>
            </a:r>
            <a:endParaRPr sz="1000">
              <a:latin typeface="Courier New"/>
              <a:ea typeface="Courier New"/>
              <a:cs typeface="Courier New"/>
              <a:sym typeface="Courier New"/>
            </a:endParaRPr>
          </a:p>
        </p:txBody>
      </p:sp>
      <p:sp>
        <p:nvSpPr>
          <p:cNvPr id="285" name="Google Shape;285;p25"/>
          <p:cNvSpPr/>
          <p:nvPr/>
        </p:nvSpPr>
        <p:spPr>
          <a:xfrm>
            <a:off x="1426650" y="1497763"/>
            <a:ext cx="806544" cy="275994"/>
          </a:xfrm>
          <a:prstGeom prst="flowChartTermina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000000"/>
                </a:solidFill>
              </a:rPr>
              <a:t>START</a:t>
            </a:r>
            <a:endParaRPr sz="1200"/>
          </a:p>
        </p:txBody>
      </p:sp>
      <p:sp>
        <p:nvSpPr>
          <p:cNvPr id="286" name="Google Shape;286;p25"/>
          <p:cNvSpPr/>
          <p:nvPr/>
        </p:nvSpPr>
        <p:spPr>
          <a:xfrm>
            <a:off x="1400000" y="4591350"/>
            <a:ext cx="880794" cy="275994"/>
          </a:xfrm>
          <a:prstGeom prst="flowChartTermina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000000"/>
                </a:solidFill>
              </a:rPr>
              <a:t>END</a:t>
            </a:r>
            <a:endParaRPr sz="1200"/>
          </a:p>
        </p:txBody>
      </p:sp>
      <p:sp>
        <p:nvSpPr>
          <p:cNvPr id="287" name="Google Shape;287;p25"/>
          <p:cNvSpPr/>
          <p:nvPr/>
        </p:nvSpPr>
        <p:spPr>
          <a:xfrm>
            <a:off x="599550" y="1952750"/>
            <a:ext cx="2489100" cy="8046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I</a:t>
            </a:r>
            <a:r>
              <a:rPr lang="en" sz="1100"/>
              <a:t>f grade &gt;= 90 &amp;&amp; grade &lt;= 100</a:t>
            </a:r>
            <a:endParaRPr sz="1100"/>
          </a:p>
        </p:txBody>
      </p:sp>
      <p:sp>
        <p:nvSpPr>
          <p:cNvPr id="288" name="Google Shape;288;p25"/>
          <p:cNvSpPr/>
          <p:nvPr/>
        </p:nvSpPr>
        <p:spPr>
          <a:xfrm>
            <a:off x="91650" y="2773475"/>
            <a:ext cx="1168200" cy="3942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Print ‘A’</a:t>
            </a:r>
            <a:endParaRPr sz="1200"/>
          </a:p>
        </p:txBody>
      </p:sp>
      <p:cxnSp>
        <p:nvCxnSpPr>
          <p:cNvPr id="289" name="Google Shape;289;p25"/>
          <p:cNvCxnSpPr>
            <a:stCxn id="285" idx="2"/>
            <a:endCxn id="287" idx="0"/>
          </p:cNvCxnSpPr>
          <p:nvPr/>
        </p:nvCxnSpPr>
        <p:spPr>
          <a:xfrm>
            <a:off x="1829922" y="1773756"/>
            <a:ext cx="14100" cy="179100"/>
          </a:xfrm>
          <a:prstGeom prst="straightConnector1">
            <a:avLst/>
          </a:prstGeom>
          <a:noFill/>
          <a:ln cap="flat" cmpd="sng" w="9525">
            <a:solidFill>
              <a:schemeClr val="dk2"/>
            </a:solidFill>
            <a:prstDash val="solid"/>
            <a:round/>
            <a:headEnd len="med" w="med" type="none"/>
            <a:tailEnd len="med" w="med" type="triangle"/>
          </a:ln>
        </p:spPr>
      </p:cxnSp>
      <p:sp>
        <p:nvSpPr>
          <p:cNvPr id="290" name="Google Shape;290;p25"/>
          <p:cNvSpPr/>
          <p:nvPr/>
        </p:nvSpPr>
        <p:spPr>
          <a:xfrm>
            <a:off x="1650353" y="4087288"/>
            <a:ext cx="379500" cy="3381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91" name="Google Shape;291;p25"/>
          <p:cNvCxnSpPr>
            <a:endCxn id="290" idx="2"/>
          </p:cNvCxnSpPr>
          <p:nvPr/>
        </p:nvCxnSpPr>
        <p:spPr>
          <a:xfrm flipH="1" rot="-5400000">
            <a:off x="580553" y="3186538"/>
            <a:ext cx="1088700" cy="1050900"/>
          </a:xfrm>
          <a:prstGeom prst="bentConnector2">
            <a:avLst/>
          </a:prstGeom>
          <a:noFill/>
          <a:ln cap="flat" cmpd="sng" w="9525">
            <a:solidFill>
              <a:schemeClr val="dk2"/>
            </a:solidFill>
            <a:prstDash val="solid"/>
            <a:round/>
            <a:headEnd len="med" w="med" type="none"/>
            <a:tailEnd len="med" w="med" type="triangle"/>
          </a:ln>
        </p:spPr>
      </p:cxnSp>
      <p:cxnSp>
        <p:nvCxnSpPr>
          <p:cNvPr id="292" name="Google Shape;292;p25"/>
          <p:cNvCxnSpPr>
            <a:stCxn id="290" idx="4"/>
            <a:endCxn id="286" idx="0"/>
          </p:cNvCxnSpPr>
          <p:nvPr/>
        </p:nvCxnSpPr>
        <p:spPr>
          <a:xfrm flipH="1" rot="-5400000">
            <a:off x="1757453" y="4508038"/>
            <a:ext cx="165900" cy="600"/>
          </a:xfrm>
          <a:prstGeom prst="bentConnector3">
            <a:avLst>
              <a:gd fmla="val 50019" name="adj1"/>
            </a:avLst>
          </a:prstGeom>
          <a:noFill/>
          <a:ln cap="flat" cmpd="sng" w="9525">
            <a:solidFill>
              <a:schemeClr val="dk2"/>
            </a:solidFill>
            <a:prstDash val="solid"/>
            <a:round/>
            <a:headEnd len="med" w="med" type="none"/>
            <a:tailEnd len="med" w="med" type="triangle"/>
          </a:ln>
        </p:spPr>
      </p:cxnSp>
      <p:sp>
        <p:nvSpPr>
          <p:cNvPr id="293" name="Google Shape;293;p25"/>
          <p:cNvSpPr txBox="1"/>
          <p:nvPr/>
        </p:nvSpPr>
        <p:spPr>
          <a:xfrm>
            <a:off x="263263" y="2090153"/>
            <a:ext cx="6612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t>TRUE</a:t>
            </a:r>
            <a:endParaRPr b="1" sz="1000"/>
          </a:p>
        </p:txBody>
      </p:sp>
      <p:sp>
        <p:nvSpPr>
          <p:cNvPr id="294" name="Google Shape;294;p25"/>
          <p:cNvSpPr txBox="1"/>
          <p:nvPr/>
        </p:nvSpPr>
        <p:spPr>
          <a:xfrm>
            <a:off x="2859328" y="2043141"/>
            <a:ext cx="6612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t>FALSE</a:t>
            </a:r>
            <a:endParaRPr b="1" sz="1000"/>
          </a:p>
        </p:txBody>
      </p:sp>
      <p:sp>
        <p:nvSpPr>
          <p:cNvPr id="295" name="Google Shape;295;p25"/>
          <p:cNvSpPr/>
          <p:nvPr/>
        </p:nvSpPr>
        <p:spPr>
          <a:xfrm>
            <a:off x="1945350" y="2637850"/>
            <a:ext cx="2277300" cy="7233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e</a:t>
            </a:r>
            <a:r>
              <a:rPr lang="en" sz="1100"/>
              <a:t>lse if grade&gt;=85 &amp;&amp; grade&lt;90</a:t>
            </a:r>
            <a:endParaRPr sz="1100"/>
          </a:p>
        </p:txBody>
      </p:sp>
      <p:sp>
        <p:nvSpPr>
          <p:cNvPr id="296" name="Google Shape;296;p25"/>
          <p:cNvSpPr/>
          <p:nvPr/>
        </p:nvSpPr>
        <p:spPr>
          <a:xfrm>
            <a:off x="1145000" y="3527137"/>
            <a:ext cx="1390200" cy="3942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Print ‘A-’</a:t>
            </a:r>
            <a:endParaRPr sz="1200"/>
          </a:p>
        </p:txBody>
      </p:sp>
      <p:cxnSp>
        <p:nvCxnSpPr>
          <p:cNvPr id="297" name="Google Shape;297;p25"/>
          <p:cNvCxnSpPr>
            <a:stCxn id="296" idx="4"/>
            <a:endCxn id="290" idx="0"/>
          </p:cNvCxnSpPr>
          <p:nvPr/>
        </p:nvCxnSpPr>
        <p:spPr>
          <a:xfrm flipH="1" rot="-5400000">
            <a:off x="1757450" y="4003987"/>
            <a:ext cx="165900" cy="600"/>
          </a:xfrm>
          <a:prstGeom prst="bentConnector3">
            <a:avLst>
              <a:gd fmla="val 50015" name="adj1"/>
            </a:avLst>
          </a:prstGeom>
          <a:noFill/>
          <a:ln cap="flat" cmpd="sng" w="9525">
            <a:solidFill>
              <a:schemeClr val="dk2"/>
            </a:solidFill>
            <a:prstDash val="solid"/>
            <a:round/>
            <a:headEnd len="med" w="med" type="none"/>
            <a:tailEnd len="med" w="med" type="triangle"/>
          </a:ln>
        </p:spPr>
      </p:cxnSp>
      <p:sp>
        <p:nvSpPr>
          <p:cNvPr id="298" name="Google Shape;298;p25"/>
          <p:cNvSpPr/>
          <p:nvPr/>
        </p:nvSpPr>
        <p:spPr>
          <a:xfrm>
            <a:off x="3298600" y="3536863"/>
            <a:ext cx="1345800" cy="3942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Print ‘Some other grade’</a:t>
            </a:r>
            <a:endParaRPr sz="1200"/>
          </a:p>
        </p:txBody>
      </p:sp>
      <p:sp>
        <p:nvSpPr>
          <p:cNvPr id="299" name="Google Shape;299;p25"/>
          <p:cNvSpPr txBox="1"/>
          <p:nvPr/>
        </p:nvSpPr>
        <p:spPr>
          <a:xfrm>
            <a:off x="3971500" y="2724150"/>
            <a:ext cx="6612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t>FALSE</a:t>
            </a:r>
            <a:endParaRPr b="1" sz="1000"/>
          </a:p>
        </p:txBody>
      </p:sp>
      <p:sp>
        <p:nvSpPr>
          <p:cNvPr id="300" name="Google Shape;300;p25"/>
          <p:cNvSpPr txBox="1"/>
          <p:nvPr/>
        </p:nvSpPr>
        <p:spPr>
          <a:xfrm>
            <a:off x="1489187" y="2761163"/>
            <a:ext cx="589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t>TRUE</a:t>
            </a:r>
            <a:endParaRPr b="1" sz="1000"/>
          </a:p>
        </p:txBody>
      </p:sp>
      <p:cxnSp>
        <p:nvCxnSpPr>
          <p:cNvPr id="301" name="Google Shape;301;p25"/>
          <p:cNvCxnSpPr>
            <a:stCxn id="298" idx="4"/>
            <a:endCxn id="290" idx="6"/>
          </p:cNvCxnSpPr>
          <p:nvPr/>
        </p:nvCxnSpPr>
        <p:spPr>
          <a:xfrm rot="5400000">
            <a:off x="2838100" y="3122863"/>
            <a:ext cx="325200" cy="1941600"/>
          </a:xfrm>
          <a:prstGeom prst="bentConnector2">
            <a:avLst/>
          </a:prstGeom>
          <a:noFill/>
          <a:ln cap="flat" cmpd="sng" w="9525">
            <a:solidFill>
              <a:schemeClr val="dk2"/>
            </a:solidFill>
            <a:prstDash val="solid"/>
            <a:round/>
            <a:headEnd len="med" w="med" type="none"/>
            <a:tailEnd len="med" w="med" type="triangle"/>
          </a:ln>
        </p:spPr>
      </p:cxnSp>
      <p:cxnSp>
        <p:nvCxnSpPr>
          <p:cNvPr id="302" name="Google Shape;302;p25"/>
          <p:cNvCxnSpPr>
            <a:stCxn id="295" idx="1"/>
            <a:endCxn id="296" idx="0"/>
          </p:cNvCxnSpPr>
          <p:nvPr/>
        </p:nvCxnSpPr>
        <p:spPr>
          <a:xfrm flipH="1">
            <a:off x="1840050" y="2999500"/>
            <a:ext cx="105300" cy="527700"/>
          </a:xfrm>
          <a:prstGeom prst="bentConnector2">
            <a:avLst/>
          </a:prstGeom>
          <a:noFill/>
          <a:ln cap="flat" cmpd="sng" w="9525">
            <a:solidFill>
              <a:schemeClr val="dk2"/>
            </a:solidFill>
            <a:prstDash val="solid"/>
            <a:round/>
            <a:headEnd len="med" w="med" type="none"/>
            <a:tailEnd len="med" w="med" type="triangle"/>
          </a:ln>
        </p:spPr>
      </p:cxnSp>
      <p:sp>
        <p:nvSpPr>
          <p:cNvPr id="303" name="Google Shape;303;p25"/>
          <p:cNvSpPr txBox="1"/>
          <p:nvPr>
            <p:ph idx="1" type="body"/>
          </p:nvPr>
        </p:nvSpPr>
        <p:spPr>
          <a:xfrm>
            <a:off x="311700" y="766550"/>
            <a:ext cx="8477700" cy="868200"/>
          </a:xfrm>
          <a:prstGeom prst="rect">
            <a:avLst/>
          </a:prstGeom>
        </p:spPr>
        <p:txBody>
          <a:bodyPr anchorCtr="0" anchor="ctr" bIns="91425" lIns="91425" spcFirstLastPara="1" rIns="91425" wrap="square" tIns="91425">
            <a:normAutofit/>
          </a:bodyPr>
          <a:lstStyle/>
          <a:p>
            <a:pPr indent="0" lvl="0" marL="0" rtl="0" algn="l">
              <a:lnSpc>
                <a:spcPct val="100000"/>
              </a:lnSpc>
              <a:spcBef>
                <a:spcPts val="0"/>
              </a:spcBef>
              <a:spcAft>
                <a:spcPts val="0"/>
              </a:spcAft>
              <a:buNone/>
            </a:pPr>
            <a:r>
              <a:rPr lang="en" sz="1400">
                <a:solidFill>
                  <a:schemeClr val="dk1"/>
                </a:solidFill>
              </a:rPr>
              <a:t>If grade is equal to or above 90, print ‘A’, else if grade is between 85 and below 90, print ‘A-’, else, print ‘Some other grade’.</a:t>
            </a:r>
            <a:endParaRPr sz="1400"/>
          </a:p>
        </p:txBody>
      </p:sp>
      <p:cxnSp>
        <p:nvCxnSpPr>
          <p:cNvPr id="304" name="Google Shape;304;p25"/>
          <p:cNvCxnSpPr>
            <a:stCxn id="287" idx="3"/>
            <a:endCxn id="295" idx="0"/>
          </p:cNvCxnSpPr>
          <p:nvPr/>
        </p:nvCxnSpPr>
        <p:spPr>
          <a:xfrm flipH="1">
            <a:off x="3083850" y="2355050"/>
            <a:ext cx="4800" cy="282900"/>
          </a:xfrm>
          <a:prstGeom prst="straightConnector1">
            <a:avLst/>
          </a:prstGeom>
          <a:noFill/>
          <a:ln cap="flat" cmpd="sng" w="9525">
            <a:solidFill>
              <a:schemeClr val="dk2"/>
            </a:solidFill>
            <a:prstDash val="solid"/>
            <a:round/>
            <a:headEnd len="med" w="med" type="none"/>
            <a:tailEnd len="med" w="med" type="triangle"/>
          </a:ln>
        </p:spPr>
      </p:cxnSp>
      <p:cxnSp>
        <p:nvCxnSpPr>
          <p:cNvPr id="305" name="Google Shape;305;p25"/>
          <p:cNvCxnSpPr>
            <a:stCxn id="287" idx="1"/>
          </p:cNvCxnSpPr>
          <p:nvPr/>
        </p:nvCxnSpPr>
        <p:spPr>
          <a:xfrm>
            <a:off x="599550" y="2355050"/>
            <a:ext cx="7200" cy="430500"/>
          </a:xfrm>
          <a:prstGeom prst="straightConnector1">
            <a:avLst/>
          </a:prstGeom>
          <a:noFill/>
          <a:ln cap="flat" cmpd="sng" w="9525">
            <a:solidFill>
              <a:schemeClr val="dk2"/>
            </a:solidFill>
            <a:prstDash val="solid"/>
            <a:round/>
            <a:headEnd len="med" w="med" type="none"/>
            <a:tailEnd len="med" w="med" type="triangle"/>
          </a:ln>
        </p:spPr>
      </p:cxnSp>
      <p:cxnSp>
        <p:nvCxnSpPr>
          <p:cNvPr id="306" name="Google Shape;306;p25"/>
          <p:cNvCxnSpPr>
            <a:stCxn id="295" idx="3"/>
          </p:cNvCxnSpPr>
          <p:nvPr/>
        </p:nvCxnSpPr>
        <p:spPr>
          <a:xfrm flipH="1">
            <a:off x="4212750" y="2999500"/>
            <a:ext cx="9900" cy="5520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26"/>
          <p:cNvSpPr txBox="1"/>
          <p:nvPr>
            <p:ph type="title"/>
          </p:nvPr>
        </p:nvSpPr>
        <p:spPr>
          <a:xfrm>
            <a:off x="311700" y="2926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if - else if - else Multiple Selection Statements (Contd)</a:t>
            </a:r>
            <a:endParaRPr/>
          </a:p>
        </p:txBody>
      </p:sp>
      <p:sp>
        <p:nvSpPr>
          <p:cNvPr id="312" name="Google Shape;312;p26"/>
          <p:cNvSpPr txBox="1"/>
          <p:nvPr/>
        </p:nvSpPr>
        <p:spPr>
          <a:xfrm>
            <a:off x="4742650" y="1941975"/>
            <a:ext cx="4251000" cy="2485800"/>
          </a:xfrm>
          <a:prstGeom prst="rect">
            <a:avLst/>
          </a:prstGeom>
          <a:solidFill>
            <a:srgbClr val="EEEEEE"/>
          </a:solidFill>
          <a:ln cap="flat" cmpd="sng" w="952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292100" lvl="0" marL="457200" rtl="0" algn="l">
              <a:lnSpc>
                <a:spcPct val="150000"/>
              </a:lnSpc>
              <a:spcBef>
                <a:spcPts val="0"/>
              </a:spcBef>
              <a:spcAft>
                <a:spcPts val="0"/>
              </a:spcAft>
              <a:buClr>
                <a:schemeClr val="dk1"/>
              </a:buClr>
              <a:buSzPts val="1000"/>
              <a:buFont typeface="Courier New"/>
              <a:buAutoNum type="arabicPeriod"/>
            </a:pPr>
            <a:r>
              <a:rPr lang="en" sz="1000">
                <a:solidFill>
                  <a:schemeClr val="dk1"/>
                </a:solidFill>
                <a:latin typeface="Courier New"/>
                <a:ea typeface="Courier New"/>
                <a:cs typeface="Courier New"/>
                <a:sym typeface="Courier New"/>
              </a:rPr>
              <a:t>int num = -5;</a:t>
            </a:r>
            <a:endParaRPr sz="1000">
              <a:solidFill>
                <a:schemeClr val="dk1"/>
              </a:solidFill>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solidFill>
                  <a:srgbClr val="0000FF"/>
                </a:solidFill>
                <a:highlight>
                  <a:schemeClr val="lt2"/>
                </a:highlight>
                <a:latin typeface="Courier New"/>
                <a:ea typeface="Courier New"/>
                <a:cs typeface="Courier New"/>
                <a:sym typeface="Courier New"/>
              </a:rPr>
              <a:t>if</a:t>
            </a:r>
            <a:r>
              <a:rPr lang="en" sz="1000">
                <a:highlight>
                  <a:schemeClr val="lt2"/>
                </a:highlight>
                <a:latin typeface="Courier New"/>
                <a:ea typeface="Courier New"/>
                <a:cs typeface="Courier New"/>
                <a:sym typeface="Courier New"/>
              </a:rPr>
              <a:t> (num &gt; 0) {</a:t>
            </a:r>
            <a:endParaRPr sz="1000">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highlight>
                  <a:schemeClr val="lt2"/>
                </a:highlight>
                <a:latin typeface="Courier New"/>
                <a:ea typeface="Courier New"/>
                <a:cs typeface="Courier New"/>
                <a:sym typeface="Courier New"/>
              </a:rPr>
              <a:t>    </a:t>
            </a:r>
            <a:r>
              <a:rPr lang="en" sz="1100">
                <a:solidFill>
                  <a:schemeClr val="dk1"/>
                </a:solidFill>
                <a:highlight>
                  <a:schemeClr val="lt2"/>
                </a:highlight>
                <a:latin typeface="Courier New"/>
                <a:ea typeface="Courier New"/>
                <a:cs typeface="Courier New"/>
                <a:sym typeface="Courier New"/>
              </a:rPr>
              <a:t>System.out.println(</a:t>
            </a:r>
            <a:r>
              <a:rPr lang="en" sz="1100">
                <a:solidFill>
                  <a:srgbClr val="38761D"/>
                </a:solidFill>
                <a:highlight>
                  <a:schemeClr val="lt2"/>
                </a:highlight>
                <a:latin typeface="Courier New"/>
                <a:ea typeface="Courier New"/>
                <a:cs typeface="Courier New"/>
                <a:sym typeface="Courier New"/>
              </a:rPr>
              <a:t>"Positive"</a:t>
            </a:r>
            <a:r>
              <a:rPr lang="en" sz="1100">
                <a:solidFill>
                  <a:schemeClr val="dk1"/>
                </a:solidFill>
                <a:highlight>
                  <a:schemeClr val="lt2"/>
                </a:highlight>
                <a:latin typeface="Courier New"/>
                <a:ea typeface="Courier New"/>
                <a:cs typeface="Courier New"/>
                <a:sym typeface="Courier New"/>
              </a:rPr>
              <a:t>);</a:t>
            </a:r>
            <a:endParaRPr sz="1000">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highlight>
                  <a:schemeClr val="lt2"/>
                </a:highlight>
                <a:latin typeface="Courier New"/>
                <a:ea typeface="Courier New"/>
                <a:cs typeface="Courier New"/>
                <a:sym typeface="Courier New"/>
              </a:rPr>
              <a:t>}</a:t>
            </a:r>
            <a:endParaRPr sz="1000">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solidFill>
                  <a:srgbClr val="0028FF"/>
                </a:solidFill>
                <a:highlight>
                  <a:schemeClr val="lt2"/>
                </a:highlight>
                <a:latin typeface="Courier New"/>
                <a:ea typeface="Courier New"/>
                <a:cs typeface="Courier New"/>
                <a:sym typeface="Courier New"/>
              </a:rPr>
              <a:t>else if </a:t>
            </a:r>
            <a:r>
              <a:rPr lang="en" sz="1000">
                <a:solidFill>
                  <a:schemeClr val="dk1"/>
                </a:solidFill>
                <a:highlight>
                  <a:schemeClr val="lt2"/>
                </a:highlight>
                <a:latin typeface="Courier New"/>
                <a:ea typeface="Courier New"/>
                <a:cs typeface="Courier New"/>
                <a:sym typeface="Courier New"/>
              </a:rPr>
              <a:t>(num &lt; 0) {</a:t>
            </a:r>
            <a:endParaRPr sz="1000">
              <a:solidFill>
                <a:schemeClr val="dk1"/>
              </a:solidFill>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Clr>
                <a:schemeClr val="dk1"/>
              </a:buClr>
              <a:buSzPts val="1000"/>
              <a:buFont typeface="Courier New"/>
              <a:buAutoNum type="arabicPeriod"/>
            </a:pPr>
            <a:r>
              <a:rPr lang="en" sz="1000">
                <a:solidFill>
                  <a:schemeClr val="dk1"/>
                </a:solidFill>
                <a:highlight>
                  <a:schemeClr val="lt2"/>
                </a:highlight>
                <a:latin typeface="Courier New"/>
                <a:ea typeface="Courier New"/>
                <a:cs typeface="Courier New"/>
                <a:sym typeface="Courier New"/>
              </a:rPr>
              <a:t>    </a:t>
            </a:r>
            <a:r>
              <a:rPr lang="en" sz="1100">
                <a:solidFill>
                  <a:schemeClr val="dk1"/>
                </a:solidFill>
                <a:highlight>
                  <a:schemeClr val="lt2"/>
                </a:highlight>
                <a:latin typeface="Courier New"/>
                <a:ea typeface="Courier New"/>
                <a:cs typeface="Courier New"/>
                <a:sym typeface="Courier New"/>
              </a:rPr>
              <a:t>System.out.println(</a:t>
            </a:r>
            <a:r>
              <a:rPr lang="en" sz="1100">
                <a:solidFill>
                  <a:srgbClr val="38761D"/>
                </a:solidFill>
                <a:highlight>
                  <a:schemeClr val="lt2"/>
                </a:highlight>
                <a:latin typeface="Courier New"/>
                <a:ea typeface="Courier New"/>
                <a:cs typeface="Courier New"/>
                <a:sym typeface="Courier New"/>
              </a:rPr>
              <a:t>"Negative"</a:t>
            </a:r>
            <a:r>
              <a:rPr lang="en" sz="1100">
                <a:solidFill>
                  <a:schemeClr val="dk1"/>
                </a:solidFill>
                <a:highlight>
                  <a:schemeClr val="lt2"/>
                </a:highlight>
                <a:latin typeface="Courier New"/>
                <a:ea typeface="Courier New"/>
                <a:cs typeface="Courier New"/>
                <a:sym typeface="Courier New"/>
              </a:rPr>
              <a:t>);</a:t>
            </a:r>
            <a:endParaRPr sz="1000">
              <a:solidFill>
                <a:schemeClr val="dk1"/>
              </a:solidFill>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Clr>
                <a:schemeClr val="dk1"/>
              </a:buClr>
              <a:buSzPts val="1000"/>
              <a:buFont typeface="Courier New"/>
              <a:buAutoNum type="arabicPeriod"/>
            </a:pPr>
            <a:r>
              <a:rPr lang="en" sz="1000">
                <a:solidFill>
                  <a:schemeClr val="dk1"/>
                </a:solidFill>
                <a:highlight>
                  <a:schemeClr val="lt2"/>
                </a:highlight>
                <a:latin typeface="Courier New"/>
                <a:ea typeface="Courier New"/>
                <a:cs typeface="Courier New"/>
                <a:sym typeface="Courier New"/>
              </a:rPr>
              <a:t>}</a:t>
            </a:r>
            <a:endParaRPr sz="1000">
              <a:solidFill>
                <a:schemeClr val="dk1"/>
              </a:solidFill>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solidFill>
                  <a:srgbClr val="0028FF"/>
                </a:solidFill>
                <a:highlight>
                  <a:schemeClr val="lt2"/>
                </a:highlight>
                <a:latin typeface="Courier New"/>
                <a:ea typeface="Courier New"/>
                <a:cs typeface="Courier New"/>
                <a:sym typeface="Courier New"/>
              </a:rPr>
              <a:t>else </a:t>
            </a:r>
            <a:r>
              <a:rPr lang="en" sz="1000">
                <a:highlight>
                  <a:schemeClr val="lt2"/>
                </a:highlight>
                <a:latin typeface="Courier New"/>
                <a:ea typeface="Courier New"/>
                <a:cs typeface="Courier New"/>
                <a:sym typeface="Courier New"/>
              </a:rPr>
              <a:t>{</a:t>
            </a:r>
            <a:endParaRPr sz="1000">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100">
                <a:solidFill>
                  <a:schemeClr val="dk1"/>
                </a:solidFill>
                <a:highlight>
                  <a:schemeClr val="lt2"/>
                </a:highlight>
                <a:latin typeface="Courier New"/>
                <a:ea typeface="Courier New"/>
                <a:cs typeface="Courier New"/>
                <a:sym typeface="Courier New"/>
              </a:rPr>
              <a:t>    System.out.println(</a:t>
            </a:r>
            <a:r>
              <a:rPr lang="en" sz="1100">
                <a:solidFill>
                  <a:srgbClr val="38761D"/>
                </a:solidFill>
                <a:highlight>
                  <a:schemeClr val="lt2"/>
                </a:highlight>
                <a:latin typeface="Courier New"/>
                <a:ea typeface="Courier New"/>
                <a:cs typeface="Courier New"/>
                <a:sym typeface="Courier New"/>
              </a:rPr>
              <a:t>"Zero"</a:t>
            </a:r>
            <a:r>
              <a:rPr lang="en" sz="1100">
                <a:solidFill>
                  <a:schemeClr val="dk1"/>
                </a:solidFill>
                <a:highlight>
                  <a:schemeClr val="lt2"/>
                </a:highlight>
                <a:latin typeface="Courier New"/>
                <a:ea typeface="Courier New"/>
                <a:cs typeface="Courier New"/>
                <a:sym typeface="Courier New"/>
              </a:rPr>
              <a:t>);</a:t>
            </a:r>
            <a:endParaRPr sz="1000">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highlight>
                  <a:schemeClr val="lt2"/>
                </a:highlight>
                <a:latin typeface="Courier New"/>
                <a:ea typeface="Courier New"/>
                <a:cs typeface="Courier New"/>
                <a:sym typeface="Courier New"/>
              </a:rPr>
              <a:t>}</a:t>
            </a:r>
            <a:endParaRPr sz="1000">
              <a:latin typeface="Courier New"/>
              <a:ea typeface="Courier New"/>
              <a:cs typeface="Courier New"/>
              <a:sym typeface="Courier New"/>
            </a:endParaRPr>
          </a:p>
        </p:txBody>
      </p:sp>
      <p:sp>
        <p:nvSpPr>
          <p:cNvPr id="313" name="Google Shape;313;p26"/>
          <p:cNvSpPr/>
          <p:nvPr/>
        </p:nvSpPr>
        <p:spPr>
          <a:xfrm>
            <a:off x="1019100" y="1568625"/>
            <a:ext cx="1680600" cy="5727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if </a:t>
            </a:r>
            <a:endParaRPr sz="1200"/>
          </a:p>
          <a:p>
            <a:pPr indent="0" lvl="0" marL="0" rtl="0" algn="ctr">
              <a:spcBef>
                <a:spcPts val="0"/>
              </a:spcBef>
              <a:spcAft>
                <a:spcPts val="0"/>
              </a:spcAft>
              <a:buNone/>
            </a:pPr>
            <a:r>
              <a:rPr lang="en" sz="1200"/>
              <a:t>num &gt; 0 </a:t>
            </a:r>
            <a:endParaRPr sz="1200"/>
          </a:p>
        </p:txBody>
      </p:sp>
      <p:cxnSp>
        <p:nvCxnSpPr>
          <p:cNvPr id="314" name="Google Shape;314;p26"/>
          <p:cNvCxnSpPr>
            <a:stCxn id="315" idx="2"/>
            <a:endCxn id="313" idx="0"/>
          </p:cNvCxnSpPr>
          <p:nvPr/>
        </p:nvCxnSpPr>
        <p:spPr>
          <a:xfrm>
            <a:off x="1859400" y="1277325"/>
            <a:ext cx="0" cy="291300"/>
          </a:xfrm>
          <a:prstGeom prst="straightConnector1">
            <a:avLst/>
          </a:prstGeom>
          <a:noFill/>
          <a:ln cap="flat" cmpd="sng" w="9525">
            <a:solidFill>
              <a:schemeClr val="dk2"/>
            </a:solidFill>
            <a:prstDash val="solid"/>
            <a:round/>
            <a:headEnd len="med" w="med" type="none"/>
            <a:tailEnd len="med" w="med" type="triangle"/>
          </a:ln>
        </p:spPr>
      </p:cxnSp>
      <p:sp>
        <p:nvSpPr>
          <p:cNvPr id="316" name="Google Shape;316;p26"/>
          <p:cNvSpPr txBox="1"/>
          <p:nvPr/>
        </p:nvSpPr>
        <p:spPr>
          <a:xfrm>
            <a:off x="2608550" y="2631925"/>
            <a:ext cx="5835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t>TRUE</a:t>
            </a:r>
            <a:endParaRPr b="1" sz="900"/>
          </a:p>
        </p:txBody>
      </p:sp>
      <p:sp>
        <p:nvSpPr>
          <p:cNvPr id="317" name="Google Shape;317;p26"/>
          <p:cNvSpPr txBox="1"/>
          <p:nvPr/>
        </p:nvSpPr>
        <p:spPr>
          <a:xfrm>
            <a:off x="1306953" y="3204391"/>
            <a:ext cx="6612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t>FALSE</a:t>
            </a:r>
            <a:endParaRPr b="1" sz="900"/>
          </a:p>
        </p:txBody>
      </p:sp>
      <p:sp>
        <p:nvSpPr>
          <p:cNvPr id="318" name="Google Shape;318;p26"/>
          <p:cNvSpPr txBox="1"/>
          <p:nvPr>
            <p:ph idx="1" type="body"/>
          </p:nvPr>
        </p:nvSpPr>
        <p:spPr>
          <a:xfrm>
            <a:off x="4742650" y="766550"/>
            <a:ext cx="4046700" cy="868200"/>
          </a:xfrm>
          <a:prstGeom prst="rect">
            <a:avLst/>
          </a:prstGeom>
        </p:spPr>
        <p:txBody>
          <a:bodyPr anchorCtr="0" anchor="ctr" bIns="91425" lIns="91425" spcFirstLastPara="1" rIns="91425" wrap="square" tIns="91425">
            <a:normAutofit/>
          </a:bodyPr>
          <a:lstStyle/>
          <a:p>
            <a:pPr indent="0" lvl="0" marL="0" rtl="0" algn="l">
              <a:lnSpc>
                <a:spcPct val="100000"/>
              </a:lnSpc>
              <a:spcBef>
                <a:spcPts val="0"/>
              </a:spcBef>
              <a:spcAft>
                <a:spcPts val="0"/>
              </a:spcAft>
              <a:buNone/>
            </a:pPr>
            <a:r>
              <a:rPr lang="en" sz="1400">
                <a:solidFill>
                  <a:schemeClr val="dk1"/>
                </a:solidFill>
              </a:rPr>
              <a:t>Check if a number is positive or negative or equal to 0.</a:t>
            </a:r>
            <a:endParaRPr sz="1400"/>
          </a:p>
        </p:txBody>
      </p:sp>
      <p:sp>
        <p:nvSpPr>
          <p:cNvPr id="319" name="Google Shape;319;p26"/>
          <p:cNvSpPr/>
          <p:nvPr/>
        </p:nvSpPr>
        <p:spPr>
          <a:xfrm>
            <a:off x="1019100" y="2631925"/>
            <a:ext cx="1680600" cy="5943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else </a:t>
            </a:r>
            <a:r>
              <a:rPr lang="en" sz="1200"/>
              <a:t>if </a:t>
            </a:r>
            <a:endParaRPr sz="1200"/>
          </a:p>
          <a:p>
            <a:pPr indent="0" lvl="0" marL="0" rtl="0" algn="ctr">
              <a:spcBef>
                <a:spcPts val="0"/>
              </a:spcBef>
              <a:spcAft>
                <a:spcPts val="0"/>
              </a:spcAft>
              <a:buNone/>
            </a:pPr>
            <a:r>
              <a:rPr lang="en" sz="1200"/>
              <a:t>num &lt; 0 </a:t>
            </a:r>
            <a:endParaRPr sz="1200"/>
          </a:p>
        </p:txBody>
      </p:sp>
      <p:cxnSp>
        <p:nvCxnSpPr>
          <p:cNvPr id="320" name="Google Shape;320;p26"/>
          <p:cNvCxnSpPr>
            <a:stCxn id="313" idx="2"/>
            <a:endCxn id="319" idx="0"/>
          </p:cNvCxnSpPr>
          <p:nvPr/>
        </p:nvCxnSpPr>
        <p:spPr>
          <a:xfrm>
            <a:off x="1859400" y="2141325"/>
            <a:ext cx="0" cy="490500"/>
          </a:xfrm>
          <a:prstGeom prst="straightConnector1">
            <a:avLst/>
          </a:prstGeom>
          <a:noFill/>
          <a:ln cap="flat" cmpd="sng" w="9525">
            <a:solidFill>
              <a:schemeClr val="dk2"/>
            </a:solidFill>
            <a:prstDash val="solid"/>
            <a:round/>
            <a:headEnd len="med" w="med" type="none"/>
            <a:tailEnd len="med" w="med" type="triangle"/>
          </a:ln>
        </p:spPr>
      </p:cxnSp>
      <p:sp>
        <p:nvSpPr>
          <p:cNvPr id="321" name="Google Shape;321;p26"/>
          <p:cNvSpPr/>
          <p:nvPr/>
        </p:nvSpPr>
        <p:spPr>
          <a:xfrm>
            <a:off x="3497575" y="2083125"/>
            <a:ext cx="1123200" cy="3942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p</a:t>
            </a:r>
            <a:r>
              <a:rPr lang="en" sz="1200"/>
              <a:t>rint “Positive”</a:t>
            </a:r>
            <a:endParaRPr sz="1200"/>
          </a:p>
        </p:txBody>
      </p:sp>
      <p:cxnSp>
        <p:nvCxnSpPr>
          <p:cNvPr id="322" name="Google Shape;322;p26"/>
          <p:cNvCxnSpPr>
            <a:endCxn id="321" idx="0"/>
          </p:cNvCxnSpPr>
          <p:nvPr/>
        </p:nvCxnSpPr>
        <p:spPr>
          <a:xfrm flipH="1">
            <a:off x="4059175" y="1911525"/>
            <a:ext cx="2100" cy="171600"/>
          </a:xfrm>
          <a:prstGeom prst="straightConnector1">
            <a:avLst/>
          </a:prstGeom>
          <a:noFill/>
          <a:ln cap="flat" cmpd="sng" w="9525">
            <a:solidFill>
              <a:schemeClr val="dk2"/>
            </a:solidFill>
            <a:prstDash val="solid"/>
            <a:round/>
            <a:headEnd len="med" w="med" type="none"/>
            <a:tailEnd len="med" w="med" type="triangle"/>
          </a:ln>
        </p:spPr>
      </p:cxnSp>
      <p:cxnSp>
        <p:nvCxnSpPr>
          <p:cNvPr id="323" name="Google Shape;323;p26"/>
          <p:cNvCxnSpPr>
            <a:stCxn id="313" idx="3"/>
            <a:endCxn id="321" idx="0"/>
          </p:cNvCxnSpPr>
          <p:nvPr/>
        </p:nvCxnSpPr>
        <p:spPr>
          <a:xfrm>
            <a:off x="2699700" y="1854975"/>
            <a:ext cx="1359600" cy="228300"/>
          </a:xfrm>
          <a:prstGeom prst="bentConnector2">
            <a:avLst/>
          </a:prstGeom>
          <a:noFill/>
          <a:ln cap="flat" cmpd="sng" w="9525">
            <a:solidFill>
              <a:schemeClr val="dk2"/>
            </a:solidFill>
            <a:prstDash val="solid"/>
            <a:round/>
            <a:headEnd len="med" w="med" type="none"/>
            <a:tailEnd len="med" w="med" type="none"/>
          </a:ln>
        </p:spPr>
      </p:cxnSp>
      <p:sp>
        <p:nvSpPr>
          <p:cNvPr id="324" name="Google Shape;324;p26"/>
          <p:cNvSpPr/>
          <p:nvPr/>
        </p:nvSpPr>
        <p:spPr>
          <a:xfrm>
            <a:off x="2668000" y="3072925"/>
            <a:ext cx="1186800" cy="3942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p</a:t>
            </a:r>
            <a:r>
              <a:rPr lang="en" sz="1200"/>
              <a:t>rint “Negative”</a:t>
            </a:r>
            <a:endParaRPr sz="1200"/>
          </a:p>
        </p:txBody>
      </p:sp>
      <p:cxnSp>
        <p:nvCxnSpPr>
          <p:cNvPr id="325" name="Google Shape;325;p26"/>
          <p:cNvCxnSpPr>
            <a:endCxn id="324" idx="0"/>
          </p:cNvCxnSpPr>
          <p:nvPr/>
        </p:nvCxnSpPr>
        <p:spPr>
          <a:xfrm flipH="1">
            <a:off x="3261400" y="2901325"/>
            <a:ext cx="2100" cy="171600"/>
          </a:xfrm>
          <a:prstGeom prst="straightConnector1">
            <a:avLst/>
          </a:prstGeom>
          <a:noFill/>
          <a:ln cap="flat" cmpd="sng" w="9525">
            <a:solidFill>
              <a:schemeClr val="dk2"/>
            </a:solidFill>
            <a:prstDash val="solid"/>
            <a:round/>
            <a:headEnd len="med" w="med" type="none"/>
            <a:tailEnd len="med" w="med" type="triangle"/>
          </a:ln>
        </p:spPr>
      </p:cxnSp>
      <p:cxnSp>
        <p:nvCxnSpPr>
          <p:cNvPr id="326" name="Google Shape;326;p26"/>
          <p:cNvCxnSpPr>
            <a:stCxn id="319" idx="3"/>
            <a:endCxn id="324" idx="0"/>
          </p:cNvCxnSpPr>
          <p:nvPr/>
        </p:nvCxnSpPr>
        <p:spPr>
          <a:xfrm>
            <a:off x="2699700" y="2929075"/>
            <a:ext cx="561600" cy="144000"/>
          </a:xfrm>
          <a:prstGeom prst="bentConnector2">
            <a:avLst/>
          </a:prstGeom>
          <a:noFill/>
          <a:ln cap="flat" cmpd="sng" w="9525">
            <a:solidFill>
              <a:schemeClr val="dk2"/>
            </a:solidFill>
            <a:prstDash val="solid"/>
            <a:round/>
            <a:headEnd len="med" w="med" type="none"/>
            <a:tailEnd len="med" w="med" type="none"/>
          </a:ln>
        </p:spPr>
      </p:cxnSp>
      <p:cxnSp>
        <p:nvCxnSpPr>
          <p:cNvPr id="327" name="Google Shape;327;p26"/>
          <p:cNvCxnSpPr>
            <a:stCxn id="319" idx="2"/>
            <a:endCxn id="328" idx="0"/>
          </p:cNvCxnSpPr>
          <p:nvPr/>
        </p:nvCxnSpPr>
        <p:spPr>
          <a:xfrm>
            <a:off x="1859400" y="3226225"/>
            <a:ext cx="0" cy="468900"/>
          </a:xfrm>
          <a:prstGeom prst="straightConnector1">
            <a:avLst/>
          </a:prstGeom>
          <a:noFill/>
          <a:ln cap="flat" cmpd="sng" w="9525">
            <a:solidFill>
              <a:schemeClr val="dk2"/>
            </a:solidFill>
            <a:prstDash val="solid"/>
            <a:round/>
            <a:headEnd len="med" w="med" type="none"/>
            <a:tailEnd len="med" w="med" type="triangle"/>
          </a:ln>
        </p:spPr>
      </p:cxnSp>
      <p:sp>
        <p:nvSpPr>
          <p:cNvPr id="328" name="Google Shape;328;p26"/>
          <p:cNvSpPr/>
          <p:nvPr/>
        </p:nvSpPr>
        <p:spPr>
          <a:xfrm>
            <a:off x="1322250" y="3695225"/>
            <a:ext cx="1074300" cy="3942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p</a:t>
            </a:r>
            <a:r>
              <a:rPr lang="en" sz="1200"/>
              <a:t>rint “Zero”</a:t>
            </a:r>
            <a:endParaRPr sz="1200"/>
          </a:p>
        </p:txBody>
      </p:sp>
      <p:sp>
        <p:nvSpPr>
          <p:cNvPr id="329" name="Google Shape;329;p26"/>
          <p:cNvSpPr/>
          <p:nvPr/>
        </p:nvSpPr>
        <p:spPr>
          <a:xfrm>
            <a:off x="3071653" y="3723263"/>
            <a:ext cx="379500" cy="3381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30" name="Google Shape;330;p26"/>
          <p:cNvCxnSpPr>
            <a:stCxn id="328" idx="2"/>
            <a:endCxn id="329" idx="2"/>
          </p:cNvCxnSpPr>
          <p:nvPr/>
        </p:nvCxnSpPr>
        <p:spPr>
          <a:xfrm>
            <a:off x="2347275" y="3892325"/>
            <a:ext cx="724500" cy="0"/>
          </a:xfrm>
          <a:prstGeom prst="straightConnector1">
            <a:avLst/>
          </a:prstGeom>
          <a:noFill/>
          <a:ln cap="flat" cmpd="sng" w="9525">
            <a:solidFill>
              <a:schemeClr val="dk2"/>
            </a:solidFill>
            <a:prstDash val="solid"/>
            <a:round/>
            <a:headEnd len="med" w="med" type="none"/>
            <a:tailEnd len="med" w="med" type="triangle"/>
          </a:ln>
        </p:spPr>
      </p:cxnSp>
      <p:cxnSp>
        <p:nvCxnSpPr>
          <p:cNvPr id="331" name="Google Shape;331;p26"/>
          <p:cNvCxnSpPr>
            <a:stCxn id="324" idx="4"/>
            <a:endCxn id="329" idx="0"/>
          </p:cNvCxnSpPr>
          <p:nvPr/>
        </p:nvCxnSpPr>
        <p:spPr>
          <a:xfrm>
            <a:off x="3261400" y="3467125"/>
            <a:ext cx="0" cy="256200"/>
          </a:xfrm>
          <a:prstGeom prst="straightConnector1">
            <a:avLst/>
          </a:prstGeom>
          <a:noFill/>
          <a:ln cap="flat" cmpd="sng" w="9525">
            <a:solidFill>
              <a:schemeClr val="dk2"/>
            </a:solidFill>
            <a:prstDash val="solid"/>
            <a:round/>
            <a:headEnd len="med" w="med" type="none"/>
            <a:tailEnd len="med" w="med" type="triangle"/>
          </a:ln>
        </p:spPr>
      </p:cxnSp>
      <p:cxnSp>
        <p:nvCxnSpPr>
          <p:cNvPr id="332" name="Google Shape;332;p26"/>
          <p:cNvCxnSpPr>
            <a:stCxn id="321" idx="4"/>
            <a:endCxn id="329" idx="6"/>
          </p:cNvCxnSpPr>
          <p:nvPr/>
        </p:nvCxnSpPr>
        <p:spPr>
          <a:xfrm rot="5400000">
            <a:off x="3047575" y="2880825"/>
            <a:ext cx="1415100" cy="608100"/>
          </a:xfrm>
          <a:prstGeom prst="bentConnector2">
            <a:avLst/>
          </a:prstGeom>
          <a:noFill/>
          <a:ln cap="flat" cmpd="sng" w="9525">
            <a:solidFill>
              <a:schemeClr val="dk2"/>
            </a:solidFill>
            <a:prstDash val="solid"/>
            <a:round/>
            <a:headEnd len="med" w="med" type="none"/>
            <a:tailEnd len="med" w="med" type="triangle"/>
          </a:ln>
        </p:spPr>
      </p:cxnSp>
      <p:sp>
        <p:nvSpPr>
          <p:cNvPr id="333" name="Google Shape;333;p26"/>
          <p:cNvSpPr/>
          <p:nvPr/>
        </p:nvSpPr>
        <p:spPr>
          <a:xfrm>
            <a:off x="2821000" y="4456775"/>
            <a:ext cx="880794" cy="275994"/>
          </a:xfrm>
          <a:prstGeom prst="flowChartTermina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000000"/>
                </a:solidFill>
              </a:rPr>
              <a:t>END</a:t>
            </a:r>
            <a:endParaRPr sz="1200"/>
          </a:p>
        </p:txBody>
      </p:sp>
      <p:cxnSp>
        <p:nvCxnSpPr>
          <p:cNvPr id="334" name="Google Shape;334;p26"/>
          <p:cNvCxnSpPr>
            <a:stCxn id="329" idx="4"/>
            <a:endCxn id="333" idx="0"/>
          </p:cNvCxnSpPr>
          <p:nvPr/>
        </p:nvCxnSpPr>
        <p:spPr>
          <a:xfrm>
            <a:off x="3261403" y="4061363"/>
            <a:ext cx="0" cy="395400"/>
          </a:xfrm>
          <a:prstGeom prst="straightConnector1">
            <a:avLst/>
          </a:prstGeom>
          <a:noFill/>
          <a:ln cap="flat" cmpd="sng" w="9525">
            <a:solidFill>
              <a:schemeClr val="dk2"/>
            </a:solidFill>
            <a:prstDash val="solid"/>
            <a:round/>
            <a:headEnd len="med" w="med" type="none"/>
            <a:tailEnd len="med" w="med" type="triangle"/>
          </a:ln>
        </p:spPr>
      </p:cxnSp>
      <p:sp>
        <p:nvSpPr>
          <p:cNvPr id="335" name="Google Shape;335;p26"/>
          <p:cNvSpPr txBox="1"/>
          <p:nvPr/>
        </p:nvSpPr>
        <p:spPr>
          <a:xfrm>
            <a:off x="2699788" y="1587078"/>
            <a:ext cx="6612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t>TRUE</a:t>
            </a:r>
            <a:endParaRPr b="1" sz="900"/>
          </a:p>
        </p:txBody>
      </p:sp>
      <p:sp>
        <p:nvSpPr>
          <p:cNvPr id="336" name="Google Shape;336;p26"/>
          <p:cNvSpPr txBox="1"/>
          <p:nvPr/>
        </p:nvSpPr>
        <p:spPr>
          <a:xfrm>
            <a:off x="1306953" y="2225066"/>
            <a:ext cx="6612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t>FALSE</a:t>
            </a:r>
            <a:endParaRPr b="1" sz="900"/>
          </a:p>
        </p:txBody>
      </p:sp>
      <p:sp>
        <p:nvSpPr>
          <p:cNvPr id="337" name="Google Shape;337;p26"/>
          <p:cNvSpPr/>
          <p:nvPr/>
        </p:nvSpPr>
        <p:spPr>
          <a:xfrm>
            <a:off x="1419000" y="1001450"/>
            <a:ext cx="880794" cy="275994"/>
          </a:xfrm>
          <a:prstGeom prst="flowChartTermina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START</a:t>
            </a:r>
            <a:endParaRPr sz="12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27"/>
          <p:cNvSpPr txBox="1"/>
          <p:nvPr>
            <p:ph type="title"/>
          </p:nvPr>
        </p:nvSpPr>
        <p:spPr>
          <a:xfrm>
            <a:off x="311700" y="404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Nested</a:t>
            </a:r>
            <a:r>
              <a:rPr lang="en"/>
              <a:t> Decision Making</a:t>
            </a:r>
            <a:endParaRPr/>
          </a:p>
        </p:txBody>
      </p:sp>
      <p:sp>
        <p:nvSpPr>
          <p:cNvPr id="343" name="Google Shape;343;p27"/>
          <p:cNvSpPr txBox="1"/>
          <p:nvPr>
            <p:ph idx="1" type="body"/>
          </p:nvPr>
        </p:nvSpPr>
        <p:spPr>
          <a:xfrm>
            <a:off x="311700" y="1152475"/>
            <a:ext cx="8520600" cy="2504700"/>
          </a:xfrm>
          <a:prstGeom prst="rect">
            <a:avLst/>
          </a:prstGeom>
        </p:spPr>
        <p:txBody>
          <a:bodyPr anchorCtr="0" anchor="t" bIns="91425" lIns="91425" spcFirstLastPara="1" rIns="91425" wrap="square" tIns="91425">
            <a:noAutofit/>
          </a:bodyPr>
          <a:lstStyle/>
          <a:p>
            <a:pPr indent="-330200" lvl="0" marL="457200" rtl="0" algn="l">
              <a:lnSpc>
                <a:spcPct val="150000"/>
              </a:lnSpc>
              <a:spcBef>
                <a:spcPts val="0"/>
              </a:spcBef>
              <a:spcAft>
                <a:spcPts val="0"/>
              </a:spcAft>
              <a:buClr>
                <a:schemeClr val="dk1"/>
              </a:buClr>
              <a:buSzPts val="1600"/>
              <a:buChar char="●"/>
            </a:pPr>
            <a:r>
              <a:rPr lang="en" sz="1600">
                <a:solidFill>
                  <a:schemeClr val="dk1"/>
                </a:solidFill>
              </a:rPr>
              <a:t>A conditional statement contained inside another conditional statement.</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 sz="1600">
                <a:solidFill>
                  <a:schemeClr val="dk1"/>
                </a:solidFill>
              </a:rPr>
              <a:t>Statements inside are only evaluated if outer </a:t>
            </a:r>
            <a:r>
              <a:rPr lang="en" sz="1600">
                <a:solidFill>
                  <a:schemeClr val="dk1"/>
                </a:solidFill>
              </a:rPr>
              <a:t>branching</a:t>
            </a:r>
            <a:r>
              <a:rPr lang="en" sz="1600">
                <a:solidFill>
                  <a:schemeClr val="dk1"/>
                </a:solidFill>
              </a:rPr>
              <a:t> statements are true.</a:t>
            </a:r>
            <a:endParaRPr sz="1600">
              <a:solidFill>
                <a:schemeClr val="dk1"/>
              </a:solidFill>
            </a:endParaRPr>
          </a:p>
          <a:p>
            <a:pPr indent="-330200" lvl="1" marL="914400" rtl="0" algn="l">
              <a:lnSpc>
                <a:spcPct val="150000"/>
              </a:lnSpc>
              <a:spcBef>
                <a:spcPts val="0"/>
              </a:spcBef>
              <a:spcAft>
                <a:spcPts val="0"/>
              </a:spcAft>
              <a:buClr>
                <a:schemeClr val="dk1"/>
              </a:buClr>
              <a:buSzPts val="1600"/>
              <a:buChar char="○"/>
            </a:pPr>
            <a:r>
              <a:rPr lang="en" sz="1600">
                <a:solidFill>
                  <a:srgbClr val="0028FF"/>
                </a:solidFill>
              </a:rPr>
              <a:t>Use: </a:t>
            </a:r>
            <a:r>
              <a:rPr lang="en" sz="1600">
                <a:solidFill>
                  <a:schemeClr val="dk1"/>
                </a:solidFill>
              </a:rPr>
              <a:t>Building complex layered logic.</a:t>
            </a:r>
            <a:endParaRPr sz="1600">
              <a:solidFill>
                <a:schemeClr val="dk1"/>
              </a:solidFill>
            </a:endParaRPr>
          </a:p>
          <a:p>
            <a:pPr indent="0" lvl="0" marL="0" rtl="0" algn="l">
              <a:lnSpc>
                <a:spcPct val="150000"/>
              </a:lnSpc>
              <a:spcBef>
                <a:spcPts val="1200"/>
              </a:spcBef>
              <a:spcAft>
                <a:spcPts val="0"/>
              </a:spcAft>
              <a:buNone/>
            </a:pPr>
            <a:r>
              <a:t/>
            </a:r>
            <a:endParaRPr sz="1600">
              <a:solidFill>
                <a:schemeClr val="dk1"/>
              </a:solidFill>
            </a:endParaRPr>
          </a:p>
          <a:p>
            <a:pPr indent="0" lvl="0" marL="0" rtl="0" algn="l">
              <a:lnSpc>
                <a:spcPct val="150000"/>
              </a:lnSpc>
              <a:spcBef>
                <a:spcPts val="1200"/>
              </a:spcBef>
              <a:spcAft>
                <a:spcPts val="1200"/>
              </a:spcAft>
              <a:buNone/>
            </a:pPr>
            <a:r>
              <a:rPr lang="en" sz="1600">
                <a:solidFill>
                  <a:srgbClr val="0028FF"/>
                </a:solidFill>
              </a:rPr>
              <a:t>Use case:</a:t>
            </a:r>
            <a:r>
              <a:rPr lang="en" sz="1600">
                <a:solidFill>
                  <a:schemeClr val="dk1"/>
                </a:solidFill>
              </a:rPr>
              <a:t> </a:t>
            </a:r>
            <a:r>
              <a:rPr lang="en" sz="1600">
                <a:solidFill>
                  <a:schemeClr val="dk1"/>
                </a:solidFill>
              </a:rPr>
              <a:t>Checking</a:t>
            </a:r>
            <a:r>
              <a:rPr lang="en" sz="1600">
                <a:solidFill>
                  <a:schemeClr val="dk1"/>
                </a:solidFill>
              </a:rPr>
              <a:t> if an even number is a prime number will require nested if statements. Outer if statement will check if the number is even or not and the inner if will check if the number is prime or not.</a:t>
            </a:r>
            <a:endParaRPr sz="16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28"/>
          <p:cNvSpPr txBox="1"/>
          <p:nvPr/>
        </p:nvSpPr>
        <p:spPr>
          <a:xfrm>
            <a:off x="4765800" y="1456075"/>
            <a:ext cx="4028100" cy="2647500"/>
          </a:xfrm>
          <a:prstGeom prst="rect">
            <a:avLst/>
          </a:prstGeom>
          <a:solidFill>
            <a:srgbClr val="EEEEEE"/>
          </a:solidFill>
          <a:ln cap="flat" cmpd="sng" w="952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292100" lvl="0" marL="457200" rtl="0" algn="l">
              <a:lnSpc>
                <a:spcPct val="150000"/>
              </a:lnSpc>
              <a:spcBef>
                <a:spcPts val="0"/>
              </a:spcBef>
              <a:spcAft>
                <a:spcPts val="0"/>
              </a:spcAft>
              <a:buSzPts val="1000"/>
              <a:buFont typeface="Courier New"/>
              <a:buAutoNum type="arabicPeriod"/>
            </a:pPr>
            <a:r>
              <a:rPr lang="en" sz="1000">
                <a:solidFill>
                  <a:srgbClr val="0000FF"/>
                </a:solidFill>
                <a:highlight>
                  <a:schemeClr val="lt2"/>
                </a:highlight>
                <a:latin typeface="Courier New"/>
                <a:ea typeface="Courier New"/>
                <a:cs typeface="Courier New"/>
                <a:sym typeface="Courier New"/>
              </a:rPr>
              <a:t>if</a:t>
            </a:r>
            <a:r>
              <a:rPr lang="en" sz="1000">
                <a:highlight>
                  <a:schemeClr val="lt2"/>
                </a:highlight>
                <a:latin typeface="Courier New"/>
                <a:ea typeface="Courier New"/>
                <a:cs typeface="Courier New"/>
                <a:sym typeface="Courier New"/>
              </a:rPr>
              <a:t> (condition) {</a:t>
            </a:r>
            <a:endParaRPr sz="1000">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highlight>
                  <a:schemeClr val="lt2"/>
                </a:highlight>
                <a:latin typeface="Courier New"/>
                <a:ea typeface="Courier New"/>
                <a:cs typeface="Courier New"/>
                <a:sym typeface="Courier New"/>
              </a:rPr>
              <a:t>       </a:t>
            </a:r>
            <a:r>
              <a:rPr lang="en" sz="1000">
                <a:solidFill>
                  <a:srgbClr val="0028FF"/>
                </a:solidFill>
                <a:highlight>
                  <a:schemeClr val="lt2"/>
                </a:highlight>
                <a:latin typeface="Courier New"/>
                <a:ea typeface="Courier New"/>
                <a:cs typeface="Courier New"/>
                <a:sym typeface="Courier New"/>
              </a:rPr>
              <a:t>if </a:t>
            </a:r>
            <a:r>
              <a:rPr lang="en" sz="1000">
                <a:highlight>
                  <a:schemeClr val="lt2"/>
                </a:highlight>
                <a:latin typeface="Courier New"/>
                <a:ea typeface="Courier New"/>
                <a:cs typeface="Courier New"/>
                <a:sym typeface="Courier New"/>
              </a:rPr>
              <a:t>(condition) {</a:t>
            </a:r>
            <a:endParaRPr sz="1000">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highlight>
                  <a:schemeClr val="lt2"/>
                </a:highlight>
                <a:latin typeface="Courier New"/>
                <a:ea typeface="Courier New"/>
                <a:cs typeface="Courier New"/>
                <a:sym typeface="Courier New"/>
              </a:rPr>
              <a:t>           </a:t>
            </a:r>
            <a:r>
              <a:rPr lang="en" sz="1000">
                <a:highlight>
                  <a:srgbClr val="FFFD00"/>
                </a:highlight>
                <a:latin typeface="Courier New"/>
                <a:ea typeface="Courier New"/>
                <a:cs typeface="Courier New"/>
                <a:sym typeface="Courier New"/>
              </a:rPr>
              <a:t>nested if inside if block;</a:t>
            </a:r>
            <a:endParaRPr sz="1000">
              <a:highlight>
                <a:srgbClr val="FFFD00"/>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highlight>
                  <a:srgbClr val="EEEEEE"/>
                </a:highlight>
                <a:latin typeface="Courier New"/>
                <a:ea typeface="Courier New"/>
                <a:cs typeface="Courier New"/>
                <a:sym typeface="Courier New"/>
              </a:rPr>
              <a:t>        }</a:t>
            </a:r>
            <a:endParaRPr sz="1000">
              <a:highlight>
                <a:srgbClr val="EEEEEE"/>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highlight>
                  <a:srgbClr val="EEEEEE"/>
                </a:highlight>
                <a:latin typeface="Courier New"/>
                <a:ea typeface="Courier New"/>
                <a:cs typeface="Courier New"/>
                <a:sym typeface="Courier New"/>
              </a:rPr>
              <a:t>        </a:t>
            </a:r>
            <a:r>
              <a:rPr lang="en" sz="1000">
                <a:solidFill>
                  <a:srgbClr val="0028FF"/>
                </a:solidFill>
                <a:highlight>
                  <a:srgbClr val="EEEEEE"/>
                </a:highlight>
                <a:latin typeface="Courier New"/>
                <a:ea typeface="Courier New"/>
                <a:cs typeface="Courier New"/>
                <a:sym typeface="Courier New"/>
              </a:rPr>
              <a:t>else </a:t>
            </a:r>
            <a:r>
              <a:rPr lang="en" sz="1000">
                <a:highlight>
                  <a:srgbClr val="EEEEEE"/>
                </a:highlight>
                <a:latin typeface="Courier New"/>
                <a:ea typeface="Courier New"/>
                <a:cs typeface="Courier New"/>
                <a:sym typeface="Courier New"/>
              </a:rPr>
              <a:t>{</a:t>
            </a:r>
            <a:endParaRPr sz="1000">
              <a:highlight>
                <a:srgbClr val="EEEEEE"/>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highlight>
                  <a:srgbClr val="EEEEEE"/>
                </a:highlight>
                <a:latin typeface="Courier New"/>
                <a:ea typeface="Courier New"/>
                <a:cs typeface="Courier New"/>
                <a:sym typeface="Courier New"/>
              </a:rPr>
              <a:t>           </a:t>
            </a:r>
            <a:r>
              <a:rPr lang="en" sz="1000">
                <a:solidFill>
                  <a:schemeClr val="dk1"/>
                </a:solidFill>
                <a:highlight>
                  <a:srgbClr val="FFFD00"/>
                </a:highlight>
                <a:latin typeface="Courier New"/>
                <a:ea typeface="Courier New"/>
                <a:cs typeface="Courier New"/>
                <a:sym typeface="Courier New"/>
              </a:rPr>
              <a:t>nested else inside if block;</a:t>
            </a:r>
            <a:endParaRPr sz="1000">
              <a:highlight>
                <a:srgbClr val="EEEEEE"/>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highlight>
                  <a:srgbClr val="EEEEEE"/>
                </a:highlight>
                <a:latin typeface="Courier New"/>
                <a:ea typeface="Courier New"/>
                <a:cs typeface="Courier New"/>
                <a:sym typeface="Courier New"/>
              </a:rPr>
              <a:t>         }</a:t>
            </a:r>
            <a:endParaRPr sz="1000">
              <a:highlight>
                <a:srgbClr val="EEEEEE"/>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highlight>
                  <a:schemeClr val="lt2"/>
                </a:highlight>
                <a:latin typeface="Courier New"/>
                <a:ea typeface="Courier New"/>
                <a:cs typeface="Courier New"/>
                <a:sym typeface="Courier New"/>
              </a:rPr>
              <a:t> }</a:t>
            </a:r>
            <a:endParaRPr sz="1000">
              <a:solidFill>
                <a:schemeClr val="dk1"/>
              </a:solidFill>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solidFill>
                  <a:srgbClr val="0028FF"/>
                </a:solidFill>
                <a:highlight>
                  <a:schemeClr val="lt2"/>
                </a:highlight>
                <a:latin typeface="Courier New"/>
                <a:ea typeface="Courier New"/>
                <a:cs typeface="Courier New"/>
                <a:sym typeface="Courier New"/>
              </a:rPr>
              <a:t>else </a:t>
            </a:r>
            <a:r>
              <a:rPr lang="en" sz="1000">
                <a:highlight>
                  <a:schemeClr val="lt2"/>
                </a:highlight>
                <a:latin typeface="Courier New"/>
                <a:ea typeface="Courier New"/>
                <a:cs typeface="Courier New"/>
                <a:sym typeface="Courier New"/>
              </a:rPr>
              <a:t>{</a:t>
            </a:r>
            <a:endParaRPr sz="1000">
              <a:solidFill>
                <a:schemeClr val="dk1"/>
              </a:solidFill>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Clr>
                <a:schemeClr val="dk1"/>
              </a:buClr>
              <a:buSzPts val="1000"/>
              <a:buFont typeface="Courier New"/>
              <a:buAutoNum type="arabicPeriod"/>
            </a:pPr>
            <a:r>
              <a:rPr lang="en" sz="1000">
                <a:solidFill>
                  <a:schemeClr val="dk1"/>
                </a:solidFill>
                <a:highlight>
                  <a:schemeClr val="lt2"/>
                </a:highlight>
                <a:latin typeface="Courier New"/>
                <a:ea typeface="Courier New"/>
                <a:cs typeface="Courier New"/>
                <a:sym typeface="Courier New"/>
              </a:rPr>
              <a:t>        </a:t>
            </a:r>
            <a:r>
              <a:rPr lang="en" sz="1000">
                <a:solidFill>
                  <a:schemeClr val="dk1"/>
                </a:solidFill>
                <a:highlight>
                  <a:srgbClr val="FFFD00"/>
                </a:highlight>
                <a:latin typeface="Courier New"/>
                <a:ea typeface="Courier New"/>
                <a:cs typeface="Courier New"/>
                <a:sym typeface="Courier New"/>
              </a:rPr>
              <a:t>else block;</a:t>
            </a:r>
            <a:endParaRPr sz="1000">
              <a:solidFill>
                <a:schemeClr val="dk1"/>
              </a:solidFill>
              <a:highlight>
                <a:srgbClr val="FFFD00"/>
              </a:highlight>
              <a:latin typeface="Courier New"/>
              <a:ea typeface="Courier New"/>
              <a:cs typeface="Courier New"/>
              <a:sym typeface="Courier New"/>
            </a:endParaRPr>
          </a:p>
          <a:p>
            <a:pPr indent="-292100" lvl="0" marL="457200" rtl="0" algn="l">
              <a:lnSpc>
                <a:spcPct val="150000"/>
              </a:lnSpc>
              <a:spcBef>
                <a:spcPts val="0"/>
              </a:spcBef>
              <a:spcAft>
                <a:spcPts val="0"/>
              </a:spcAft>
              <a:buClr>
                <a:schemeClr val="dk1"/>
              </a:buClr>
              <a:buSzPts val="1000"/>
              <a:buFont typeface="Courier New"/>
              <a:buAutoNum type="arabicPeriod"/>
            </a:pPr>
            <a:r>
              <a:rPr lang="en" sz="1000">
                <a:highlight>
                  <a:schemeClr val="lt2"/>
                </a:highlight>
                <a:latin typeface="Courier New"/>
                <a:ea typeface="Courier New"/>
                <a:cs typeface="Courier New"/>
                <a:sym typeface="Courier New"/>
              </a:rPr>
              <a:t>}</a:t>
            </a:r>
            <a:endParaRPr sz="1000">
              <a:latin typeface="Courier New"/>
              <a:ea typeface="Courier New"/>
              <a:cs typeface="Courier New"/>
              <a:sym typeface="Courier New"/>
            </a:endParaRPr>
          </a:p>
        </p:txBody>
      </p:sp>
      <p:sp>
        <p:nvSpPr>
          <p:cNvPr id="349" name="Google Shape;349;p28"/>
          <p:cNvSpPr/>
          <p:nvPr/>
        </p:nvSpPr>
        <p:spPr>
          <a:xfrm>
            <a:off x="1155489" y="1077150"/>
            <a:ext cx="970218" cy="326268"/>
          </a:xfrm>
          <a:prstGeom prst="flowChartTermina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rgbClr val="000000"/>
                </a:solidFill>
              </a:rPr>
              <a:t>START</a:t>
            </a:r>
            <a:endParaRPr sz="1300"/>
          </a:p>
        </p:txBody>
      </p:sp>
      <p:sp>
        <p:nvSpPr>
          <p:cNvPr id="350" name="Google Shape;350;p28"/>
          <p:cNvSpPr/>
          <p:nvPr/>
        </p:nvSpPr>
        <p:spPr>
          <a:xfrm>
            <a:off x="1335092" y="4684068"/>
            <a:ext cx="790614" cy="266166"/>
          </a:xfrm>
          <a:prstGeom prst="flowChartTermina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rgbClr val="000000"/>
                </a:solidFill>
              </a:rPr>
              <a:t>END</a:t>
            </a:r>
            <a:endParaRPr sz="1300"/>
          </a:p>
        </p:txBody>
      </p:sp>
      <p:sp>
        <p:nvSpPr>
          <p:cNvPr id="351" name="Google Shape;351;p28"/>
          <p:cNvSpPr/>
          <p:nvPr/>
        </p:nvSpPr>
        <p:spPr>
          <a:xfrm>
            <a:off x="749000" y="1590900"/>
            <a:ext cx="1778700" cy="6960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if Condition</a:t>
            </a:r>
            <a:endParaRPr sz="1100"/>
          </a:p>
        </p:txBody>
      </p:sp>
      <p:cxnSp>
        <p:nvCxnSpPr>
          <p:cNvPr id="352" name="Google Shape;352;p28"/>
          <p:cNvCxnSpPr>
            <a:stCxn id="349" idx="2"/>
            <a:endCxn id="351" idx="0"/>
          </p:cNvCxnSpPr>
          <p:nvPr/>
        </p:nvCxnSpPr>
        <p:spPr>
          <a:xfrm flipH="1">
            <a:off x="1638498" y="1403418"/>
            <a:ext cx="2100" cy="187500"/>
          </a:xfrm>
          <a:prstGeom prst="straightConnector1">
            <a:avLst/>
          </a:prstGeom>
          <a:noFill/>
          <a:ln cap="flat" cmpd="sng" w="9525">
            <a:solidFill>
              <a:schemeClr val="dk2"/>
            </a:solidFill>
            <a:prstDash val="solid"/>
            <a:round/>
            <a:headEnd len="med" w="med" type="none"/>
            <a:tailEnd len="med" w="med" type="triangle"/>
          </a:ln>
        </p:spPr>
      </p:cxnSp>
      <p:sp>
        <p:nvSpPr>
          <p:cNvPr id="353" name="Google Shape;353;p28"/>
          <p:cNvSpPr/>
          <p:nvPr/>
        </p:nvSpPr>
        <p:spPr>
          <a:xfrm>
            <a:off x="1540796" y="4103586"/>
            <a:ext cx="379200" cy="4143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54" name="Google Shape;354;p28"/>
          <p:cNvCxnSpPr>
            <a:stCxn id="353" idx="4"/>
            <a:endCxn id="350" idx="0"/>
          </p:cNvCxnSpPr>
          <p:nvPr/>
        </p:nvCxnSpPr>
        <p:spPr>
          <a:xfrm flipH="1" rot="-5400000">
            <a:off x="1647596" y="4600686"/>
            <a:ext cx="166200" cy="600"/>
          </a:xfrm>
          <a:prstGeom prst="bentConnector3">
            <a:avLst>
              <a:gd fmla="val 49994" name="adj1"/>
            </a:avLst>
          </a:prstGeom>
          <a:noFill/>
          <a:ln cap="flat" cmpd="sng" w="9525">
            <a:solidFill>
              <a:schemeClr val="dk2"/>
            </a:solidFill>
            <a:prstDash val="solid"/>
            <a:round/>
            <a:headEnd len="med" w="med" type="none"/>
            <a:tailEnd len="med" w="med" type="triangle"/>
          </a:ln>
        </p:spPr>
      </p:cxnSp>
      <p:sp>
        <p:nvSpPr>
          <p:cNvPr id="355" name="Google Shape;355;p28"/>
          <p:cNvSpPr/>
          <p:nvPr/>
        </p:nvSpPr>
        <p:spPr>
          <a:xfrm>
            <a:off x="2470800" y="2386938"/>
            <a:ext cx="1587000" cy="6960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Nested if condition</a:t>
            </a:r>
            <a:endParaRPr sz="1100"/>
          </a:p>
        </p:txBody>
      </p:sp>
      <p:cxnSp>
        <p:nvCxnSpPr>
          <p:cNvPr id="356" name="Google Shape;356;p28"/>
          <p:cNvCxnSpPr>
            <a:stCxn id="351" idx="3"/>
            <a:endCxn id="355" idx="0"/>
          </p:cNvCxnSpPr>
          <p:nvPr/>
        </p:nvCxnSpPr>
        <p:spPr>
          <a:xfrm>
            <a:off x="2527700" y="1938900"/>
            <a:ext cx="736500" cy="447900"/>
          </a:xfrm>
          <a:prstGeom prst="bentConnector2">
            <a:avLst/>
          </a:prstGeom>
          <a:noFill/>
          <a:ln cap="flat" cmpd="sng" w="9525">
            <a:solidFill>
              <a:schemeClr val="dk2"/>
            </a:solidFill>
            <a:prstDash val="solid"/>
            <a:round/>
            <a:headEnd len="med" w="med" type="none"/>
            <a:tailEnd len="med" w="med" type="triangle"/>
          </a:ln>
        </p:spPr>
      </p:cxnSp>
      <p:sp>
        <p:nvSpPr>
          <p:cNvPr id="357" name="Google Shape;357;p28"/>
          <p:cNvSpPr/>
          <p:nvPr/>
        </p:nvSpPr>
        <p:spPr>
          <a:xfrm>
            <a:off x="1927500" y="3276249"/>
            <a:ext cx="970200" cy="5184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nested if block</a:t>
            </a:r>
            <a:endParaRPr sz="1100"/>
          </a:p>
        </p:txBody>
      </p:sp>
      <p:sp>
        <p:nvSpPr>
          <p:cNvPr id="358" name="Google Shape;358;p28"/>
          <p:cNvSpPr/>
          <p:nvPr/>
        </p:nvSpPr>
        <p:spPr>
          <a:xfrm>
            <a:off x="3795588" y="3275482"/>
            <a:ext cx="970200" cy="5184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nested else block</a:t>
            </a:r>
            <a:endParaRPr sz="1100"/>
          </a:p>
        </p:txBody>
      </p:sp>
      <p:cxnSp>
        <p:nvCxnSpPr>
          <p:cNvPr id="359" name="Google Shape;359;p28"/>
          <p:cNvCxnSpPr>
            <a:stCxn id="355" idx="1"/>
          </p:cNvCxnSpPr>
          <p:nvPr/>
        </p:nvCxnSpPr>
        <p:spPr>
          <a:xfrm flipH="1">
            <a:off x="2259000" y="2734938"/>
            <a:ext cx="211800" cy="546600"/>
          </a:xfrm>
          <a:prstGeom prst="bentConnector2">
            <a:avLst/>
          </a:prstGeom>
          <a:noFill/>
          <a:ln cap="flat" cmpd="sng" w="9525">
            <a:solidFill>
              <a:schemeClr val="dk2"/>
            </a:solidFill>
            <a:prstDash val="solid"/>
            <a:round/>
            <a:headEnd len="med" w="med" type="none"/>
            <a:tailEnd len="med" w="med" type="triangle"/>
          </a:ln>
        </p:spPr>
      </p:cxnSp>
      <p:cxnSp>
        <p:nvCxnSpPr>
          <p:cNvPr id="360" name="Google Shape;360;p28"/>
          <p:cNvCxnSpPr>
            <a:stCxn id="355" idx="3"/>
            <a:endCxn id="358" idx="1"/>
          </p:cNvCxnSpPr>
          <p:nvPr/>
        </p:nvCxnSpPr>
        <p:spPr>
          <a:xfrm>
            <a:off x="4057800" y="2734938"/>
            <a:ext cx="287700" cy="540600"/>
          </a:xfrm>
          <a:prstGeom prst="bentConnector2">
            <a:avLst/>
          </a:prstGeom>
          <a:noFill/>
          <a:ln cap="flat" cmpd="sng" w="9525">
            <a:solidFill>
              <a:schemeClr val="dk2"/>
            </a:solidFill>
            <a:prstDash val="solid"/>
            <a:round/>
            <a:headEnd len="med" w="med" type="none"/>
            <a:tailEnd len="med" w="med" type="triangle"/>
          </a:ln>
        </p:spPr>
      </p:cxnSp>
      <p:cxnSp>
        <p:nvCxnSpPr>
          <p:cNvPr id="361" name="Google Shape;361;p28"/>
          <p:cNvCxnSpPr>
            <a:stCxn id="357" idx="5"/>
            <a:endCxn id="353" idx="0"/>
          </p:cNvCxnSpPr>
          <p:nvPr/>
        </p:nvCxnSpPr>
        <p:spPr>
          <a:xfrm flipH="1">
            <a:off x="1730400" y="3535449"/>
            <a:ext cx="261900" cy="568200"/>
          </a:xfrm>
          <a:prstGeom prst="bentConnector2">
            <a:avLst/>
          </a:prstGeom>
          <a:noFill/>
          <a:ln cap="flat" cmpd="sng" w="9525">
            <a:solidFill>
              <a:schemeClr val="dk2"/>
            </a:solidFill>
            <a:prstDash val="solid"/>
            <a:round/>
            <a:headEnd len="med" w="med" type="none"/>
            <a:tailEnd len="med" w="med" type="triangle"/>
          </a:ln>
        </p:spPr>
      </p:cxnSp>
      <p:cxnSp>
        <p:nvCxnSpPr>
          <p:cNvPr id="362" name="Google Shape;362;p28"/>
          <p:cNvCxnSpPr>
            <a:stCxn id="358" idx="4"/>
            <a:endCxn id="353" idx="6"/>
          </p:cNvCxnSpPr>
          <p:nvPr/>
        </p:nvCxnSpPr>
        <p:spPr>
          <a:xfrm rot="5400000">
            <a:off x="2841888" y="2871982"/>
            <a:ext cx="516900" cy="2360700"/>
          </a:xfrm>
          <a:prstGeom prst="bentConnector2">
            <a:avLst/>
          </a:prstGeom>
          <a:noFill/>
          <a:ln cap="flat" cmpd="sng" w="9525">
            <a:solidFill>
              <a:schemeClr val="dk2"/>
            </a:solidFill>
            <a:prstDash val="solid"/>
            <a:round/>
            <a:headEnd len="med" w="med" type="none"/>
            <a:tailEnd len="med" w="med" type="triangle"/>
          </a:ln>
        </p:spPr>
      </p:cxnSp>
      <p:sp>
        <p:nvSpPr>
          <p:cNvPr id="363" name="Google Shape;363;p28"/>
          <p:cNvSpPr txBox="1"/>
          <p:nvPr/>
        </p:nvSpPr>
        <p:spPr>
          <a:xfrm>
            <a:off x="3114274" y="1713499"/>
            <a:ext cx="790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t>TRUE</a:t>
            </a:r>
            <a:endParaRPr b="1" sz="1000"/>
          </a:p>
        </p:txBody>
      </p:sp>
      <p:sp>
        <p:nvSpPr>
          <p:cNvPr id="364" name="Google Shape;364;p28"/>
          <p:cNvSpPr txBox="1"/>
          <p:nvPr/>
        </p:nvSpPr>
        <p:spPr>
          <a:xfrm>
            <a:off x="309148" y="1575649"/>
            <a:ext cx="790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t>FALSE</a:t>
            </a:r>
            <a:endParaRPr b="1" sz="1000"/>
          </a:p>
        </p:txBody>
      </p:sp>
      <p:sp>
        <p:nvSpPr>
          <p:cNvPr id="365" name="Google Shape;365;p28"/>
          <p:cNvSpPr txBox="1"/>
          <p:nvPr/>
        </p:nvSpPr>
        <p:spPr>
          <a:xfrm>
            <a:off x="2101561" y="2461690"/>
            <a:ext cx="573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t>TRUE</a:t>
            </a:r>
            <a:endParaRPr b="1" sz="1000"/>
          </a:p>
        </p:txBody>
      </p:sp>
      <p:sp>
        <p:nvSpPr>
          <p:cNvPr id="366" name="Google Shape;366;p28"/>
          <p:cNvSpPr txBox="1"/>
          <p:nvPr/>
        </p:nvSpPr>
        <p:spPr>
          <a:xfrm>
            <a:off x="3792424" y="2416450"/>
            <a:ext cx="675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t>FALSE</a:t>
            </a:r>
            <a:endParaRPr b="1" sz="1000"/>
          </a:p>
        </p:txBody>
      </p:sp>
      <p:sp>
        <p:nvSpPr>
          <p:cNvPr id="367" name="Google Shape;367;p28"/>
          <p:cNvSpPr txBox="1"/>
          <p:nvPr>
            <p:ph type="title"/>
          </p:nvPr>
        </p:nvSpPr>
        <p:spPr>
          <a:xfrm>
            <a:off x="311700" y="404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Nested Decision Making (Contd)</a:t>
            </a:r>
            <a:endParaRPr/>
          </a:p>
        </p:txBody>
      </p:sp>
      <p:sp>
        <p:nvSpPr>
          <p:cNvPr id="368" name="Google Shape;368;p28"/>
          <p:cNvSpPr/>
          <p:nvPr/>
        </p:nvSpPr>
        <p:spPr>
          <a:xfrm>
            <a:off x="129438" y="2512882"/>
            <a:ext cx="970200" cy="5184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else block</a:t>
            </a:r>
            <a:endParaRPr sz="1100"/>
          </a:p>
        </p:txBody>
      </p:sp>
      <p:cxnSp>
        <p:nvCxnSpPr>
          <p:cNvPr id="369" name="Google Shape;369;p28"/>
          <p:cNvCxnSpPr>
            <a:stCxn id="351" idx="1"/>
            <a:endCxn id="368" idx="0"/>
          </p:cNvCxnSpPr>
          <p:nvPr/>
        </p:nvCxnSpPr>
        <p:spPr>
          <a:xfrm flipH="1">
            <a:off x="614600" y="1938900"/>
            <a:ext cx="134400" cy="573900"/>
          </a:xfrm>
          <a:prstGeom prst="bentConnector2">
            <a:avLst/>
          </a:prstGeom>
          <a:noFill/>
          <a:ln cap="flat" cmpd="sng" w="9525">
            <a:solidFill>
              <a:schemeClr val="dk2"/>
            </a:solidFill>
            <a:prstDash val="solid"/>
            <a:round/>
            <a:headEnd len="med" w="med" type="none"/>
            <a:tailEnd len="med" w="med" type="triangle"/>
          </a:ln>
        </p:spPr>
      </p:cxnSp>
      <p:cxnSp>
        <p:nvCxnSpPr>
          <p:cNvPr id="370" name="Google Shape;370;p28"/>
          <p:cNvCxnSpPr>
            <a:stCxn id="368" idx="3"/>
            <a:endCxn id="353" idx="2"/>
          </p:cNvCxnSpPr>
          <p:nvPr/>
        </p:nvCxnSpPr>
        <p:spPr>
          <a:xfrm flipH="1" rot="-5400000">
            <a:off x="405588" y="3175432"/>
            <a:ext cx="1279500" cy="991200"/>
          </a:xfrm>
          <a:prstGeom prst="bentConnector2">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4" name="Shape 374"/>
        <p:cNvGrpSpPr/>
        <p:nvPr/>
      </p:nvGrpSpPr>
      <p:grpSpPr>
        <a:xfrm>
          <a:off x="0" y="0"/>
          <a:ext cx="0" cy="0"/>
          <a:chOff x="0" y="0"/>
          <a:chExt cx="0" cy="0"/>
        </a:xfrm>
      </p:grpSpPr>
      <p:sp>
        <p:nvSpPr>
          <p:cNvPr id="375" name="Google Shape;375;p29"/>
          <p:cNvSpPr txBox="1"/>
          <p:nvPr>
            <p:ph type="title"/>
          </p:nvPr>
        </p:nvSpPr>
        <p:spPr>
          <a:xfrm>
            <a:off x="311700" y="1402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Nested Decision Making (Contd)</a:t>
            </a:r>
            <a:endParaRPr/>
          </a:p>
        </p:txBody>
      </p:sp>
      <p:sp>
        <p:nvSpPr>
          <p:cNvPr id="376" name="Google Shape;376;p29"/>
          <p:cNvSpPr txBox="1"/>
          <p:nvPr>
            <p:ph idx="1" type="body"/>
          </p:nvPr>
        </p:nvSpPr>
        <p:spPr>
          <a:xfrm>
            <a:off x="311700" y="619075"/>
            <a:ext cx="8520600" cy="531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600">
                <a:solidFill>
                  <a:schemeClr val="dk1"/>
                </a:solidFill>
              </a:rPr>
              <a:t>Design a flowchart that reads three numbers and prints the maximum number.</a:t>
            </a:r>
            <a:endParaRPr sz="16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6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1200"/>
              </a:spcAft>
              <a:buNone/>
            </a:pPr>
            <a:r>
              <a:t/>
            </a:r>
            <a:endParaRPr sz="1600">
              <a:solidFill>
                <a:schemeClr val="dk1"/>
              </a:solidFill>
            </a:endParaRPr>
          </a:p>
        </p:txBody>
      </p:sp>
      <p:sp>
        <p:nvSpPr>
          <p:cNvPr id="377" name="Google Shape;377;p29"/>
          <p:cNvSpPr/>
          <p:nvPr/>
        </p:nvSpPr>
        <p:spPr>
          <a:xfrm>
            <a:off x="1488959" y="1047575"/>
            <a:ext cx="877932" cy="260982"/>
          </a:xfrm>
          <a:prstGeom prst="flowChartTermina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000000"/>
                </a:solidFill>
              </a:rPr>
              <a:t>START</a:t>
            </a:r>
            <a:endParaRPr sz="1200"/>
          </a:p>
        </p:txBody>
      </p:sp>
      <p:sp>
        <p:nvSpPr>
          <p:cNvPr id="378" name="Google Shape;378;p29"/>
          <p:cNvSpPr/>
          <p:nvPr/>
        </p:nvSpPr>
        <p:spPr>
          <a:xfrm>
            <a:off x="1748002" y="4780268"/>
            <a:ext cx="715446" cy="260982"/>
          </a:xfrm>
          <a:prstGeom prst="flowChartTermina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000000"/>
                </a:solidFill>
              </a:rPr>
              <a:t>END</a:t>
            </a:r>
            <a:endParaRPr sz="1100"/>
          </a:p>
        </p:txBody>
      </p:sp>
      <p:sp>
        <p:nvSpPr>
          <p:cNvPr id="379" name="Google Shape;379;p29"/>
          <p:cNvSpPr/>
          <p:nvPr/>
        </p:nvSpPr>
        <p:spPr>
          <a:xfrm>
            <a:off x="1933225" y="4267686"/>
            <a:ext cx="343200" cy="3387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0" name="Google Shape;380;p29"/>
          <p:cNvCxnSpPr>
            <a:stCxn id="379" idx="4"/>
            <a:endCxn id="378" idx="0"/>
          </p:cNvCxnSpPr>
          <p:nvPr/>
        </p:nvCxnSpPr>
        <p:spPr>
          <a:xfrm flipH="1" rot="-5400000">
            <a:off x="2018275" y="4692936"/>
            <a:ext cx="174000" cy="900"/>
          </a:xfrm>
          <a:prstGeom prst="bentConnector3">
            <a:avLst>
              <a:gd fmla="val 49966" name="adj1"/>
            </a:avLst>
          </a:prstGeom>
          <a:noFill/>
          <a:ln cap="flat" cmpd="sng" w="9525">
            <a:solidFill>
              <a:schemeClr val="dk2"/>
            </a:solidFill>
            <a:prstDash val="solid"/>
            <a:round/>
            <a:headEnd len="med" w="med" type="none"/>
            <a:tailEnd len="med" w="med" type="stealth"/>
          </a:ln>
        </p:spPr>
      </p:cxnSp>
      <p:sp>
        <p:nvSpPr>
          <p:cNvPr id="381" name="Google Shape;381;p29"/>
          <p:cNvSpPr/>
          <p:nvPr/>
        </p:nvSpPr>
        <p:spPr>
          <a:xfrm>
            <a:off x="2218225" y="3173000"/>
            <a:ext cx="1915800" cy="4410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If num2&gt;num3</a:t>
            </a:r>
            <a:endParaRPr sz="1000"/>
          </a:p>
        </p:txBody>
      </p:sp>
      <p:sp>
        <p:nvSpPr>
          <p:cNvPr id="382" name="Google Shape;382;p29"/>
          <p:cNvSpPr/>
          <p:nvPr/>
        </p:nvSpPr>
        <p:spPr>
          <a:xfrm>
            <a:off x="83100" y="3392200"/>
            <a:ext cx="1167300" cy="3387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P</a:t>
            </a:r>
            <a:r>
              <a:rPr lang="en" sz="1100"/>
              <a:t>rint</a:t>
            </a:r>
            <a:r>
              <a:rPr lang="en" sz="1100"/>
              <a:t> num1</a:t>
            </a:r>
            <a:endParaRPr sz="1100"/>
          </a:p>
        </p:txBody>
      </p:sp>
      <p:cxnSp>
        <p:nvCxnSpPr>
          <p:cNvPr id="383" name="Google Shape;383;p29"/>
          <p:cNvCxnSpPr>
            <a:stCxn id="381" idx="1"/>
            <a:endCxn id="384" idx="0"/>
          </p:cNvCxnSpPr>
          <p:nvPr/>
        </p:nvCxnSpPr>
        <p:spPr>
          <a:xfrm flipH="1">
            <a:off x="2148925" y="3393500"/>
            <a:ext cx="69300" cy="361500"/>
          </a:xfrm>
          <a:prstGeom prst="bentConnector2">
            <a:avLst/>
          </a:prstGeom>
          <a:noFill/>
          <a:ln cap="flat" cmpd="sng" w="9525">
            <a:solidFill>
              <a:schemeClr val="dk2"/>
            </a:solidFill>
            <a:prstDash val="solid"/>
            <a:round/>
            <a:headEnd len="med" w="med" type="none"/>
            <a:tailEnd len="med" w="med" type="stealth"/>
          </a:ln>
        </p:spPr>
      </p:cxnSp>
      <p:sp>
        <p:nvSpPr>
          <p:cNvPr id="385" name="Google Shape;385;p29"/>
          <p:cNvSpPr txBox="1"/>
          <p:nvPr/>
        </p:nvSpPr>
        <p:spPr>
          <a:xfrm>
            <a:off x="437923" y="2664102"/>
            <a:ext cx="7152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t>TRUE</a:t>
            </a:r>
            <a:endParaRPr b="1" sz="1000"/>
          </a:p>
        </p:txBody>
      </p:sp>
      <p:sp>
        <p:nvSpPr>
          <p:cNvPr id="386" name="Google Shape;386;p29"/>
          <p:cNvSpPr txBox="1"/>
          <p:nvPr/>
        </p:nvSpPr>
        <p:spPr>
          <a:xfrm>
            <a:off x="4175300" y="3392189"/>
            <a:ext cx="7152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t>FALSE</a:t>
            </a:r>
            <a:endParaRPr b="1" sz="1000"/>
          </a:p>
        </p:txBody>
      </p:sp>
      <p:sp>
        <p:nvSpPr>
          <p:cNvPr id="387" name="Google Shape;387;p29"/>
          <p:cNvSpPr txBox="1"/>
          <p:nvPr/>
        </p:nvSpPr>
        <p:spPr>
          <a:xfrm>
            <a:off x="1664713" y="3403850"/>
            <a:ext cx="61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t>TRUE</a:t>
            </a:r>
            <a:endParaRPr b="1" sz="1000"/>
          </a:p>
        </p:txBody>
      </p:sp>
      <p:sp>
        <p:nvSpPr>
          <p:cNvPr id="388" name="Google Shape;388;p29"/>
          <p:cNvSpPr txBox="1"/>
          <p:nvPr/>
        </p:nvSpPr>
        <p:spPr>
          <a:xfrm>
            <a:off x="2822730" y="2695291"/>
            <a:ext cx="61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t>FALSE</a:t>
            </a:r>
            <a:endParaRPr b="1" sz="1000"/>
          </a:p>
        </p:txBody>
      </p:sp>
      <p:cxnSp>
        <p:nvCxnSpPr>
          <p:cNvPr id="389" name="Google Shape;389;p29"/>
          <p:cNvCxnSpPr>
            <a:stCxn id="377" idx="2"/>
            <a:endCxn id="390" idx="0"/>
          </p:cNvCxnSpPr>
          <p:nvPr/>
        </p:nvCxnSpPr>
        <p:spPr>
          <a:xfrm>
            <a:off x="1927925" y="1308557"/>
            <a:ext cx="0" cy="182100"/>
          </a:xfrm>
          <a:prstGeom prst="straightConnector1">
            <a:avLst/>
          </a:prstGeom>
          <a:noFill/>
          <a:ln cap="flat" cmpd="sng" w="9525">
            <a:solidFill>
              <a:schemeClr val="dk2"/>
            </a:solidFill>
            <a:prstDash val="solid"/>
            <a:round/>
            <a:headEnd len="med" w="med" type="none"/>
            <a:tailEnd len="med" w="med" type="triangle"/>
          </a:ln>
        </p:spPr>
      </p:cxnSp>
      <p:sp>
        <p:nvSpPr>
          <p:cNvPr id="391" name="Google Shape;391;p29"/>
          <p:cNvSpPr/>
          <p:nvPr/>
        </p:nvSpPr>
        <p:spPr>
          <a:xfrm>
            <a:off x="747650" y="2685663"/>
            <a:ext cx="2295000" cy="5310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if </a:t>
            </a:r>
            <a:r>
              <a:rPr lang="en" sz="1000"/>
              <a:t>num1&gt;num2 and num1&gt;num3</a:t>
            </a:r>
            <a:endParaRPr sz="1000"/>
          </a:p>
        </p:txBody>
      </p:sp>
      <p:cxnSp>
        <p:nvCxnSpPr>
          <p:cNvPr id="392" name="Google Shape;392;p29"/>
          <p:cNvCxnSpPr>
            <a:stCxn id="391" idx="1"/>
            <a:endCxn id="382" idx="0"/>
          </p:cNvCxnSpPr>
          <p:nvPr/>
        </p:nvCxnSpPr>
        <p:spPr>
          <a:xfrm flipH="1">
            <a:off x="666650" y="2951163"/>
            <a:ext cx="81000" cy="441000"/>
          </a:xfrm>
          <a:prstGeom prst="bentConnector2">
            <a:avLst/>
          </a:prstGeom>
          <a:noFill/>
          <a:ln cap="flat" cmpd="sng" w="9525">
            <a:solidFill>
              <a:schemeClr val="dk2"/>
            </a:solidFill>
            <a:prstDash val="solid"/>
            <a:round/>
            <a:headEnd len="med" w="med" type="none"/>
            <a:tailEnd len="med" w="med" type="stealth"/>
          </a:ln>
        </p:spPr>
      </p:cxnSp>
      <p:cxnSp>
        <p:nvCxnSpPr>
          <p:cNvPr id="393" name="Google Shape;393;p29"/>
          <p:cNvCxnSpPr>
            <a:stCxn id="382" idx="4"/>
            <a:endCxn id="379" idx="2"/>
          </p:cNvCxnSpPr>
          <p:nvPr/>
        </p:nvCxnSpPr>
        <p:spPr>
          <a:xfrm flipH="1" rot="-5400000">
            <a:off x="946950" y="3450700"/>
            <a:ext cx="706200" cy="1266600"/>
          </a:xfrm>
          <a:prstGeom prst="bentConnector2">
            <a:avLst/>
          </a:prstGeom>
          <a:noFill/>
          <a:ln cap="flat" cmpd="sng" w="9525">
            <a:solidFill>
              <a:schemeClr val="dk2"/>
            </a:solidFill>
            <a:prstDash val="solid"/>
            <a:round/>
            <a:headEnd len="med" w="med" type="none"/>
            <a:tailEnd len="med" w="med" type="stealth"/>
          </a:ln>
        </p:spPr>
      </p:cxnSp>
      <p:cxnSp>
        <p:nvCxnSpPr>
          <p:cNvPr id="394" name="Google Shape;394;p29"/>
          <p:cNvCxnSpPr>
            <a:stCxn id="395" idx="4"/>
            <a:endCxn id="379" idx="6"/>
          </p:cNvCxnSpPr>
          <p:nvPr/>
        </p:nvCxnSpPr>
        <p:spPr>
          <a:xfrm rot="5400000">
            <a:off x="3071725" y="3298475"/>
            <a:ext cx="343200" cy="1933800"/>
          </a:xfrm>
          <a:prstGeom prst="bentConnector2">
            <a:avLst/>
          </a:prstGeom>
          <a:noFill/>
          <a:ln cap="flat" cmpd="sng" w="9525">
            <a:solidFill>
              <a:schemeClr val="dk2"/>
            </a:solidFill>
            <a:prstDash val="solid"/>
            <a:round/>
            <a:headEnd len="med" w="med" type="none"/>
            <a:tailEnd len="med" w="med" type="stealth"/>
          </a:ln>
        </p:spPr>
      </p:cxnSp>
      <p:sp>
        <p:nvSpPr>
          <p:cNvPr id="396" name="Google Shape;396;p29"/>
          <p:cNvSpPr txBox="1"/>
          <p:nvPr/>
        </p:nvSpPr>
        <p:spPr>
          <a:xfrm>
            <a:off x="4857725" y="1073875"/>
            <a:ext cx="4114800" cy="3732600"/>
          </a:xfrm>
          <a:prstGeom prst="rect">
            <a:avLst/>
          </a:prstGeom>
          <a:solidFill>
            <a:srgbClr val="EEEEEE"/>
          </a:solidFill>
          <a:ln cap="flat" cmpd="sng" w="952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292100" lvl="0" marL="457200" rtl="0" algn="l">
              <a:lnSpc>
                <a:spcPct val="150000"/>
              </a:lnSpc>
              <a:spcBef>
                <a:spcPts val="0"/>
              </a:spcBef>
              <a:spcAft>
                <a:spcPts val="0"/>
              </a:spcAft>
              <a:buClr>
                <a:schemeClr val="dk1"/>
              </a:buClr>
              <a:buSzPts val="1000"/>
              <a:buFont typeface="Courier New"/>
              <a:buAutoNum type="arabicPeriod"/>
            </a:pPr>
            <a:r>
              <a:rPr lang="en" sz="1100">
                <a:solidFill>
                  <a:schemeClr val="dk1"/>
                </a:solidFill>
                <a:highlight>
                  <a:schemeClr val="lt2"/>
                </a:highlight>
                <a:latin typeface="Courier New"/>
                <a:ea typeface="Courier New"/>
                <a:cs typeface="Courier New"/>
                <a:sym typeface="Courier New"/>
              </a:rPr>
              <a:t>Scanner sc = </a:t>
            </a:r>
            <a:r>
              <a:rPr lang="en" sz="1100">
                <a:solidFill>
                  <a:srgbClr val="0000FF"/>
                </a:solidFill>
                <a:highlight>
                  <a:schemeClr val="lt2"/>
                </a:highlight>
                <a:latin typeface="Courier New"/>
                <a:ea typeface="Courier New"/>
                <a:cs typeface="Courier New"/>
                <a:sym typeface="Courier New"/>
              </a:rPr>
              <a:t>new </a:t>
            </a:r>
            <a:r>
              <a:rPr lang="en" sz="1100">
                <a:solidFill>
                  <a:schemeClr val="dk1"/>
                </a:solidFill>
                <a:highlight>
                  <a:schemeClr val="lt2"/>
                </a:highlight>
                <a:latin typeface="Courier New"/>
                <a:ea typeface="Courier New"/>
                <a:cs typeface="Courier New"/>
                <a:sym typeface="Courier New"/>
              </a:rPr>
              <a:t>Scanner(System.in);</a:t>
            </a:r>
            <a:endParaRPr sz="1100">
              <a:solidFill>
                <a:schemeClr val="dk1"/>
              </a:solidFill>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Clr>
                <a:schemeClr val="dk1"/>
              </a:buClr>
              <a:buSzPts val="1000"/>
              <a:buFont typeface="Courier New"/>
              <a:buAutoNum type="arabicPeriod"/>
            </a:pPr>
            <a:r>
              <a:rPr lang="en" sz="1100">
                <a:solidFill>
                  <a:schemeClr val="dk1"/>
                </a:solidFill>
                <a:highlight>
                  <a:schemeClr val="lt2"/>
                </a:highlight>
                <a:latin typeface="Courier New"/>
                <a:ea typeface="Courier New"/>
                <a:cs typeface="Courier New"/>
                <a:sym typeface="Courier New"/>
              </a:rPr>
              <a:t>int num1</a:t>
            </a:r>
            <a:r>
              <a:rPr lang="en" sz="1100">
                <a:solidFill>
                  <a:schemeClr val="dk1"/>
                </a:solidFill>
                <a:highlight>
                  <a:schemeClr val="lt2"/>
                </a:highlight>
                <a:latin typeface="Courier New"/>
                <a:ea typeface="Courier New"/>
                <a:cs typeface="Courier New"/>
                <a:sym typeface="Courier New"/>
              </a:rPr>
              <a:t>= sc.nextInt();</a:t>
            </a:r>
            <a:endParaRPr sz="1100">
              <a:solidFill>
                <a:schemeClr val="dk1"/>
              </a:solidFill>
              <a:highlight>
                <a:schemeClr val="lt2"/>
              </a:highlight>
              <a:latin typeface="Courier New"/>
              <a:ea typeface="Courier New"/>
              <a:cs typeface="Courier New"/>
              <a:sym typeface="Courier New"/>
            </a:endParaRPr>
          </a:p>
          <a:p>
            <a:pPr indent="-298450" lvl="0" marL="457200" rtl="0" algn="l">
              <a:lnSpc>
                <a:spcPct val="150000"/>
              </a:lnSpc>
              <a:spcBef>
                <a:spcPts val="0"/>
              </a:spcBef>
              <a:spcAft>
                <a:spcPts val="0"/>
              </a:spcAft>
              <a:buClr>
                <a:schemeClr val="dk1"/>
              </a:buClr>
              <a:buSzPts val="1100"/>
              <a:buFont typeface="Courier New"/>
              <a:buAutoNum type="arabicPeriod"/>
            </a:pPr>
            <a:r>
              <a:rPr lang="en" sz="1100">
                <a:solidFill>
                  <a:schemeClr val="dk1"/>
                </a:solidFill>
                <a:highlight>
                  <a:schemeClr val="lt2"/>
                </a:highlight>
                <a:latin typeface="Courier New"/>
                <a:ea typeface="Courier New"/>
                <a:cs typeface="Courier New"/>
                <a:sym typeface="Courier New"/>
              </a:rPr>
              <a:t>int num2</a:t>
            </a:r>
            <a:r>
              <a:rPr lang="en" sz="1100">
                <a:solidFill>
                  <a:schemeClr val="dk1"/>
                </a:solidFill>
                <a:highlight>
                  <a:schemeClr val="lt2"/>
                </a:highlight>
                <a:latin typeface="Courier New"/>
                <a:ea typeface="Courier New"/>
                <a:cs typeface="Courier New"/>
                <a:sym typeface="Courier New"/>
              </a:rPr>
              <a:t>= sc.nextInt();</a:t>
            </a:r>
            <a:endParaRPr sz="1100">
              <a:solidFill>
                <a:schemeClr val="dk1"/>
              </a:solidFill>
              <a:highlight>
                <a:schemeClr val="lt2"/>
              </a:highlight>
              <a:latin typeface="Courier New"/>
              <a:ea typeface="Courier New"/>
              <a:cs typeface="Courier New"/>
              <a:sym typeface="Courier New"/>
            </a:endParaRPr>
          </a:p>
          <a:p>
            <a:pPr indent="-298450" lvl="0" marL="457200" rtl="0" algn="l">
              <a:lnSpc>
                <a:spcPct val="150000"/>
              </a:lnSpc>
              <a:spcBef>
                <a:spcPts val="0"/>
              </a:spcBef>
              <a:spcAft>
                <a:spcPts val="0"/>
              </a:spcAft>
              <a:buClr>
                <a:schemeClr val="dk1"/>
              </a:buClr>
              <a:buSzPts val="1100"/>
              <a:buFont typeface="Courier New"/>
              <a:buAutoNum type="arabicPeriod"/>
            </a:pPr>
            <a:r>
              <a:rPr lang="en" sz="1100">
                <a:solidFill>
                  <a:schemeClr val="dk1"/>
                </a:solidFill>
                <a:highlight>
                  <a:schemeClr val="lt2"/>
                </a:highlight>
                <a:latin typeface="Courier New"/>
                <a:ea typeface="Courier New"/>
                <a:cs typeface="Courier New"/>
                <a:sym typeface="Courier New"/>
              </a:rPr>
              <a:t>int num3</a:t>
            </a:r>
            <a:r>
              <a:rPr lang="en" sz="1100">
                <a:solidFill>
                  <a:schemeClr val="dk1"/>
                </a:solidFill>
                <a:highlight>
                  <a:schemeClr val="lt2"/>
                </a:highlight>
                <a:latin typeface="Courier New"/>
                <a:ea typeface="Courier New"/>
                <a:cs typeface="Courier New"/>
                <a:sym typeface="Courier New"/>
              </a:rPr>
              <a:t>= sc.nextInt();</a:t>
            </a:r>
            <a:endParaRPr sz="1100">
              <a:solidFill>
                <a:schemeClr val="dk1"/>
              </a:solidFill>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solidFill>
                  <a:srgbClr val="0000FF"/>
                </a:solidFill>
                <a:highlight>
                  <a:schemeClr val="lt2"/>
                </a:highlight>
                <a:latin typeface="Courier New"/>
                <a:ea typeface="Courier New"/>
                <a:cs typeface="Courier New"/>
                <a:sym typeface="Courier New"/>
              </a:rPr>
              <a:t>if</a:t>
            </a:r>
            <a:r>
              <a:rPr lang="en" sz="1000">
                <a:highlight>
                  <a:schemeClr val="lt2"/>
                </a:highlight>
                <a:latin typeface="Courier New"/>
                <a:ea typeface="Courier New"/>
                <a:cs typeface="Courier New"/>
                <a:sym typeface="Courier New"/>
              </a:rPr>
              <a:t> (num1&gt;num2 &amp;&amp; num1&gt;num3) {</a:t>
            </a:r>
            <a:endParaRPr sz="1000">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highlight>
                  <a:schemeClr val="lt2"/>
                </a:highlight>
                <a:latin typeface="Courier New"/>
                <a:ea typeface="Courier New"/>
                <a:cs typeface="Courier New"/>
                <a:sym typeface="Courier New"/>
              </a:rPr>
              <a:t>  </a:t>
            </a:r>
            <a:r>
              <a:rPr lang="en" sz="1100">
                <a:solidFill>
                  <a:schemeClr val="dk1"/>
                </a:solidFill>
                <a:highlight>
                  <a:schemeClr val="lt2"/>
                </a:highlight>
                <a:latin typeface="Courier New"/>
                <a:ea typeface="Courier New"/>
                <a:cs typeface="Courier New"/>
                <a:sym typeface="Courier New"/>
              </a:rPr>
              <a:t>System.out.println(</a:t>
            </a:r>
            <a:r>
              <a:rPr lang="en" sz="1100">
                <a:solidFill>
                  <a:srgbClr val="38761D"/>
                </a:solidFill>
                <a:highlight>
                  <a:schemeClr val="lt2"/>
                </a:highlight>
                <a:latin typeface="Courier New"/>
                <a:ea typeface="Courier New"/>
                <a:cs typeface="Courier New"/>
                <a:sym typeface="Courier New"/>
              </a:rPr>
              <a:t>num1</a:t>
            </a:r>
            <a:r>
              <a:rPr lang="en" sz="1100">
                <a:solidFill>
                  <a:schemeClr val="dk1"/>
                </a:solidFill>
                <a:highlight>
                  <a:schemeClr val="lt2"/>
                </a:highlight>
                <a:latin typeface="Courier New"/>
                <a:ea typeface="Courier New"/>
                <a:cs typeface="Courier New"/>
                <a:sym typeface="Courier New"/>
              </a:rPr>
              <a:t>);</a:t>
            </a:r>
            <a:endParaRPr sz="1000">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highlight>
                  <a:schemeClr val="lt2"/>
                </a:highlight>
                <a:latin typeface="Courier New"/>
                <a:ea typeface="Courier New"/>
                <a:cs typeface="Courier New"/>
                <a:sym typeface="Courier New"/>
              </a:rPr>
              <a:t>}</a:t>
            </a:r>
            <a:endParaRPr sz="1000">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solidFill>
                  <a:srgbClr val="0028FF"/>
                </a:solidFill>
                <a:highlight>
                  <a:schemeClr val="lt2"/>
                </a:highlight>
                <a:latin typeface="Courier New"/>
                <a:ea typeface="Courier New"/>
                <a:cs typeface="Courier New"/>
                <a:sym typeface="Courier New"/>
              </a:rPr>
              <a:t>else</a:t>
            </a:r>
            <a:r>
              <a:rPr lang="en" sz="1000">
                <a:highlight>
                  <a:schemeClr val="lt2"/>
                </a:highlight>
                <a:latin typeface="Courier New"/>
                <a:ea typeface="Courier New"/>
                <a:cs typeface="Courier New"/>
                <a:sym typeface="Courier New"/>
              </a:rPr>
              <a:t>{</a:t>
            </a:r>
            <a:endParaRPr sz="1000">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highlight>
                  <a:schemeClr val="lt2"/>
                </a:highlight>
                <a:latin typeface="Courier New"/>
                <a:ea typeface="Courier New"/>
                <a:cs typeface="Courier New"/>
                <a:sym typeface="Courier New"/>
              </a:rPr>
              <a:t>  </a:t>
            </a:r>
            <a:r>
              <a:rPr lang="en" sz="1000">
                <a:solidFill>
                  <a:srgbClr val="0028FF"/>
                </a:solidFill>
                <a:highlight>
                  <a:schemeClr val="lt2"/>
                </a:highlight>
                <a:latin typeface="Courier New"/>
                <a:ea typeface="Courier New"/>
                <a:cs typeface="Courier New"/>
                <a:sym typeface="Courier New"/>
              </a:rPr>
              <a:t>if </a:t>
            </a:r>
            <a:r>
              <a:rPr lang="en" sz="1000">
                <a:solidFill>
                  <a:schemeClr val="dk1"/>
                </a:solidFill>
                <a:highlight>
                  <a:schemeClr val="lt2"/>
                </a:highlight>
                <a:latin typeface="Courier New"/>
                <a:ea typeface="Courier New"/>
                <a:cs typeface="Courier New"/>
                <a:sym typeface="Courier New"/>
              </a:rPr>
              <a:t>(num2&gt;num3) {</a:t>
            </a:r>
            <a:endParaRPr sz="1000">
              <a:solidFill>
                <a:schemeClr val="dk1"/>
              </a:solidFill>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Clr>
                <a:schemeClr val="dk1"/>
              </a:buClr>
              <a:buSzPts val="1000"/>
              <a:buFont typeface="Courier New"/>
              <a:buAutoNum type="arabicPeriod"/>
            </a:pPr>
            <a:r>
              <a:rPr lang="en" sz="1000">
                <a:solidFill>
                  <a:schemeClr val="dk1"/>
                </a:solidFill>
                <a:highlight>
                  <a:schemeClr val="lt2"/>
                </a:highlight>
                <a:latin typeface="Courier New"/>
                <a:ea typeface="Courier New"/>
                <a:cs typeface="Courier New"/>
                <a:sym typeface="Courier New"/>
              </a:rPr>
              <a:t>    </a:t>
            </a:r>
            <a:r>
              <a:rPr lang="en" sz="1100">
                <a:solidFill>
                  <a:schemeClr val="dk1"/>
                </a:solidFill>
                <a:highlight>
                  <a:schemeClr val="lt2"/>
                </a:highlight>
                <a:latin typeface="Courier New"/>
                <a:ea typeface="Courier New"/>
                <a:cs typeface="Courier New"/>
                <a:sym typeface="Courier New"/>
              </a:rPr>
              <a:t>System.out.println(</a:t>
            </a:r>
            <a:r>
              <a:rPr lang="en" sz="1100">
                <a:solidFill>
                  <a:srgbClr val="38761D"/>
                </a:solidFill>
                <a:highlight>
                  <a:schemeClr val="lt2"/>
                </a:highlight>
                <a:latin typeface="Courier New"/>
                <a:ea typeface="Courier New"/>
                <a:cs typeface="Courier New"/>
                <a:sym typeface="Courier New"/>
              </a:rPr>
              <a:t>num2</a:t>
            </a:r>
            <a:r>
              <a:rPr lang="en" sz="1100">
                <a:solidFill>
                  <a:schemeClr val="dk1"/>
                </a:solidFill>
                <a:highlight>
                  <a:schemeClr val="lt2"/>
                </a:highlight>
                <a:latin typeface="Courier New"/>
                <a:ea typeface="Courier New"/>
                <a:cs typeface="Courier New"/>
                <a:sym typeface="Courier New"/>
              </a:rPr>
              <a:t>);</a:t>
            </a:r>
            <a:endParaRPr sz="1000">
              <a:solidFill>
                <a:schemeClr val="dk1"/>
              </a:solidFill>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Clr>
                <a:schemeClr val="dk1"/>
              </a:buClr>
              <a:buSzPts val="1000"/>
              <a:buFont typeface="Courier New"/>
              <a:buAutoNum type="arabicPeriod"/>
            </a:pPr>
            <a:r>
              <a:rPr lang="en" sz="1000">
                <a:solidFill>
                  <a:schemeClr val="dk1"/>
                </a:solidFill>
                <a:highlight>
                  <a:schemeClr val="lt2"/>
                </a:highlight>
                <a:latin typeface="Courier New"/>
                <a:ea typeface="Courier New"/>
                <a:cs typeface="Courier New"/>
                <a:sym typeface="Courier New"/>
              </a:rPr>
              <a:t>  }</a:t>
            </a:r>
            <a:endParaRPr sz="1000">
              <a:solidFill>
                <a:schemeClr val="dk1"/>
              </a:solidFill>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Clr>
                <a:schemeClr val="dk1"/>
              </a:buClr>
              <a:buSzPts val="1000"/>
              <a:buFont typeface="Courier New"/>
              <a:buAutoNum type="arabicPeriod"/>
            </a:pPr>
            <a:r>
              <a:rPr lang="en" sz="1000">
                <a:solidFill>
                  <a:schemeClr val="dk1"/>
                </a:solidFill>
                <a:highlight>
                  <a:schemeClr val="lt2"/>
                </a:highlight>
                <a:latin typeface="Courier New"/>
                <a:ea typeface="Courier New"/>
                <a:cs typeface="Courier New"/>
                <a:sym typeface="Courier New"/>
              </a:rPr>
              <a:t>  </a:t>
            </a:r>
            <a:r>
              <a:rPr lang="en" sz="1000">
                <a:solidFill>
                  <a:srgbClr val="0028FF"/>
                </a:solidFill>
                <a:highlight>
                  <a:schemeClr val="lt2"/>
                </a:highlight>
                <a:latin typeface="Courier New"/>
                <a:ea typeface="Courier New"/>
                <a:cs typeface="Courier New"/>
                <a:sym typeface="Courier New"/>
              </a:rPr>
              <a:t>else </a:t>
            </a:r>
            <a:r>
              <a:rPr lang="en" sz="1000">
                <a:solidFill>
                  <a:schemeClr val="dk1"/>
                </a:solidFill>
                <a:highlight>
                  <a:schemeClr val="lt2"/>
                </a:highlight>
                <a:latin typeface="Courier New"/>
                <a:ea typeface="Courier New"/>
                <a:cs typeface="Courier New"/>
                <a:sym typeface="Courier New"/>
              </a:rPr>
              <a:t>{</a:t>
            </a:r>
            <a:endParaRPr sz="1000">
              <a:solidFill>
                <a:schemeClr val="dk1"/>
              </a:solidFill>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Clr>
                <a:schemeClr val="dk1"/>
              </a:buClr>
              <a:buSzPts val="1000"/>
              <a:buFont typeface="Courier New"/>
              <a:buAutoNum type="arabicPeriod"/>
            </a:pPr>
            <a:r>
              <a:rPr lang="en" sz="1000">
                <a:solidFill>
                  <a:schemeClr val="dk1"/>
                </a:solidFill>
                <a:highlight>
                  <a:schemeClr val="lt2"/>
                </a:highlight>
                <a:latin typeface="Courier New"/>
                <a:ea typeface="Courier New"/>
                <a:cs typeface="Courier New"/>
                <a:sym typeface="Courier New"/>
              </a:rPr>
              <a:t>    </a:t>
            </a:r>
            <a:r>
              <a:rPr lang="en" sz="1100">
                <a:solidFill>
                  <a:schemeClr val="dk1"/>
                </a:solidFill>
                <a:highlight>
                  <a:schemeClr val="lt2"/>
                </a:highlight>
                <a:latin typeface="Courier New"/>
                <a:ea typeface="Courier New"/>
                <a:cs typeface="Courier New"/>
                <a:sym typeface="Courier New"/>
              </a:rPr>
              <a:t>System.out.println(</a:t>
            </a:r>
            <a:r>
              <a:rPr lang="en" sz="1100">
                <a:solidFill>
                  <a:srgbClr val="38761D"/>
                </a:solidFill>
                <a:highlight>
                  <a:schemeClr val="lt2"/>
                </a:highlight>
                <a:latin typeface="Courier New"/>
                <a:ea typeface="Courier New"/>
                <a:cs typeface="Courier New"/>
                <a:sym typeface="Courier New"/>
              </a:rPr>
              <a:t>num3</a:t>
            </a:r>
            <a:r>
              <a:rPr lang="en" sz="1100">
                <a:solidFill>
                  <a:schemeClr val="dk1"/>
                </a:solidFill>
                <a:highlight>
                  <a:schemeClr val="lt2"/>
                </a:highlight>
                <a:latin typeface="Courier New"/>
                <a:ea typeface="Courier New"/>
                <a:cs typeface="Courier New"/>
                <a:sym typeface="Courier New"/>
              </a:rPr>
              <a:t>);</a:t>
            </a:r>
            <a:endParaRPr sz="1000">
              <a:solidFill>
                <a:schemeClr val="dk1"/>
              </a:solidFill>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Clr>
                <a:schemeClr val="dk1"/>
              </a:buClr>
              <a:buSzPts val="1000"/>
              <a:buFont typeface="Courier New"/>
              <a:buAutoNum type="arabicPeriod"/>
            </a:pPr>
            <a:r>
              <a:rPr lang="en" sz="1000">
                <a:solidFill>
                  <a:schemeClr val="dk1"/>
                </a:solidFill>
                <a:highlight>
                  <a:schemeClr val="lt2"/>
                </a:highlight>
                <a:latin typeface="Courier New"/>
                <a:ea typeface="Courier New"/>
                <a:cs typeface="Courier New"/>
                <a:sym typeface="Courier New"/>
              </a:rPr>
              <a:t>  }</a:t>
            </a:r>
            <a:endParaRPr sz="1000">
              <a:solidFill>
                <a:schemeClr val="dk1"/>
              </a:solidFill>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highlight>
                  <a:schemeClr val="lt2"/>
                </a:highlight>
                <a:latin typeface="Courier New"/>
                <a:ea typeface="Courier New"/>
                <a:cs typeface="Courier New"/>
                <a:sym typeface="Courier New"/>
              </a:rPr>
              <a:t>}</a:t>
            </a:r>
            <a:endParaRPr sz="1000">
              <a:highlight>
                <a:schemeClr val="lt2"/>
              </a:highlight>
              <a:latin typeface="Courier New"/>
              <a:ea typeface="Courier New"/>
              <a:cs typeface="Courier New"/>
              <a:sym typeface="Courier New"/>
            </a:endParaRPr>
          </a:p>
        </p:txBody>
      </p:sp>
      <p:sp>
        <p:nvSpPr>
          <p:cNvPr id="384" name="Google Shape;384;p29"/>
          <p:cNvSpPr/>
          <p:nvPr/>
        </p:nvSpPr>
        <p:spPr>
          <a:xfrm>
            <a:off x="1565150" y="3755075"/>
            <a:ext cx="1167300" cy="3387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P</a:t>
            </a:r>
            <a:r>
              <a:rPr lang="en" sz="1100"/>
              <a:t>rint num2</a:t>
            </a:r>
            <a:endParaRPr sz="1100"/>
          </a:p>
        </p:txBody>
      </p:sp>
      <p:sp>
        <p:nvSpPr>
          <p:cNvPr id="395" name="Google Shape;395;p29"/>
          <p:cNvSpPr/>
          <p:nvPr/>
        </p:nvSpPr>
        <p:spPr>
          <a:xfrm>
            <a:off x="3626575" y="3755075"/>
            <a:ext cx="1167300" cy="3387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P</a:t>
            </a:r>
            <a:r>
              <a:rPr lang="en" sz="1100"/>
              <a:t>rint num3</a:t>
            </a:r>
            <a:endParaRPr sz="1100"/>
          </a:p>
        </p:txBody>
      </p:sp>
      <p:cxnSp>
        <p:nvCxnSpPr>
          <p:cNvPr id="397" name="Google Shape;397;p29"/>
          <p:cNvCxnSpPr>
            <a:stCxn id="391" idx="3"/>
            <a:endCxn id="381" idx="0"/>
          </p:cNvCxnSpPr>
          <p:nvPr/>
        </p:nvCxnSpPr>
        <p:spPr>
          <a:xfrm>
            <a:off x="3042650" y="2951163"/>
            <a:ext cx="133500" cy="221700"/>
          </a:xfrm>
          <a:prstGeom prst="bentConnector2">
            <a:avLst/>
          </a:prstGeom>
          <a:noFill/>
          <a:ln cap="flat" cmpd="sng" w="9525">
            <a:solidFill>
              <a:schemeClr val="dk2"/>
            </a:solidFill>
            <a:prstDash val="solid"/>
            <a:round/>
            <a:headEnd len="med" w="med" type="none"/>
            <a:tailEnd len="med" w="med" type="stealth"/>
          </a:ln>
        </p:spPr>
      </p:cxnSp>
      <p:cxnSp>
        <p:nvCxnSpPr>
          <p:cNvPr id="398" name="Google Shape;398;p29"/>
          <p:cNvCxnSpPr>
            <a:stCxn id="384" idx="3"/>
            <a:endCxn id="379" idx="0"/>
          </p:cNvCxnSpPr>
          <p:nvPr/>
        </p:nvCxnSpPr>
        <p:spPr>
          <a:xfrm rot="5400000">
            <a:off x="2018713" y="4180025"/>
            <a:ext cx="174000" cy="1500"/>
          </a:xfrm>
          <a:prstGeom prst="bentConnector3">
            <a:avLst>
              <a:gd fmla="val 49982" name="adj1"/>
            </a:avLst>
          </a:prstGeom>
          <a:noFill/>
          <a:ln cap="flat" cmpd="sng" w="9525">
            <a:solidFill>
              <a:schemeClr val="dk2"/>
            </a:solidFill>
            <a:prstDash val="solid"/>
            <a:round/>
            <a:headEnd len="med" w="med" type="none"/>
            <a:tailEnd len="med" w="med" type="stealth"/>
          </a:ln>
        </p:spPr>
      </p:cxnSp>
      <p:sp>
        <p:nvSpPr>
          <p:cNvPr id="399" name="Google Shape;399;p29"/>
          <p:cNvSpPr/>
          <p:nvPr/>
        </p:nvSpPr>
        <p:spPr>
          <a:xfrm>
            <a:off x="1346975" y="2279038"/>
            <a:ext cx="1167300" cy="2610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R</a:t>
            </a:r>
            <a:r>
              <a:rPr lang="en" sz="1100"/>
              <a:t>ead num3</a:t>
            </a:r>
            <a:endParaRPr sz="1100"/>
          </a:p>
        </p:txBody>
      </p:sp>
      <p:sp>
        <p:nvSpPr>
          <p:cNvPr id="400" name="Google Shape;400;p29"/>
          <p:cNvSpPr/>
          <p:nvPr/>
        </p:nvSpPr>
        <p:spPr>
          <a:xfrm>
            <a:off x="1344275" y="1862788"/>
            <a:ext cx="1167300" cy="2610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R</a:t>
            </a:r>
            <a:r>
              <a:rPr lang="en" sz="1100"/>
              <a:t>ead num2</a:t>
            </a:r>
            <a:endParaRPr sz="1100"/>
          </a:p>
        </p:txBody>
      </p:sp>
      <p:sp>
        <p:nvSpPr>
          <p:cNvPr id="390" name="Google Shape;390;p29"/>
          <p:cNvSpPr/>
          <p:nvPr/>
        </p:nvSpPr>
        <p:spPr>
          <a:xfrm>
            <a:off x="1344275" y="1490788"/>
            <a:ext cx="1167300" cy="2610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R</a:t>
            </a:r>
            <a:r>
              <a:rPr lang="en" sz="1100"/>
              <a:t>ead num1</a:t>
            </a:r>
            <a:endParaRPr sz="1100"/>
          </a:p>
        </p:txBody>
      </p:sp>
      <p:cxnSp>
        <p:nvCxnSpPr>
          <p:cNvPr id="401" name="Google Shape;401;p29"/>
          <p:cNvCxnSpPr>
            <a:stCxn id="390" idx="4"/>
            <a:endCxn id="400" idx="0"/>
          </p:cNvCxnSpPr>
          <p:nvPr/>
        </p:nvCxnSpPr>
        <p:spPr>
          <a:xfrm flipH="1" rot="-5400000">
            <a:off x="1872725" y="1806988"/>
            <a:ext cx="111000" cy="600"/>
          </a:xfrm>
          <a:prstGeom prst="bentConnector3">
            <a:avLst>
              <a:gd fmla="val 50000" name="adj1"/>
            </a:avLst>
          </a:prstGeom>
          <a:noFill/>
          <a:ln cap="flat" cmpd="sng" w="9525">
            <a:solidFill>
              <a:schemeClr val="dk2"/>
            </a:solidFill>
            <a:prstDash val="solid"/>
            <a:round/>
            <a:headEnd len="med" w="med" type="none"/>
            <a:tailEnd len="med" w="med" type="stealth"/>
          </a:ln>
        </p:spPr>
      </p:cxnSp>
      <p:cxnSp>
        <p:nvCxnSpPr>
          <p:cNvPr id="402" name="Google Shape;402;p29"/>
          <p:cNvCxnSpPr>
            <a:stCxn id="400" idx="4"/>
            <a:endCxn id="399" idx="0"/>
          </p:cNvCxnSpPr>
          <p:nvPr/>
        </p:nvCxnSpPr>
        <p:spPr>
          <a:xfrm flipH="1" rot="-5400000">
            <a:off x="1851575" y="2200138"/>
            <a:ext cx="155400" cy="2700"/>
          </a:xfrm>
          <a:prstGeom prst="bentConnector3">
            <a:avLst>
              <a:gd fmla="val 49952" name="adj1"/>
            </a:avLst>
          </a:prstGeom>
          <a:noFill/>
          <a:ln cap="flat" cmpd="sng" w="9525">
            <a:solidFill>
              <a:schemeClr val="dk2"/>
            </a:solidFill>
            <a:prstDash val="solid"/>
            <a:round/>
            <a:headEnd len="med" w="med" type="none"/>
            <a:tailEnd len="med" w="med" type="stealth"/>
          </a:ln>
        </p:spPr>
      </p:cxnSp>
      <p:cxnSp>
        <p:nvCxnSpPr>
          <p:cNvPr id="403" name="Google Shape;403;p29"/>
          <p:cNvCxnSpPr>
            <a:stCxn id="399" idx="3"/>
            <a:endCxn id="391" idx="0"/>
          </p:cNvCxnSpPr>
          <p:nvPr/>
        </p:nvCxnSpPr>
        <p:spPr>
          <a:xfrm rot="5400000">
            <a:off x="1823900" y="2611438"/>
            <a:ext cx="145500" cy="2700"/>
          </a:xfrm>
          <a:prstGeom prst="bentConnector3">
            <a:avLst>
              <a:gd fmla="val 50043" name="adj1"/>
            </a:avLst>
          </a:prstGeom>
          <a:noFill/>
          <a:ln cap="flat" cmpd="sng" w="9525">
            <a:solidFill>
              <a:schemeClr val="dk2"/>
            </a:solidFill>
            <a:prstDash val="solid"/>
            <a:round/>
            <a:headEnd len="med" w="med" type="none"/>
            <a:tailEnd len="med" w="med" type="stealth"/>
          </a:ln>
        </p:spPr>
      </p:cxnSp>
      <p:cxnSp>
        <p:nvCxnSpPr>
          <p:cNvPr id="404" name="Google Shape;404;p29"/>
          <p:cNvCxnSpPr>
            <a:stCxn id="381" idx="3"/>
            <a:endCxn id="395" idx="0"/>
          </p:cNvCxnSpPr>
          <p:nvPr/>
        </p:nvCxnSpPr>
        <p:spPr>
          <a:xfrm>
            <a:off x="4134025" y="3393500"/>
            <a:ext cx="76200" cy="361500"/>
          </a:xfrm>
          <a:prstGeom prst="bentConnector2">
            <a:avLst/>
          </a:prstGeom>
          <a:noFill/>
          <a:ln cap="flat" cmpd="sng" w="9525">
            <a:solidFill>
              <a:schemeClr val="dk2"/>
            </a:solidFill>
            <a:prstDash val="solid"/>
            <a:round/>
            <a:headEnd len="med" w="med" type="none"/>
            <a:tailEnd len="med" w="med" type="stealth"/>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30"/>
          <p:cNvSpPr txBox="1"/>
          <p:nvPr>
            <p:ph type="title"/>
          </p:nvPr>
        </p:nvSpPr>
        <p:spPr>
          <a:xfrm>
            <a:off x="311700" y="1402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Nested Decision Making (Contd)</a:t>
            </a:r>
            <a:endParaRPr/>
          </a:p>
        </p:txBody>
      </p:sp>
      <p:sp>
        <p:nvSpPr>
          <p:cNvPr id="410" name="Google Shape;410;p30"/>
          <p:cNvSpPr txBox="1"/>
          <p:nvPr>
            <p:ph idx="1" type="body"/>
          </p:nvPr>
        </p:nvSpPr>
        <p:spPr>
          <a:xfrm>
            <a:off x="311700" y="619075"/>
            <a:ext cx="8520600" cy="531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600">
                <a:solidFill>
                  <a:schemeClr val="dk1"/>
                </a:solidFill>
              </a:rPr>
              <a:t>Design a flowchart that reads a number and prints whether it is positive, negative or zero. If positive, also print whether it is Even or Odd..</a:t>
            </a:r>
            <a:endParaRPr sz="16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6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1200"/>
              </a:spcAft>
              <a:buNone/>
            </a:pPr>
            <a:r>
              <a:t/>
            </a:r>
            <a:endParaRPr sz="1600">
              <a:solidFill>
                <a:schemeClr val="dk1"/>
              </a:solidFill>
            </a:endParaRPr>
          </a:p>
        </p:txBody>
      </p:sp>
      <p:sp>
        <p:nvSpPr>
          <p:cNvPr id="411" name="Google Shape;411;p30"/>
          <p:cNvSpPr/>
          <p:nvPr/>
        </p:nvSpPr>
        <p:spPr>
          <a:xfrm>
            <a:off x="980909" y="1326613"/>
            <a:ext cx="877932" cy="260982"/>
          </a:xfrm>
          <a:prstGeom prst="flowChartTermina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000000"/>
                </a:solidFill>
              </a:rPr>
              <a:t>START</a:t>
            </a:r>
            <a:endParaRPr sz="1200"/>
          </a:p>
        </p:txBody>
      </p:sp>
      <p:sp>
        <p:nvSpPr>
          <p:cNvPr id="412" name="Google Shape;412;p30"/>
          <p:cNvSpPr/>
          <p:nvPr/>
        </p:nvSpPr>
        <p:spPr>
          <a:xfrm>
            <a:off x="1867827" y="4727493"/>
            <a:ext cx="715446" cy="260982"/>
          </a:xfrm>
          <a:prstGeom prst="flowChartTermina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000000"/>
                </a:solidFill>
              </a:rPr>
              <a:t>END</a:t>
            </a:r>
            <a:endParaRPr sz="1100"/>
          </a:p>
        </p:txBody>
      </p:sp>
      <p:sp>
        <p:nvSpPr>
          <p:cNvPr id="413" name="Google Shape;413;p30"/>
          <p:cNvSpPr/>
          <p:nvPr/>
        </p:nvSpPr>
        <p:spPr>
          <a:xfrm>
            <a:off x="2053050" y="4214911"/>
            <a:ext cx="343200" cy="3387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4" name="Google Shape;414;p30"/>
          <p:cNvCxnSpPr>
            <a:stCxn id="413" idx="4"/>
            <a:endCxn id="412" idx="0"/>
          </p:cNvCxnSpPr>
          <p:nvPr/>
        </p:nvCxnSpPr>
        <p:spPr>
          <a:xfrm flipH="1" rot="-5400000">
            <a:off x="2138100" y="4640161"/>
            <a:ext cx="174000" cy="900"/>
          </a:xfrm>
          <a:prstGeom prst="bentConnector3">
            <a:avLst>
              <a:gd fmla="val 49966" name="adj1"/>
            </a:avLst>
          </a:prstGeom>
          <a:noFill/>
          <a:ln cap="flat" cmpd="sng" w="9525">
            <a:solidFill>
              <a:schemeClr val="dk2"/>
            </a:solidFill>
            <a:prstDash val="solid"/>
            <a:round/>
            <a:headEnd len="med" w="med" type="none"/>
            <a:tailEnd len="med" w="med" type="stealth"/>
          </a:ln>
        </p:spPr>
      </p:cxnSp>
      <p:sp>
        <p:nvSpPr>
          <p:cNvPr id="415" name="Google Shape;415;p30"/>
          <p:cNvSpPr/>
          <p:nvPr/>
        </p:nvSpPr>
        <p:spPr>
          <a:xfrm>
            <a:off x="115650" y="2999200"/>
            <a:ext cx="1018200" cy="5310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45700" spcFirstLastPara="1" rIns="45700" wrap="square" tIns="91425">
            <a:noAutofit/>
          </a:bodyPr>
          <a:lstStyle/>
          <a:p>
            <a:pPr indent="0" lvl="0" marL="0" rtl="0" algn="ctr">
              <a:spcBef>
                <a:spcPts val="0"/>
              </a:spcBef>
              <a:spcAft>
                <a:spcPts val="0"/>
              </a:spcAft>
              <a:buNone/>
            </a:pPr>
            <a:r>
              <a:rPr lang="en" sz="1100"/>
              <a:t>Print “Negative or Zero”</a:t>
            </a:r>
            <a:endParaRPr sz="1100"/>
          </a:p>
        </p:txBody>
      </p:sp>
      <p:cxnSp>
        <p:nvCxnSpPr>
          <p:cNvPr id="416" name="Google Shape;416;p30"/>
          <p:cNvCxnSpPr>
            <a:stCxn id="417" idx="1"/>
          </p:cNvCxnSpPr>
          <p:nvPr/>
        </p:nvCxnSpPr>
        <p:spPr>
          <a:xfrm flipH="1">
            <a:off x="2502963" y="2882900"/>
            <a:ext cx="228900" cy="383400"/>
          </a:xfrm>
          <a:prstGeom prst="bentConnector2">
            <a:avLst/>
          </a:prstGeom>
          <a:noFill/>
          <a:ln cap="flat" cmpd="sng" w="9525">
            <a:solidFill>
              <a:schemeClr val="dk2"/>
            </a:solidFill>
            <a:prstDash val="solid"/>
            <a:round/>
            <a:headEnd len="med" w="med" type="none"/>
            <a:tailEnd len="med" w="med" type="stealth"/>
          </a:ln>
        </p:spPr>
      </p:cxnSp>
      <p:sp>
        <p:nvSpPr>
          <p:cNvPr id="418" name="Google Shape;418;p30"/>
          <p:cNvSpPr txBox="1"/>
          <p:nvPr/>
        </p:nvSpPr>
        <p:spPr>
          <a:xfrm>
            <a:off x="2053173" y="2110602"/>
            <a:ext cx="7152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t>TRUE</a:t>
            </a:r>
            <a:endParaRPr b="1" sz="1000"/>
          </a:p>
        </p:txBody>
      </p:sp>
      <p:sp>
        <p:nvSpPr>
          <p:cNvPr id="419" name="Google Shape;419;p30"/>
          <p:cNvSpPr txBox="1"/>
          <p:nvPr/>
        </p:nvSpPr>
        <p:spPr>
          <a:xfrm>
            <a:off x="2180300" y="2616551"/>
            <a:ext cx="7152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t>FALSE</a:t>
            </a:r>
            <a:endParaRPr b="1" sz="1000"/>
          </a:p>
        </p:txBody>
      </p:sp>
      <p:sp>
        <p:nvSpPr>
          <p:cNvPr id="420" name="Google Shape;420;p30"/>
          <p:cNvSpPr txBox="1"/>
          <p:nvPr/>
        </p:nvSpPr>
        <p:spPr>
          <a:xfrm>
            <a:off x="4016675" y="2596550"/>
            <a:ext cx="61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t>TRUE</a:t>
            </a:r>
            <a:endParaRPr b="1" sz="1000"/>
          </a:p>
        </p:txBody>
      </p:sp>
      <p:sp>
        <p:nvSpPr>
          <p:cNvPr id="421" name="Google Shape;421;p30"/>
          <p:cNvSpPr txBox="1"/>
          <p:nvPr/>
        </p:nvSpPr>
        <p:spPr>
          <a:xfrm>
            <a:off x="134042" y="2110591"/>
            <a:ext cx="61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t>FALSE</a:t>
            </a:r>
            <a:endParaRPr b="1" sz="1000"/>
          </a:p>
        </p:txBody>
      </p:sp>
      <p:cxnSp>
        <p:nvCxnSpPr>
          <p:cNvPr id="422" name="Google Shape;422;p30"/>
          <p:cNvCxnSpPr>
            <a:stCxn id="411" idx="2"/>
            <a:endCxn id="423" idx="0"/>
          </p:cNvCxnSpPr>
          <p:nvPr/>
        </p:nvCxnSpPr>
        <p:spPr>
          <a:xfrm>
            <a:off x="1419875" y="1587595"/>
            <a:ext cx="0" cy="182100"/>
          </a:xfrm>
          <a:prstGeom prst="straightConnector1">
            <a:avLst/>
          </a:prstGeom>
          <a:noFill/>
          <a:ln cap="flat" cmpd="sng" w="9525">
            <a:solidFill>
              <a:schemeClr val="dk2"/>
            </a:solidFill>
            <a:prstDash val="solid"/>
            <a:round/>
            <a:headEnd len="med" w="med" type="none"/>
            <a:tailEnd len="med" w="med" type="triangle"/>
          </a:ln>
        </p:spPr>
      </p:cxnSp>
      <p:sp>
        <p:nvSpPr>
          <p:cNvPr id="424" name="Google Shape;424;p30"/>
          <p:cNvSpPr/>
          <p:nvPr/>
        </p:nvSpPr>
        <p:spPr>
          <a:xfrm>
            <a:off x="663925" y="2131900"/>
            <a:ext cx="1458600" cy="5310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if </a:t>
            </a:r>
            <a:r>
              <a:rPr lang="en" sz="1000"/>
              <a:t>num &gt;0</a:t>
            </a:r>
            <a:endParaRPr sz="1000"/>
          </a:p>
        </p:txBody>
      </p:sp>
      <p:cxnSp>
        <p:nvCxnSpPr>
          <p:cNvPr id="425" name="Google Shape;425;p30"/>
          <p:cNvCxnSpPr>
            <a:stCxn id="424" idx="1"/>
          </p:cNvCxnSpPr>
          <p:nvPr/>
        </p:nvCxnSpPr>
        <p:spPr>
          <a:xfrm flipH="1">
            <a:off x="435025" y="2397400"/>
            <a:ext cx="228900" cy="601800"/>
          </a:xfrm>
          <a:prstGeom prst="bentConnector2">
            <a:avLst/>
          </a:prstGeom>
          <a:noFill/>
          <a:ln cap="flat" cmpd="sng" w="9525">
            <a:solidFill>
              <a:schemeClr val="dk2"/>
            </a:solidFill>
            <a:prstDash val="solid"/>
            <a:round/>
            <a:headEnd len="med" w="med" type="none"/>
            <a:tailEnd len="med" w="med" type="stealth"/>
          </a:ln>
        </p:spPr>
      </p:cxnSp>
      <p:cxnSp>
        <p:nvCxnSpPr>
          <p:cNvPr id="426" name="Google Shape;426;p30"/>
          <p:cNvCxnSpPr>
            <a:endCxn id="413" idx="2"/>
          </p:cNvCxnSpPr>
          <p:nvPr/>
        </p:nvCxnSpPr>
        <p:spPr>
          <a:xfrm>
            <a:off x="435150" y="3541561"/>
            <a:ext cx="1617900" cy="842700"/>
          </a:xfrm>
          <a:prstGeom prst="bentConnector3">
            <a:avLst>
              <a:gd fmla="val 460" name="adj1"/>
            </a:avLst>
          </a:prstGeom>
          <a:noFill/>
          <a:ln cap="flat" cmpd="sng" w="9525">
            <a:solidFill>
              <a:schemeClr val="dk2"/>
            </a:solidFill>
            <a:prstDash val="solid"/>
            <a:round/>
            <a:headEnd len="med" w="med" type="none"/>
            <a:tailEnd len="med" w="med" type="stealth"/>
          </a:ln>
        </p:spPr>
      </p:cxnSp>
      <p:cxnSp>
        <p:nvCxnSpPr>
          <p:cNvPr id="427" name="Google Shape;427;p30"/>
          <p:cNvCxnSpPr>
            <a:endCxn id="413" idx="6"/>
          </p:cNvCxnSpPr>
          <p:nvPr/>
        </p:nvCxnSpPr>
        <p:spPr>
          <a:xfrm flipH="1">
            <a:off x="2396250" y="3838561"/>
            <a:ext cx="2067900" cy="545700"/>
          </a:xfrm>
          <a:prstGeom prst="bentConnector3">
            <a:avLst>
              <a:gd fmla="val -377" name="adj1"/>
            </a:avLst>
          </a:prstGeom>
          <a:noFill/>
          <a:ln cap="flat" cmpd="sng" w="9525">
            <a:solidFill>
              <a:schemeClr val="dk2"/>
            </a:solidFill>
            <a:prstDash val="solid"/>
            <a:round/>
            <a:headEnd len="med" w="med" type="none"/>
            <a:tailEnd len="med" w="med" type="stealth"/>
          </a:ln>
        </p:spPr>
      </p:cxnSp>
      <p:sp>
        <p:nvSpPr>
          <p:cNvPr id="428" name="Google Shape;428;p30"/>
          <p:cNvSpPr txBox="1"/>
          <p:nvPr/>
        </p:nvSpPr>
        <p:spPr>
          <a:xfrm>
            <a:off x="4867625" y="1549425"/>
            <a:ext cx="4114800" cy="3132300"/>
          </a:xfrm>
          <a:prstGeom prst="rect">
            <a:avLst/>
          </a:prstGeom>
          <a:solidFill>
            <a:srgbClr val="EEEEEE"/>
          </a:solidFill>
          <a:ln cap="flat" cmpd="sng" w="952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292100" lvl="0" marL="457200" rtl="0" algn="l">
              <a:lnSpc>
                <a:spcPct val="150000"/>
              </a:lnSpc>
              <a:spcBef>
                <a:spcPts val="0"/>
              </a:spcBef>
              <a:spcAft>
                <a:spcPts val="0"/>
              </a:spcAft>
              <a:buClr>
                <a:schemeClr val="dk1"/>
              </a:buClr>
              <a:buSzPts val="1000"/>
              <a:buFont typeface="Courier New"/>
              <a:buAutoNum type="arabicPeriod"/>
            </a:pPr>
            <a:r>
              <a:rPr lang="en" sz="1000">
                <a:solidFill>
                  <a:schemeClr val="dk1"/>
                </a:solidFill>
                <a:highlight>
                  <a:schemeClr val="lt2"/>
                </a:highlight>
                <a:latin typeface="Courier New"/>
                <a:ea typeface="Courier New"/>
                <a:cs typeface="Courier New"/>
                <a:sym typeface="Courier New"/>
              </a:rPr>
              <a:t>Scanner sc = </a:t>
            </a:r>
            <a:r>
              <a:rPr lang="en" sz="1000">
                <a:solidFill>
                  <a:srgbClr val="0000FF"/>
                </a:solidFill>
                <a:highlight>
                  <a:schemeClr val="lt2"/>
                </a:highlight>
                <a:latin typeface="Courier New"/>
                <a:ea typeface="Courier New"/>
                <a:cs typeface="Courier New"/>
                <a:sym typeface="Courier New"/>
              </a:rPr>
              <a:t>new </a:t>
            </a:r>
            <a:r>
              <a:rPr lang="en" sz="1000">
                <a:solidFill>
                  <a:schemeClr val="dk1"/>
                </a:solidFill>
                <a:highlight>
                  <a:schemeClr val="lt2"/>
                </a:highlight>
                <a:latin typeface="Courier New"/>
                <a:ea typeface="Courier New"/>
                <a:cs typeface="Courier New"/>
                <a:sym typeface="Courier New"/>
              </a:rPr>
              <a:t>Scanner(System.in);</a:t>
            </a:r>
            <a:endParaRPr sz="1000">
              <a:solidFill>
                <a:schemeClr val="dk1"/>
              </a:solidFill>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Clr>
                <a:schemeClr val="dk1"/>
              </a:buClr>
              <a:buSzPts val="1000"/>
              <a:buFont typeface="Courier New"/>
              <a:buAutoNum type="arabicPeriod"/>
            </a:pPr>
            <a:r>
              <a:rPr lang="en" sz="1000">
                <a:solidFill>
                  <a:schemeClr val="dk1"/>
                </a:solidFill>
                <a:highlight>
                  <a:schemeClr val="lt2"/>
                </a:highlight>
                <a:latin typeface="Courier New"/>
                <a:ea typeface="Courier New"/>
                <a:cs typeface="Courier New"/>
                <a:sym typeface="Courier New"/>
              </a:rPr>
              <a:t>int num</a:t>
            </a:r>
            <a:r>
              <a:rPr lang="en" sz="1000">
                <a:solidFill>
                  <a:schemeClr val="dk1"/>
                </a:solidFill>
                <a:highlight>
                  <a:schemeClr val="lt2"/>
                </a:highlight>
                <a:latin typeface="Courier New"/>
                <a:ea typeface="Courier New"/>
                <a:cs typeface="Courier New"/>
                <a:sym typeface="Courier New"/>
              </a:rPr>
              <a:t>= sc.nextInt();</a:t>
            </a:r>
            <a:endParaRPr sz="1000">
              <a:solidFill>
                <a:schemeClr val="dk1"/>
              </a:solidFill>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solidFill>
                  <a:srgbClr val="0000FF"/>
                </a:solidFill>
                <a:highlight>
                  <a:schemeClr val="lt2"/>
                </a:highlight>
                <a:latin typeface="Courier New"/>
                <a:ea typeface="Courier New"/>
                <a:cs typeface="Courier New"/>
                <a:sym typeface="Courier New"/>
              </a:rPr>
              <a:t>if</a:t>
            </a:r>
            <a:r>
              <a:rPr lang="en" sz="1000">
                <a:highlight>
                  <a:schemeClr val="lt2"/>
                </a:highlight>
                <a:latin typeface="Courier New"/>
                <a:ea typeface="Courier New"/>
                <a:cs typeface="Courier New"/>
                <a:sym typeface="Courier New"/>
              </a:rPr>
              <a:t> (num&gt;0) {</a:t>
            </a:r>
            <a:endParaRPr sz="1000">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Clr>
                <a:schemeClr val="dk1"/>
              </a:buClr>
              <a:buSzPts val="1000"/>
              <a:buFont typeface="Courier New"/>
              <a:buAutoNum type="arabicPeriod"/>
            </a:pPr>
            <a:r>
              <a:rPr lang="en" sz="1000">
                <a:solidFill>
                  <a:schemeClr val="dk1"/>
                </a:solidFill>
                <a:highlight>
                  <a:schemeClr val="lt2"/>
                </a:highlight>
                <a:latin typeface="Courier New"/>
                <a:ea typeface="Courier New"/>
                <a:cs typeface="Courier New"/>
                <a:sym typeface="Courier New"/>
              </a:rPr>
              <a:t>  </a:t>
            </a:r>
            <a:r>
              <a:rPr lang="en" sz="1000">
                <a:solidFill>
                  <a:srgbClr val="0028FF"/>
                </a:solidFill>
                <a:highlight>
                  <a:schemeClr val="lt2"/>
                </a:highlight>
                <a:latin typeface="Courier New"/>
                <a:ea typeface="Courier New"/>
                <a:cs typeface="Courier New"/>
                <a:sym typeface="Courier New"/>
              </a:rPr>
              <a:t>if </a:t>
            </a:r>
            <a:r>
              <a:rPr lang="en" sz="1000">
                <a:solidFill>
                  <a:schemeClr val="dk1"/>
                </a:solidFill>
                <a:highlight>
                  <a:schemeClr val="lt2"/>
                </a:highlight>
                <a:latin typeface="Courier New"/>
                <a:ea typeface="Courier New"/>
                <a:cs typeface="Courier New"/>
                <a:sym typeface="Courier New"/>
              </a:rPr>
              <a:t>(num%2==0) {</a:t>
            </a:r>
            <a:endParaRPr sz="1000">
              <a:solidFill>
                <a:schemeClr val="dk1"/>
              </a:solidFill>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Clr>
                <a:schemeClr val="dk1"/>
              </a:buClr>
              <a:buSzPts val="1000"/>
              <a:buFont typeface="Courier New"/>
              <a:buAutoNum type="arabicPeriod"/>
            </a:pPr>
            <a:r>
              <a:rPr lang="en" sz="1000">
                <a:solidFill>
                  <a:schemeClr val="dk1"/>
                </a:solidFill>
                <a:highlight>
                  <a:schemeClr val="lt2"/>
                </a:highlight>
                <a:latin typeface="Courier New"/>
                <a:ea typeface="Courier New"/>
                <a:cs typeface="Courier New"/>
                <a:sym typeface="Courier New"/>
              </a:rPr>
              <a:t>    System.out.println(</a:t>
            </a:r>
            <a:r>
              <a:rPr lang="en" sz="1000">
                <a:solidFill>
                  <a:srgbClr val="38761D"/>
                </a:solidFill>
                <a:highlight>
                  <a:schemeClr val="lt2"/>
                </a:highlight>
                <a:latin typeface="Courier New"/>
                <a:ea typeface="Courier New"/>
                <a:cs typeface="Courier New"/>
                <a:sym typeface="Courier New"/>
              </a:rPr>
              <a:t>"Positive and Even"</a:t>
            </a:r>
            <a:r>
              <a:rPr lang="en" sz="1000">
                <a:solidFill>
                  <a:schemeClr val="dk1"/>
                </a:solidFill>
                <a:highlight>
                  <a:schemeClr val="lt2"/>
                </a:highlight>
                <a:latin typeface="Courier New"/>
                <a:ea typeface="Courier New"/>
                <a:cs typeface="Courier New"/>
                <a:sym typeface="Courier New"/>
              </a:rPr>
              <a:t>);</a:t>
            </a:r>
            <a:endParaRPr sz="1000">
              <a:solidFill>
                <a:schemeClr val="dk1"/>
              </a:solidFill>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Clr>
                <a:schemeClr val="dk1"/>
              </a:buClr>
              <a:buSzPts val="1000"/>
              <a:buFont typeface="Courier New"/>
              <a:buAutoNum type="arabicPeriod"/>
            </a:pPr>
            <a:r>
              <a:rPr lang="en" sz="1000">
                <a:solidFill>
                  <a:schemeClr val="dk1"/>
                </a:solidFill>
                <a:highlight>
                  <a:schemeClr val="lt2"/>
                </a:highlight>
                <a:latin typeface="Courier New"/>
                <a:ea typeface="Courier New"/>
                <a:cs typeface="Courier New"/>
                <a:sym typeface="Courier New"/>
              </a:rPr>
              <a:t>  }</a:t>
            </a:r>
            <a:endParaRPr sz="1000">
              <a:solidFill>
                <a:schemeClr val="dk1"/>
              </a:solidFill>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Clr>
                <a:schemeClr val="dk1"/>
              </a:buClr>
              <a:buSzPts val="1000"/>
              <a:buFont typeface="Courier New"/>
              <a:buAutoNum type="arabicPeriod"/>
            </a:pPr>
            <a:r>
              <a:rPr lang="en" sz="1000">
                <a:solidFill>
                  <a:schemeClr val="dk1"/>
                </a:solidFill>
                <a:highlight>
                  <a:schemeClr val="lt2"/>
                </a:highlight>
                <a:latin typeface="Courier New"/>
                <a:ea typeface="Courier New"/>
                <a:cs typeface="Courier New"/>
                <a:sym typeface="Courier New"/>
              </a:rPr>
              <a:t>  </a:t>
            </a:r>
            <a:r>
              <a:rPr lang="en" sz="1000">
                <a:solidFill>
                  <a:srgbClr val="0028FF"/>
                </a:solidFill>
                <a:highlight>
                  <a:schemeClr val="lt2"/>
                </a:highlight>
                <a:latin typeface="Courier New"/>
                <a:ea typeface="Courier New"/>
                <a:cs typeface="Courier New"/>
                <a:sym typeface="Courier New"/>
              </a:rPr>
              <a:t>else </a:t>
            </a:r>
            <a:r>
              <a:rPr lang="en" sz="1000">
                <a:solidFill>
                  <a:schemeClr val="dk1"/>
                </a:solidFill>
                <a:highlight>
                  <a:schemeClr val="lt2"/>
                </a:highlight>
                <a:latin typeface="Courier New"/>
                <a:ea typeface="Courier New"/>
                <a:cs typeface="Courier New"/>
                <a:sym typeface="Courier New"/>
              </a:rPr>
              <a:t>{</a:t>
            </a:r>
            <a:endParaRPr sz="1000">
              <a:solidFill>
                <a:schemeClr val="dk1"/>
              </a:solidFill>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Clr>
                <a:schemeClr val="dk1"/>
              </a:buClr>
              <a:buSzPts val="1000"/>
              <a:buFont typeface="Courier New"/>
              <a:buAutoNum type="arabicPeriod"/>
            </a:pPr>
            <a:r>
              <a:rPr lang="en" sz="1000">
                <a:solidFill>
                  <a:schemeClr val="dk1"/>
                </a:solidFill>
                <a:highlight>
                  <a:schemeClr val="lt2"/>
                </a:highlight>
                <a:latin typeface="Courier New"/>
                <a:ea typeface="Courier New"/>
                <a:cs typeface="Courier New"/>
                <a:sym typeface="Courier New"/>
              </a:rPr>
              <a:t>    System.out.println(</a:t>
            </a:r>
            <a:r>
              <a:rPr lang="en" sz="1100">
                <a:solidFill>
                  <a:srgbClr val="38761D"/>
                </a:solidFill>
                <a:highlight>
                  <a:schemeClr val="lt2"/>
                </a:highlight>
                <a:latin typeface="Courier New"/>
                <a:ea typeface="Courier New"/>
                <a:cs typeface="Courier New"/>
                <a:sym typeface="Courier New"/>
              </a:rPr>
              <a:t>"</a:t>
            </a:r>
            <a:r>
              <a:rPr lang="en" sz="1000">
                <a:solidFill>
                  <a:srgbClr val="38761D"/>
                </a:solidFill>
                <a:highlight>
                  <a:schemeClr val="lt2"/>
                </a:highlight>
                <a:latin typeface="Courier New"/>
                <a:ea typeface="Courier New"/>
                <a:cs typeface="Courier New"/>
                <a:sym typeface="Courier New"/>
              </a:rPr>
              <a:t>Positive and Odd</a:t>
            </a:r>
            <a:r>
              <a:rPr lang="en" sz="1100">
                <a:solidFill>
                  <a:srgbClr val="38761D"/>
                </a:solidFill>
                <a:highlight>
                  <a:schemeClr val="lt2"/>
                </a:highlight>
                <a:latin typeface="Courier New"/>
                <a:ea typeface="Courier New"/>
                <a:cs typeface="Courier New"/>
                <a:sym typeface="Courier New"/>
              </a:rPr>
              <a:t>"</a:t>
            </a:r>
            <a:r>
              <a:rPr lang="en" sz="1000">
                <a:solidFill>
                  <a:schemeClr val="dk1"/>
                </a:solidFill>
                <a:highlight>
                  <a:schemeClr val="lt2"/>
                </a:highlight>
                <a:latin typeface="Courier New"/>
                <a:ea typeface="Courier New"/>
                <a:cs typeface="Courier New"/>
                <a:sym typeface="Courier New"/>
              </a:rPr>
              <a:t>);</a:t>
            </a:r>
            <a:endParaRPr sz="1000">
              <a:solidFill>
                <a:schemeClr val="dk1"/>
              </a:solidFill>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Clr>
                <a:schemeClr val="dk1"/>
              </a:buClr>
              <a:buSzPts val="1000"/>
              <a:buFont typeface="Courier New"/>
              <a:buAutoNum type="arabicPeriod"/>
            </a:pPr>
            <a:r>
              <a:rPr lang="en" sz="1000">
                <a:solidFill>
                  <a:schemeClr val="dk1"/>
                </a:solidFill>
                <a:highlight>
                  <a:schemeClr val="lt2"/>
                </a:highlight>
                <a:latin typeface="Courier New"/>
                <a:ea typeface="Courier New"/>
                <a:cs typeface="Courier New"/>
                <a:sym typeface="Courier New"/>
              </a:rPr>
              <a:t>  }</a:t>
            </a:r>
            <a:endParaRPr sz="1000">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highlight>
                  <a:schemeClr val="lt2"/>
                </a:highlight>
                <a:latin typeface="Courier New"/>
                <a:ea typeface="Courier New"/>
                <a:cs typeface="Courier New"/>
                <a:sym typeface="Courier New"/>
              </a:rPr>
              <a:t>}</a:t>
            </a:r>
            <a:endParaRPr sz="1000">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solidFill>
                  <a:srgbClr val="0028FF"/>
                </a:solidFill>
                <a:highlight>
                  <a:schemeClr val="lt2"/>
                </a:highlight>
                <a:latin typeface="Courier New"/>
                <a:ea typeface="Courier New"/>
                <a:cs typeface="Courier New"/>
                <a:sym typeface="Courier New"/>
              </a:rPr>
              <a:t>e</a:t>
            </a:r>
            <a:r>
              <a:rPr lang="en" sz="1000">
                <a:solidFill>
                  <a:srgbClr val="0028FF"/>
                </a:solidFill>
                <a:highlight>
                  <a:schemeClr val="lt2"/>
                </a:highlight>
                <a:latin typeface="Courier New"/>
                <a:ea typeface="Courier New"/>
                <a:cs typeface="Courier New"/>
                <a:sym typeface="Courier New"/>
              </a:rPr>
              <a:t>lse</a:t>
            </a:r>
            <a:r>
              <a:rPr lang="en" sz="1000">
                <a:highlight>
                  <a:schemeClr val="lt2"/>
                </a:highlight>
                <a:latin typeface="Courier New"/>
                <a:ea typeface="Courier New"/>
                <a:cs typeface="Courier New"/>
                <a:sym typeface="Courier New"/>
              </a:rPr>
              <a:t>{</a:t>
            </a:r>
            <a:endParaRPr sz="1000">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solidFill>
                  <a:schemeClr val="dk1"/>
                </a:solidFill>
                <a:highlight>
                  <a:schemeClr val="lt2"/>
                </a:highlight>
                <a:latin typeface="Courier New"/>
                <a:ea typeface="Courier New"/>
                <a:cs typeface="Courier New"/>
                <a:sym typeface="Courier New"/>
              </a:rPr>
              <a:t>    System.out.println(</a:t>
            </a:r>
            <a:r>
              <a:rPr lang="en" sz="1000">
                <a:solidFill>
                  <a:srgbClr val="38761D"/>
                </a:solidFill>
                <a:highlight>
                  <a:schemeClr val="lt2"/>
                </a:highlight>
                <a:latin typeface="Courier New"/>
                <a:ea typeface="Courier New"/>
                <a:cs typeface="Courier New"/>
                <a:sym typeface="Courier New"/>
              </a:rPr>
              <a:t>"Negative or Zero"</a:t>
            </a:r>
            <a:r>
              <a:rPr lang="en" sz="1000">
                <a:solidFill>
                  <a:schemeClr val="dk1"/>
                </a:solidFill>
                <a:highlight>
                  <a:schemeClr val="lt2"/>
                </a:highlight>
                <a:latin typeface="Courier New"/>
                <a:ea typeface="Courier New"/>
                <a:cs typeface="Courier New"/>
                <a:sym typeface="Courier New"/>
              </a:rPr>
              <a:t>);</a:t>
            </a:r>
            <a:endParaRPr sz="1000">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highlight>
                  <a:schemeClr val="lt2"/>
                </a:highlight>
                <a:latin typeface="Courier New"/>
                <a:ea typeface="Courier New"/>
                <a:cs typeface="Courier New"/>
                <a:sym typeface="Courier New"/>
              </a:rPr>
              <a:t>}</a:t>
            </a:r>
            <a:endParaRPr sz="1000">
              <a:highlight>
                <a:schemeClr val="lt2"/>
              </a:highlight>
              <a:latin typeface="Courier New"/>
              <a:ea typeface="Courier New"/>
              <a:cs typeface="Courier New"/>
              <a:sym typeface="Courier New"/>
            </a:endParaRPr>
          </a:p>
        </p:txBody>
      </p:sp>
      <p:sp>
        <p:nvSpPr>
          <p:cNvPr id="429" name="Google Shape;429;p30"/>
          <p:cNvSpPr/>
          <p:nvPr/>
        </p:nvSpPr>
        <p:spPr>
          <a:xfrm>
            <a:off x="3737100" y="3273800"/>
            <a:ext cx="1018200" cy="5727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45700" spcFirstLastPara="1" rIns="45700" wrap="square" tIns="91425">
            <a:noAutofit/>
          </a:bodyPr>
          <a:lstStyle/>
          <a:p>
            <a:pPr indent="0" lvl="0" marL="0" rtl="0" algn="ctr">
              <a:spcBef>
                <a:spcPts val="0"/>
              </a:spcBef>
              <a:spcAft>
                <a:spcPts val="0"/>
              </a:spcAft>
              <a:buNone/>
            </a:pPr>
            <a:r>
              <a:rPr lang="en" sz="1100"/>
              <a:t>Print “Positive and Even”</a:t>
            </a:r>
            <a:endParaRPr sz="1100"/>
          </a:p>
        </p:txBody>
      </p:sp>
      <p:cxnSp>
        <p:nvCxnSpPr>
          <p:cNvPr id="430" name="Google Shape;430;p30"/>
          <p:cNvCxnSpPr>
            <a:stCxn id="424" idx="3"/>
            <a:endCxn id="417" idx="0"/>
          </p:cNvCxnSpPr>
          <p:nvPr/>
        </p:nvCxnSpPr>
        <p:spPr>
          <a:xfrm>
            <a:off x="2122525" y="2397400"/>
            <a:ext cx="1372500" cy="199200"/>
          </a:xfrm>
          <a:prstGeom prst="bentConnector2">
            <a:avLst/>
          </a:prstGeom>
          <a:noFill/>
          <a:ln cap="flat" cmpd="sng" w="9525">
            <a:solidFill>
              <a:schemeClr val="dk2"/>
            </a:solidFill>
            <a:prstDash val="solid"/>
            <a:round/>
            <a:headEnd len="med" w="med" type="none"/>
            <a:tailEnd len="med" w="med" type="stealth"/>
          </a:ln>
        </p:spPr>
      </p:cxnSp>
      <p:cxnSp>
        <p:nvCxnSpPr>
          <p:cNvPr id="431" name="Google Shape;431;p30"/>
          <p:cNvCxnSpPr>
            <a:endCxn id="413" idx="0"/>
          </p:cNvCxnSpPr>
          <p:nvPr/>
        </p:nvCxnSpPr>
        <p:spPr>
          <a:xfrm flipH="1" rot="-5400000">
            <a:off x="2034600" y="4024861"/>
            <a:ext cx="376200" cy="3900"/>
          </a:xfrm>
          <a:prstGeom prst="bentConnector3">
            <a:avLst>
              <a:gd fmla="val 50000" name="adj1"/>
            </a:avLst>
          </a:prstGeom>
          <a:noFill/>
          <a:ln cap="flat" cmpd="sng" w="9525">
            <a:solidFill>
              <a:schemeClr val="dk2"/>
            </a:solidFill>
            <a:prstDash val="solid"/>
            <a:round/>
            <a:headEnd len="med" w="med" type="none"/>
            <a:tailEnd len="med" w="med" type="stealth"/>
          </a:ln>
        </p:spPr>
      </p:cxnSp>
      <p:sp>
        <p:nvSpPr>
          <p:cNvPr id="423" name="Google Shape;423;p30"/>
          <p:cNvSpPr/>
          <p:nvPr/>
        </p:nvSpPr>
        <p:spPr>
          <a:xfrm>
            <a:off x="836225" y="1769825"/>
            <a:ext cx="1167300" cy="2610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Read num</a:t>
            </a:r>
            <a:endParaRPr sz="1100"/>
          </a:p>
        </p:txBody>
      </p:sp>
      <p:cxnSp>
        <p:nvCxnSpPr>
          <p:cNvPr id="432" name="Google Shape;432;p30"/>
          <p:cNvCxnSpPr>
            <a:stCxn id="423" idx="4"/>
            <a:endCxn id="433" idx="0"/>
          </p:cNvCxnSpPr>
          <p:nvPr/>
        </p:nvCxnSpPr>
        <p:spPr>
          <a:xfrm flipH="1" rot="-5400000">
            <a:off x="1364675" y="2086025"/>
            <a:ext cx="111000" cy="600"/>
          </a:xfrm>
          <a:prstGeom prst="bentConnector3">
            <a:avLst>
              <a:gd fmla="val 50000" name="adj1"/>
            </a:avLst>
          </a:prstGeom>
          <a:noFill/>
          <a:ln cap="flat" cmpd="sng" w="9525">
            <a:solidFill>
              <a:schemeClr val="dk2"/>
            </a:solidFill>
            <a:prstDash val="solid"/>
            <a:round/>
            <a:headEnd len="med" w="med" type="none"/>
            <a:tailEnd len="med" w="med" type="stealth"/>
          </a:ln>
        </p:spPr>
      </p:cxnSp>
      <p:cxnSp>
        <p:nvCxnSpPr>
          <p:cNvPr id="434" name="Google Shape;434;p30"/>
          <p:cNvCxnSpPr>
            <a:stCxn id="417" idx="3"/>
          </p:cNvCxnSpPr>
          <p:nvPr/>
        </p:nvCxnSpPr>
        <p:spPr>
          <a:xfrm>
            <a:off x="4258263" y="2882900"/>
            <a:ext cx="198300" cy="390900"/>
          </a:xfrm>
          <a:prstGeom prst="bentConnector2">
            <a:avLst/>
          </a:prstGeom>
          <a:noFill/>
          <a:ln cap="flat" cmpd="sng" w="9525">
            <a:solidFill>
              <a:schemeClr val="dk2"/>
            </a:solidFill>
            <a:prstDash val="solid"/>
            <a:round/>
            <a:headEnd len="med" w="med" type="none"/>
            <a:tailEnd len="med" w="med" type="stealth"/>
          </a:ln>
        </p:spPr>
      </p:cxnSp>
      <p:sp>
        <p:nvSpPr>
          <p:cNvPr id="417" name="Google Shape;417;p30"/>
          <p:cNvSpPr/>
          <p:nvPr/>
        </p:nvSpPr>
        <p:spPr>
          <a:xfrm>
            <a:off x="2731863" y="2596550"/>
            <a:ext cx="1526400" cy="5727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if num%2 == 0</a:t>
            </a:r>
            <a:endParaRPr sz="1000"/>
          </a:p>
        </p:txBody>
      </p:sp>
      <p:sp>
        <p:nvSpPr>
          <p:cNvPr id="435" name="Google Shape;435;p30"/>
          <p:cNvSpPr/>
          <p:nvPr/>
        </p:nvSpPr>
        <p:spPr>
          <a:xfrm>
            <a:off x="2036750" y="3288750"/>
            <a:ext cx="1018200" cy="5727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45700" spcFirstLastPara="1" rIns="45700" wrap="square" tIns="91425">
            <a:noAutofit/>
          </a:bodyPr>
          <a:lstStyle/>
          <a:p>
            <a:pPr indent="0" lvl="0" marL="0" rtl="0" algn="ctr">
              <a:spcBef>
                <a:spcPts val="0"/>
              </a:spcBef>
              <a:spcAft>
                <a:spcPts val="0"/>
              </a:spcAft>
              <a:buNone/>
            </a:pPr>
            <a:r>
              <a:rPr lang="en" sz="1100"/>
              <a:t>Print “Positive and Odd”</a:t>
            </a:r>
            <a:endParaRPr sz="11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31"/>
          <p:cNvSpPr txBox="1"/>
          <p:nvPr>
            <p:ph type="ctrTitle"/>
          </p:nvPr>
        </p:nvSpPr>
        <p:spPr>
          <a:xfrm>
            <a:off x="311708" y="1545450"/>
            <a:ext cx="8520600" cy="2052600"/>
          </a:xfrm>
          <a:prstGeom prst="rect">
            <a:avLst/>
          </a:prstGeom>
        </p:spPr>
        <p:txBody>
          <a:bodyPr anchorCtr="0" anchor="b" bIns="91425" lIns="91425" spcFirstLastPara="1" rIns="91425" wrap="square" tIns="91425">
            <a:normAutofit/>
          </a:bodyPr>
          <a:lstStyle/>
          <a:p>
            <a:pPr indent="0" lvl="0" marL="0" rtl="0" algn="ctr">
              <a:lnSpc>
                <a:spcPct val="115000"/>
              </a:lnSpc>
              <a:spcBef>
                <a:spcPts val="0"/>
              </a:spcBef>
              <a:spcAft>
                <a:spcPts val="0"/>
              </a:spcAft>
              <a:buNone/>
            </a:pPr>
            <a:r>
              <a:rPr b="1" lang="en" sz="3200">
                <a:solidFill>
                  <a:srgbClr val="000000"/>
                </a:solidFill>
              </a:rPr>
              <a:t>THANK YOU!</a:t>
            </a:r>
            <a:endParaRPr b="1" sz="3200">
              <a:solidFill>
                <a:srgbClr val="000000"/>
              </a:solidFill>
            </a:endParaRPr>
          </a:p>
          <a:p>
            <a:pPr indent="0" lvl="0" marL="0" rtl="0" algn="ctr">
              <a:spcBef>
                <a:spcPts val="120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