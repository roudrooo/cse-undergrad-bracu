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f0c0c8dc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f0c0c8dc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075550"/>
            <a:ext cx="8520600" cy="9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I/O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