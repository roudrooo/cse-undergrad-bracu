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Lst>
  <p:sldSz cy="6858000" cx="12192000"/>
  <p:notesSz cx="6858000" cy="9144000"/>
  <p:embeddedFontLst>
    <p:embeddedFont>
      <p:font typeface="Century Gothic"/>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9" roundtripDataSignature="AMtx7mjz8M3ucCboXP4cAPmj2QWIZrgzM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font" Target="fonts/CenturyGothic-regular.fntdata"/><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font" Target="fonts/CenturyGothic-italic.fntdata"/><Relationship Id="rId14" Type="http://schemas.openxmlformats.org/officeDocument/2006/relationships/slide" Target="slides/slide10.xml"/><Relationship Id="rId36" Type="http://schemas.openxmlformats.org/officeDocument/2006/relationships/font" Target="fonts/CenturyGothic-bold.fntdata"/><Relationship Id="rId17" Type="http://schemas.openxmlformats.org/officeDocument/2006/relationships/slide" Target="slides/slide13.xml"/><Relationship Id="rId39" Type="http://customschemas.google.com/relationships/presentationmetadata" Target="metadata"/><Relationship Id="rId16" Type="http://schemas.openxmlformats.org/officeDocument/2006/relationships/slide" Target="slides/slide12.xml"/><Relationship Id="rId38" Type="http://schemas.openxmlformats.org/officeDocument/2006/relationships/font" Target="fonts/CenturyGothic-bold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 name="Google Shape;38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3" name="Google Shape;39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3" name="Google Shape;42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0" name="Google Shape;43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7" name="Google Shape;43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4" name="Google Shape;444;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1" name="Google Shape;45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8" name="Google Shape;458;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4" name="Google Shape;464;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6" name="Shape 26"/>
        <p:cNvGrpSpPr/>
        <p:nvPr/>
      </p:nvGrpSpPr>
      <p:grpSpPr>
        <a:xfrm>
          <a:off x="0" y="0"/>
          <a:ext cx="0" cy="0"/>
          <a:chOff x="0" y="0"/>
          <a:chExt cx="0" cy="0"/>
        </a:xfrm>
      </p:grpSpPr>
      <p:sp>
        <p:nvSpPr>
          <p:cNvPr id="27" name="Google Shape;27;p32"/>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2"/>
          <p:cNvSpPr/>
          <p:nvPr/>
        </p:nvSpPr>
        <p:spPr>
          <a:xfrm>
            <a:off x="3220" y="2667000"/>
            <a:ext cx="4191000" cy="4191000"/>
          </a:xfrm>
          <a:prstGeom prst="ellipse">
            <a:avLst/>
          </a:prstGeom>
          <a:gradFill>
            <a:gsLst>
              <a:gs pos="0">
                <a:srgbClr val="F7F7F7">
                  <a:alpha val="10980"/>
                </a:srgbClr>
              </a:gs>
              <a:gs pos="36000">
                <a:srgbClr val="F7F7F7">
                  <a:alpha val="9803"/>
                </a:srgbClr>
              </a:gs>
              <a:gs pos="75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2"/>
          <p:cNvSpPr/>
          <p:nvPr/>
        </p:nvSpPr>
        <p:spPr>
          <a:xfrm>
            <a:off x="1750" y="2895600"/>
            <a:ext cx="2362200" cy="2362200"/>
          </a:xfrm>
          <a:prstGeom prst="ellipse">
            <a:avLst/>
          </a:prstGeom>
          <a:gradFill>
            <a:gsLst>
              <a:gs pos="0">
                <a:srgbClr val="F7F7F7">
                  <a:alpha val="7843"/>
                </a:srgbClr>
              </a:gs>
              <a:gs pos="36000">
                <a:srgbClr val="F7F7F7">
                  <a:alpha val="7843"/>
                </a:srgbClr>
              </a:gs>
              <a:gs pos="72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2"/>
          <p:cNvSpPr/>
          <p:nvPr/>
        </p:nvSpPr>
        <p:spPr>
          <a:xfrm>
            <a:off x="8609012" y="1676400"/>
            <a:ext cx="2819400" cy="2819400"/>
          </a:xfrm>
          <a:prstGeom prst="ellipse">
            <a:avLst/>
          </a:prstGeom>
          <a:gradFill>
            <a:gsLst>
              <a:gs pos="0">
                <a:srgbClr val="F7F7F7">
                  <a:alpha val="6666"/>
                </a:srgbClr>
              </a:gs>
              <a:gs pos="36000">
                <a:srgbClr val="F7F7F7">
                  <a:alpha val="5882"/>
                </a:srgbClr>
              </a:gs>
              <a:gs pos="69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2"/>
          <p:cNvSpPr/>
          <p:nvPr/>
        </p:nvSpPr>
        <p:spPr>
          <a:xfrm>
            <a:off x="7999412" y="-2373"/>
            <a:ext cx="1600200" cy="1600200"/>
          </a:xfrm>
          <a:prstGeom prst="ellipse">
            <a:avLst/>
          </a:prstGeom>
          <a:gradFill>
            <a:gsLst>
              <a:gs pos="0">
                <a:srgbClr val="F7F7F7">
                  <a:alpha val="13725"/>
                </a:srgbClr>
              </a:gs>
              <a:gs pos="36000">
                <a:srgbClr val="F7F7F7">
                  <a:alpha val="6666"/>
                </a:srgbClr>
              </a:gs>
              <a:gs pos="73000">
                <a:srgbClr val="F7F7F7">
                  <a:alpha val="0"/>
                </a:srgbClr>
              </a:gs>
              <a:gs pos="100000">
                <a:srgbClr val="F7F7F7">
                  <a:alpha val="0"/>
                </a:srgbClr>
              </a:gs>
            </a:gsLst>
            <a:path path="circle">
              <a:fillToRect b="50%" l="50%" r="50%" t="50%"/>
            </a:path>
            <a:tileRect/>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2" name="Google Shape;32;p32"/>
          <p:cNvSpPr/>
          <p:nvPr/>
        </p:nvSpPr>
        <p:spPr>
          <a:xfrm>
            <a:off x="8609012" y="5874054"/>
            <a:ext cx="990600" cy="990600"/>
          </a:xfrm>
          <a:prstGeom prst="ellipse">
            <a:avLst/>
          </a:prstGeom>
          <a:gradFill>
            <a:gsLst>
              <a:gs pos="0">
                <a:srgbClr val="F7F7F7">
                  <a:alpha val="13725"/>
                </a:srgbClr>
              </a:gs>
              <a:gs pos="36000">
                <a:srgbClr val="F7F7F7">
                  <a:alpha val="6666"/>
                </a:srgbClr>
              </a:gs>
              <a:gs pos="66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2"/>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sp>
        <p:nvSpPr>
          <p:cNvPr id="34" name="Google Shape;34;p32"/>
          <p:cNvSpPr txBox="1"/>
          <p:nvPr>
            <p:ph type="ctrTitle"/>
          </p:nvPr>
        </p:nvSpPr>
        <p:spPr>
          <a:xfrm>
            <a:off x="1154955" y="2099733"/>
            <a:ext cx="8825658" cy="267764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5400"/>
              <a:buFont typeface="Century Gothic"/>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2"/>
          <p:cNvSpPr txBox="1"/>
          <p:nvPr>
            <p:ph idx="1" type="subTitle"/>
          </p:nvPr>
        </p:nvSpPr>
        <p:spPr>
          <a:xfrm>
            <a:off x="1154955" y="4777380"/>
            <a:ext cx="8825658" cy="861420"/>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SzPts val="1440"/>
              <a:buNone/>
              <a:defRPr cap="none">
                <a:solidFill>
                  <a:schemeClr val="lt1"/>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
        <p:nvSpPr>
          <p:cNvPr id="36" name="Google Shape;36;p32"/>
          <p:cNvSpPr txBox="1"/>
          <p:nvPr>
            <p:ph idx="10" type="dt"/>
          </p:nvPr>
        </p:nvSpPr>
        <p:spPr>
          <a:xfrm rot="5400000">
            <a:off x="10089390" y="1792223"/>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0" i="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32"/>
          <p:cNvSpPr txBox="1"/>
          <p:nvPr>
            <p:ph idx="11" type="ftr"/>
          </p:nvPr>
        </p:nvSpPr>
        <p:spPr>
          <a:xfrm rot="5400000">
            <a:off x="8959592" y="3226820"/>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0" i="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2"/>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2"/>
          <p:cNvSpPr txBox="1"/>
          <p:nvPr>
            <p:ph idx="12" type="sldNum"/>
          </p:nvPr>
        </p:nvSpPr>
        <p:spPr>
          <a:xfrm>
            <a:off x="10351008" y="292608"/>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b="0" i="0" sz="2800" u="none" cap="none" strike="noStrike">
                <a:solidFill>
                  <a:schemeClr val="lt1"/>
                </a:solidFill>
                <a:latin typeface="Century Gothic"/>
                <a:ea typeface="Century Gothic"/>
                <a:cs typeface="Century Gothic"/>
                <a:sym typeface="Century Gothic"/>
              </a:defRPr>
            </a:lvl1pPr>
            <a:lvl2pPr indent="0" lvl="1" marL="0" algn="ctr">
              <a:spcBef>
                <a:spcPts val="0"/>
              </a:spcBef>
              <a:buNone/>
              <a:defRPr b="0" i="0" sz="2800" u="none" cap="none" strike="noStrike">
                <a:solidFill>
                  <a:schemeClr val="lt1"/>
                </a:solidFill>
                <a:latin typeface="Century Gothic"/>
                <a:ea typeface="Century Gothic"/>
                <a:cs typeface="Century Gothic"/>
                <a:sym typeface="Century Gothic"/>
              </a:defRPr>
            </a:lvl2pPr>
            <a:lvl3pPr indent="0" lvl="2" marL="0" algn="ctr">
              <a:spcBef>
                <a:spcPts val="0"/>
              </a:spcBef>
              <a:buNone/>
              <a:defRPr b="0" i="0" sz="2800" u="none" cap="none" strike="noStrike">
                <a:solidFill>
                  <a:schemeClr val="lt1"/>
                </a:solidFill>
                <a:latin typeface="Century Gothic"/>
                <a:ea typeface="Century Gothic"/>
                <a:cs typeface="Century Gothic"/>
                <a:sym typeface="Century Gothic"/>
              </a:defRPr>
            </a:lvl3pPr>
            <a:lvl4pPr indent="0" lvl="3" marL="0" algn="ctr">
              <a:spcBef>
                <a:spcPts val="0"/>
              </a:spcBef>
              <a:buNone/>
              <a:defRPr b="0" i="0" sz="2800" u="none" cap="none" strike="noStrike">
                <a:solidFill>
                  <a:schemeClr val="lt1"/>
                </a:solidFill>
                <a:latin typeface="Century Gothic"/>
                <a:ea typeface="Century Gothic"/>
                <a:cs typeface="Century Gothic"/>
                <a:sym typeface="Century Gothic"/>
              </a:defRPr>
            </a:lvl4pPr>
            <a:lvl5pPr indent="0" lvl="4" marL="0" algn="ctr">
              <a:spcBef>
                <a:spcPts val="0"/>
              </a:spcBef>
              <a:buNone/>
              <a:defRPr b="0" i="0" sz="2800" u="none" cap="none" strike="noStrike">
                <a:solidFill>
                  <a:schemeClr val="lt1"/>
                </a:solidFill>
                <a:latin typeface="Century Gothic"/>
                <a:ea typeface="Century Gothic"/>
                <a:cs typeface="Century Gothic"/>
                <a:sym typeface="Century Gothic"/>
              </a:defRPr>
            </a:lvl5pPr>
            <a:lvl6pPr indent="0" lvl="5" marL="0" algn="ctr">
              <a:spcBef>
                <a:spcPts val="0"/>
              </a:spcBef>
              <a:buNone/>
              <a:defRPr b="0" i="0" sz="2800" u="none" cap="none" strike="noStrike">
                <a:solidFill>
                  <a:schemeClr val="lt1"/>
                </a:solidFill>
                <a:latin typeface="Century Gothic"/>
                <a:ea typeface="Century Gothic"/>
                <a:cs typeface="Century Gothic"/>
                <a:sym typeface="Century Gothic"/>
              </a:defRPr>
            </a:lvl6pPr>
            <a:lvl7pPr indent="0" lvl="6" marL="0" algn="ctr">
              <a:spcBef>
                <a:spcPts val="0"/>
              </a:spcBef>
              <a:buNone/>
              <a:defRPr b="0" i="0" sz="2800" u="none" cap="none" strike="noStrike">
                <a:solidFill>
                  <a:schemeClr val="lt1"/>
                </a:solidFill>
                <a:latin typeface="Century Gothic"/>
                <a:ea typeface="Century Gothic"/>
                <a:cs typeface="Century Gothic"/>
                <a:sym typeface="Century Gothic"/>
              </a:defRPr>
            </a:lvl7pPr>
            <a:lvl8pPr indent="0" lvl="7" marL="0" algn="ctr">
              <a:spcBef>
                <a:spcPts val="0"/>
              </a:spcBef>
              <a:buNone/>
              <a:defRPr b="0" i="0" sz="2800" u="none" cap="none" strike="noStrike">
                <a:solidFill>
                  <a:schemeClr val="lt1"/>
                </a:solidFill>
                <a:latin typeface="Century Gothic"/>
                <a:ea typeface="Century Gothic"/>
                <a:cs typeface="Century Gothic"/>
                <a:sym typeface="Century Gothic"/>
              </a:defRPr>
            </a:lvl8pPr>
            <a:lvl9pPr indent="0" lvl="8" marL="0" algn="ctr">
              <a:spcBef>
                <a:spcPts val="0"/>
              </a:spcBef>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0" name="Shape 40"/>
        <p:cNvGrpSpPr/>
        <p:nvPr/>
      </p:nvGrpSpPr>
      <p:grpSpPr>
        <a:xfrm>
          <a:off x="0" y="0"/>
          <a:ext cx="0" cy="0"/>
          <a:chOff x="0" y="0"/>
          <a:chExt cx="0" cy="0"/>
        </a:xfrm>
      </p:grpSpPr>
      <p:sp>
        <p:nvSpPr>
          <p:cNvPr id="41" name="Google Shape;41;p33"/>
          <p:cNvSpPr txBox="1"/>
          <p:nvPr>
            <p:ph type="title"/>
          </p:nvPr>
        </p:nvSpPr>
        <p:spPr>
          <a:xfrm>
            <a:off x="1154953" y="973668"/>
            <a:ext cx="8761413" cy="70696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3"/>
          <p:cNvSpPr txBox="1"/>
          <p:nvPr>
            <p:ph idx="1" type="body"/>
          </p:nvPr>
        </p:nvSpPr>
        <p:spPr>
          <a:xfrm>
            <a:off x="1154955" y="2603500"/>
            <a:ext cx="8761412" cy="341630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43" name="Google Shape;43;p33"/>
          <p:cNvSpPr txBox="1"/>
          <p:nvPr>
            <p:ph idx="10" type="dt"/>
          </p:nvPr>
        </p:nvSpPr>
        <p:spPr>
          <a:xfrm>
            <a:off x="10650938" y="6394061"/>
            <a:ext cx="990599" cy="304799"/>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33"/>
          <p:cNvSpPr txBox="1"/>
          <p:nvPr>
            <p:ph idx="11" type="ftr"/>
          </p:nvPr>
        </p:nvSpPr>
        <p:spPr>
          <a:xfrm>
            <a:off x="528358" y="6391838"/>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3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34"/>
          <p:cNvSpPr txBox="1"/>
          <p:nvPr>
            <p:ph type="title"/>
          </p:nvPr>
        </p:nvSpPr>
        <p:spPr>
          <a:xfrm>
            <a:off x="1154953" y="973668"/>
            <a:ext cx="8761413" cy="70696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36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4"/>
          <p:cNvSpPr txBox="1"/>
          <p:nvPr>
            <p:ph idx="1" type="body"/>
          </p:nvPr>
        </p:nvSpPr>
        <p:spPr>
          <a:xfrm>
            <a:off x="1154954" y="2603500"/>
            <a:ext cx="4825157"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chemeClr val="accent1"/>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49" name="Google Shape;49;p34"/>
          <p:cNvSpPr txBox="1"/>
          <p:nvPr>
            <p:ph idx="2" type="body"/>
          </p:nvPr>
        </p:nvSpPr>
        <p:spPr>
          <a:xfrm>
            <a:off x="1154954" y="3179762"/>
            <a:ext cx="4825158" cy="2840039"/>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50" name="Google Shape;50;p34"/>
          <p:cNvSpPr txBox="1"/>
          <p:nvPr>
            <p:ph idx="3" type="body"/>
          </p:nvPr>
        </p:nvSpPr>
        <p:spPr>
          <a:xfrm>
            <a:off x="6208712" y="2603500"/>
            <a:ext cx="4825159"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chemeClr val="accent1"/>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51" name="Google Shape;51;p34"/>
          <p:cNvSpPr txBox="1"/>
          <p:nvPr>
            <p:ph idx="4" type="body"/>
          </p:nvPr>
        </p:nvSpPr>
        <p:spPr>
          <a:xfrm>
            <a:off x="6208710" y="3179762"/>
            <a:ext cx="4825159" cy="2840039"/>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52" name="Google Shape;52;p34"/>
          <p:cNvSpPr txBox="1"/>
          <p:nvPr>
            <p:ph idx="10" type="dt"/>
          </p:nvPr>
        </p:nvSpPr>
        <p:spPr>
          <a:xfrm>
            <a:off x="10650938" y="6394061"/>
            <a:ext cx="990599" cy="304799"/>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4"/>
          <p:cNvSpPr txBox="1"/>
          <p:nvPr>
            <p:ph idx="11" type="ftr"/>
          </p:nvPr>
        </p:nvSpPr>
        <p:spPr>
          <a:xfrm>
            <a:off x="528358" y="6391838"/>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55" name="Shape 55"/>
        <p:cNvGrpSpPr/>
        <p:nvPr/>
      </p:nvGrpSpPr>
      <p:grpSpPr>
        <a:xfrm>
          <a:off x="0" y="0"/>
          <a:ext cx="0" cy="0"/>
          <a:chOff x="0" y="0"/>
          <a:chExt cx="0" cy="0"/>
        </a:xfrm>
      </p:grpSpPr>
      <p:grpSp>
        <p:nvGrpSpPr>
          <p:cNvPr id="56" name="Google Shape;56;p35"/>
          <p:cNvGrpSpPr/>
          <p:nvPr/>
        </p:nvGrpSpPr>
        <p:grpSpPr>
          <a:xfrm>
            <a:off x="0" y="-2373"/>
            <a:ext cx="12192000" cy="6867027"/>
            <a:chOff x="0" y="-2373"/>
            <a:chExt cx="12192000" cy="6867027"/>
          </a:xfrm>
        </p:grpSpPr>
        <p:sp>
          <p:nvSpPr>
            <p:cNvPr id="57" name="Google Shape;57;p35"/>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5"/>
            <p:cNvSpPr/>
            <p:nvPr/>
          </p:nvSpPr>
          <p:spPr>
            <a:xfrm>
              <a:off x="3220" y="2667000"/>
              <a:ext cx="4191000" cy="4191000"/>
            </a:xfrm>
            <a:prstGeom prst="ellipse">
              <a:avLst/>
            </a:prstGeom>
            <a:gradFill>
              <a:gsLst>
                <a:gs pos="0">
                  <a:srgbClr val="F7F7F7">
                    <a:alpha val="10980"/>
                  </a:srgbClr>
                </a:gs>
                <a:gs pos="36000">
                  <a:srgbClr val="F7F7F7">
                    <a:alpha val="9803"/>
                  </a:srgbClr>
                </a:gs>
                <a:gs pos="75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5"/>
            <p:cNvSpPr/>
            <p:nvPr/>
          </p:nvSpPr>
          <p:spPr>
            <a:xfrm>
              <a:off x="1750" y="2895600"/>
              <a:ext cx="2362200" cy="2362200"/>
            </a:xfrm>
            <a:prstGeom prst="ellipse">
              <a:avLst/>
            </a:prstGeom>
            <a:gradFill>
              <a:gsLst>
                <a:gs pos="0">
                  <a:srgbClr val="F7F7F7">
                    <a:alpha val="7843"/>
                  </a:srgbClr>
                </a:gs>
                <a:gs pos="36000">
                  <a:srgbClr val="F7F7F7">
                    <a:alpha val="7843"/>
                  </a:srgbClr>
                </a:gs>
                <a:gs pos="72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5"/>
            <p:cNvSpPr/>
            <p:nvPr/>
          </p:nvSpPr>
          <p:spPr>
            <a:xfrm>
              <a:off x="8609012" y="1676400"/>
              <a:ext cx="2819400" cy="2819400"/>
            </a:xfrm>
            <a:prstGeom prst="ellipse">
              <a:avLst/>
            </a:prstGeom>
            <a:gradFill>
              <a:gsLst>
                <a:gs pos="0">
                  <a:srgbClr val="F7F7F7">
                    <a:alpha val="6666"/>
                  </a:srgbClr>
                </a:gs>
                <a:gs pos="36000">
                  <a:srgbClr val="F7F7F7">
                    <a:alpha val="5882"/>
                  </a:srgbClr>
                </a:gs>
                <a:gs pos="69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5"/>
            <p:cNvSpPr/>
            <p:nvPr/>
          </p:nvSpPr>
          <p:spPr>
            <a:xfrm>
              <a:off x="7999412" y="-2373"/>
              <a:ext cx="1600200" cy="1600200"/>
            </a:xfrm>
            <a:prstGeom prst="ellipse">
              <a:avLst/>
            </a:prstGeom>
            <a:gradFill>
              <a:gsLst>
                <a:gs pos="0">
                  <a:srgbClr val="F7F7F7">
                    <a:alpha val="13725"/>
                  </a:srgbClr>
                </a:gs>
                <a:gs pos="36000">
                  <a:srgbClr val="F7F7F7">
                    <a:alpha val="6666"/>
                  </a:srgbClr>
                </a:gs>
                <a:gs pos="73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5"/>
            <p:cNvSpPr/>
            <p:nvPr/>
          </p:nvSpPr>
          <p:spPr>
            <a:xfrm>
              <a:off x="8609012" y="5874054"/>
              <a:ext cx="990600" cy="990600"/>
            </a:xfrm>
            <a:prstGeom prst="ellipse">
              <a:avLst/>
            </a:prstGeom>
            <a:gradFill>
              <a:gsLst>
                <a:gs pos="0">
                  <a:srgbClr val="F7F7F7">
                    <a:alpha val="13725"/>
                  </a:srgbClr>
                </a:gs>
                <a:gs pos="36000">
                  <a:srgbClr val="F7F7F7">
                    <a:alpha val="6666"/>
                  </a:srgbClr>
                </a:gs>
                <a:gs pos="66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5"/>
            <p:cNvSpPr/>
            <p:nvPr/>
          </p:nvSpPr>
          <p:spPr>
            <a:xfrm>
              <a:off x="7289800" y="402165"/>
              <a:ext cx="4478865" cy="60536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35"/>
            <p:cNvSpPr/>
            <p:nvPr/>
          </p:nvSpPr>
          <p:spPr>
            <a:xfrm rot="-5677511">
              <a:off x="4698352" y="1826078"/>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5"/>
            <p:cNvSpPr/>
            <p:nvPr/>
          </p:nvSpPr>
          <p:spPr>
            <a:xfrm rot="-5400000">
              <a:off x="3787244" y="2801721"/>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66" name="Google Shape;66;p35"/>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67" name="Google Shape;67;p35"/>
          <p:cNvSpPr txBox="1"/>
          <p:nvPr>
            <p:ph type="title"/>
          </p:nvPr>
        </p:nvSpPr>
        <p:spPr>
          <a:xfrm>
            <a:off x="1154956" y="2677645"/>
            <a:ext cx="4351023" cy="22838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35"/>
          <p:cNvSpPr txBox="1"/>
          <p:nvPr>
            <p:ph idx="1" type="body"/>
          </p:nvPr>
        </p:nvSpPr>
        <p:spPr>
          <a:xfrm>
            <a:off x="6895558" y="2677644"/>
            <a:ext cx="3755379" cy="2283823"/>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600"/>
              <a:buNone/>
              <a:defRPr sz="2000" cap="none">
                <a:solidFill>
                  <a:schemeClr val="accent1"/>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69" name="Google Shape;69;p35"/>
          <p:cNvSpPr txBox="1"/>
          <p:nvPr>
            <p:ph idx="10" type="dt"/>
          </p:nvPr>
        </p:nvSpPr>
        <p:spPr>
          <a:xfrm>
            <a:off x="10650938" y="6394061"/>
            <a:ext cx="990599" cy="304799"/>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5"/>
          <p:cNvSpPr txBox="1"/>
          <p:nvPr>
            <p:ph idx="11" type="ftr"/>
          </p:nvPr>
        </p:nvSpPr>
        <p:spPr>
          <a:xfrm>
            <a:off x="528358" y="6391838"/>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5"/>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left" showMasterSp="0">
  <p:cSld name="Title Only - left">
    <p:spTree>
      <p:nvGrpSpPr>
        <p:cNvPr id="73" name="Shape 73"/>
        <p:cNvGrpSpPr/>
        <p:nvPr/>
      </p:nvGrpSpPr>
      <p:grpSpPr>
        <a:xfrm>
          <a:off x="0" y="0"/>
          <a:ext cx="0" cy="0"/>
          <a:chOff x="0" y="0"/>
          <a:chExt cx="0" cy="0"/>
        </a:xfrm>
      </p:grpSpPr>
      <p:grpSp>
        <p:nvGrpSpPr>
          <p:cNvPr id="74" name="Google Shape;74;p36"/>
          <p:cNvGrpSpPr/>
          <p:nvPr/>
        </p:nvGrpSpPr>
        <p:grpSpPr>
          <a:xfrm>
            <a:off x="16303" y="0"/>
            <a:ext cx="12192000" cy="6858000"/>
            <a:chOff x="16303" y="6430358"/>
            <a:chExt cx="12192000" cy="6858000"/>
          </a:xfrm>
        </p:grpSpPr>
        <p:sp>
          <p:nvSpPr>
            <p:cNvPr id="75" name="Google Shape;75;p36"/>
            <p:cNvSpPr/>
            <p:nvPr/>
          </p:nvSpPr>
          <p:spPr>
            <a:xfrm>
              <a:off x="236937" y="6430358"/>
              <a:ext cx="5078012" cy="6858000"/>
            </a:xfrm>
            <a:prstGeom prst="rect">
              <a:avLst/>
            </a:prstGeom>
            <a:blipFill rotWithShape="1">
              <a:blip r:embed="rId2">
                <a:alphaModFix/>
              </a:blip>
              <a:stretch>
                <a:fillRect b="0" l="0" r="-14009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6"/>
            <p:cNvSpPr/>
            <p:nvPr/>
          </p:nvSpPr>
          <p:spPr>
            <a:xfrm rot="-5677511">
              <a:off x="3144589" y="8256436"/>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6"/>
            <p:cNvSpPr/>
            <p:nvPr/>
          </p:nvSpPr>
          <p:spPr>
            <a:xfrm rot="-5400000">
              <a:off x="2233481" y="9232079"/>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78" name="Google Shape;78;p36"/>
            <p:cNvSpPr/>
            <p:nvPr/>
          </p:nvSpPr>
          <p:spPr>
            <a:xfrm>
              <a:off x="16303" y="6431945"/>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79" name="Google Shape;79;p36"/>
          <p:cNvSpPr txBox="1"/>
          <p:nvPr>
            <p:ph type="title"/>
          </p:nvPr>
        </p:nvSpPr>
        <p:spPr>
          <a:xfrm>
            <a:off x="1154956" y="2287088"/>
            <a:ext cx="3438881" cy="22838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2300"/>
              <a:buFont typeface="Century Gothic"/>
              <a:buNone/>
              <a:defRPr b="0" sz="23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6"/>
          <p:cNvSpPr txBox="1"/>
          <p:nvPr>
            <p:ph idx="10" type="dt"/>
          </p:nvPr>
        </p:nvSpPr>
        <p:spPr>
          <a:xfrm>
            <a:off x="10650938" y="6394061"/>
            <a:ext cx="990599" cy="304799"/>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36"/>
          <p:cNvSpPr txBox="1"/>
          <p:nvPr>
            <p:ph idx="11" type="ftr"/>
          </p:nvPr>
        </p:nvSpPr>
        <p:spPr>
          <a:xfrm>
            <a:off x="528358" y="6391838"/>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6"/>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s as Icons 5X Vertical" showMasterSp="0">
  <p:cSld name="Bullets as Icons 5X Vertical">
    <p:spTree>
      <p:nvGrpSpPr>
        <p:cNvPr id="84" name="Shape 84"/>
        <p:cNvGrpSpPr/>
        <p:nvPr/>
      </p:nvGrpSpPr>
      <p:grpSpPr>
        <a:xfrm>
          <a:off x="0" y="0"/>
          <a:ext cx="0" cy="0"/>
          <a:chOff x="0" y="0"/>
          <a:chExt cx="0" cy="0"/>
        </a:xfrm>
      </p:grpSpPr>
      <p:sp>
        <p:nvSpPr>
          <p:cNvPr id="85" name="Google Shape;85;p37"/>
          <p:cNvSpPr/>
          <p:nvPr>
            <p:ph idx="1" type="body"/>
          </p:nvPr>
        </p:nvSpPr>
        <p:spPr>
          <a:xfrm>
            <a:off x="6792913" y="1748812"/>
            <a:ext cx="3852000" cy="720000"/>
          </a:xfrm>
          <a:prstGeom prst="roundRect">
            <a:avLst>
              <a:gd fmla="val 16667" name="adj"/>
            </a:avLst>
          </a:prstGeom>
          <a:solidFill>
            <a:srgbClr val="F2F2F2"/>
          </a:solidFill>
          <a:ln cap="flat" cmpd="sng" w="31750">
            <a:solidFill>
              <a:schemeClr val="accent1"/>
            </a:solidFill>
            <a:prstDash val="solid"/>
            <a:round/>
            <a:headEnd len="sm" w="sm" type="none"/>
            <a:tailEnd len="sm" w="sm" type="none"/>
          </a:ln>
        </p:spPr>
        <p:txBody>
          <a:bodyPr anchorCtr="0" anchor="ctr" bIns="45700" lIns="91425" spcFirstLastPara="1" rIns="91425" wrap="square" tIns="45700">
            <a:normAutofit/>
          </a:bodyPr>
          <a:lstStyle>
            <a:lvl1pPr indent="-228600" lvl="0" marL="457200" algn="l">
              <a:spcBef>
                <a:spcPts val="1000"/>
              </a:spcBef>
              <a:spcAft>
                <a:spcPts val="0"/>
              </a:spcAft>
              <a:buSzPts val="1680"/>
              <a:buNone/>
              <a:defRPr sz="2100">
                <a:solidFill>
                  <a:schemeClr val="dk1"/>
                </a:solidFill>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86" name="Google Shape;86;p37"/>
          <p:cNvSpPr/>
          <p:nvPr>
            <p:ph idx="2" type="body"/>
          </p:nvPr>
        </p:nvSpPr>
        <p:spPr>
          <a:xfrm>
            <a:off x="6792913" y="2561156"/>
            <a:ext cx="3852000" cy="720000"/>
          </a:xfrm>
          <a:prstGeom prst="roundRect">
            <a:avLst>
              <a:gd fmla="val 16667" name="adj"/>
            </a:avLst>
          </a:prstGeom>
          <a:solidFill>
            <a:srgbClr val="F2F2F2"/>
          </a:solidFill>
          <a:ln cap="flat" cmpd="sng" w="31750">
            <a:solidFill>
              <a:schemeClr val="accent2"/>
            </a:solidFill>
            <a:prstDash val="solid"/>
            <a:round/>
            <a:headEnd len="sm" w="sm" type="none"/>
            <a:tailEnd len="sm" w="sm" type="none"/>
          </a:ln>
        </p:spPr>
        <p:txBody>
          <a:bodyPr anchorCtr="0" anchor="ctr" bIns="45700" lIns="91425" spcFirstLastPara="1" rIns="91425" wrap="square" tIns="45700">
            <a:normAutofit/>
          </a:bodyPr>
          <a:lstStyle>
            <a:lvl1pPr indent="-228600" lvl="0" marL="457200" algn="l">
              <a:spcBef>
                <a:spcPts val="1000"/>
              </a:spcBef>
              <a:spcAft>
                <a:spcPts val="0"/>
              </a:spcAft>
              <a:buSzPts val="1680"/>
              <a:buNone/>
              <a:defRPr sz="2100">
                <a:solidFill>
                  <a:schemeClr val="dk1"/>
                </a:solidFill>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87" name="Google Shape;87;p37"/>
          <p:cNvSpPr/>
          <p:nvPr>
            <p:ph idx="3" type="body"/>
          </p:nvPr>
        </p:nvSpPr>
        <p:spPr>
          <a:xfrm>
            <a:off x="6792913" y="3373501"/>
            <a:ext cx="3852000" cy="720000"/>
          </a:xfrm>
          <a:prstGeom prst="roundRect">
            <a:avLst>
              <a:gd fmla="val 16667" name="adj"/>
            </a:avLst>
          </a:prstGeom>
          <a:solidFill>
            <a:srgbClr val="F2F2F2"/>
          </a:solidFill>
          <a:ln cap="flat" cmpd="sng" w="31750">
            <a:solidFill>
              <a:schemeClr val="accent3"/>
            </a:solidFill>
            <a:prstDash val="solid"/>
            <a:round/>
            <a:headEnd len="sm" w="sm" type="none"/>
            <a:tailEnd len="sm" w="sm" type="none"/>
          </a:ln>
        </p:spPr>
        <p:txBody>
          <a:bodyPr anchorCtr="0" anchor="ctr" bIns="45700" lIns="91425" spcFirstLastPara="1" rIns="91425" wrap="square" tIns="45700">
            <a:normAutofit/>
          </a:bodyPr>
          <a:lstStyle>
            <a:lvl1pPr indent="-228600" lvl="0" marL="457200" algn="l">
              <a:spcBef>
                <a:spcPts val="1000"/>
              </a:spcBef>
              <a:spcAft>
                <a:spcPts val="0"/>
              </a:spcAft>
              <a:buSzPts val="1680"/>
              <a:buNone/>
              <a:defRPr sz="2100">
                <a:solidFill>
                  <a:schemeClr val="dk1"/>
                </a:solidFill>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88" name="Google Shape;88;p37"/>
          <p:cNvSpPr/>
          <p:nvPr>
            <p:ph idx="4" type="body"/>
          </p:nvPr>
        </p:nvSpPr>
        <p:spPr>
          <a:xfrm>
            <a:off x="6792913" y="4185846"/>
            <a:ext cx="3852000" cy="720000"/>
          </a:xfrm>
          <a:prstGeom prst="roundRect">
            <a:avLst>
              <a:gd fmla="val 16667" name="adj"/>
            </a:avLst>
          </a:prstGeom>
          <a:solidFill>
            <a:srgbClr val="F2F2F2"/>
          </a:solidFill>
          <a:ln cap="flat" cmpd="sng" w="31750">
            <a:solidFill>
              <a:schemeClr val="accent4"/>
            </a:solidFill>
            <a:prstDash val="solid"/>
            <a:round/>
            <a:headEnd len="sm" w="sm" type="none"/>
            <a:tailEnd len="sm" w="sm" type="none"/>
          </a:ln>
        </p:spPr>
        <p:txBody>
          <a:bodyPr anchorCtr="0" anchor="ctr" bIns="45700" lIns="91425" spcFirstLastPara="1" rIns="91425" wrap="square" tIns="45700">
            <a:normAutofit/>
          </a:bodyPr>
          <a:lstStyle>
            <a:lvl1pPr indent="-228600" lvl="0" marL="457200" algn="l">
              <a:spcBef>
                <a:spcPts val="1000"/>
              </a:spcBef>
              <a:spcAft>
                <a:spcPts val="0"/>
              </a:spcAft>
              <a:buSzPts val="1680"/>
              <a:buNone/>
              <a:defRPr sz="2100">
                <a:solidFill>
                  <a:schemeClr val="dk1"/>
                </a:solidFill>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89" name="Google Shape;89;p37"/>
          <p:cNvSpPr/>
          <p:nvPr>
            <p:ph idx="5" type="body"/>
          </p:nvPr>
        </p:nvSpPr>
        <p:spPr>
          <a:xfrm>
            <a:off x="6792913" y="4998190"/>
            <a:ext cx="3852000" cy="720000"/>
          </a:xfrm>
          <a:prstGeom prst="roundRect">
            <a:avLst>
              <a:gd fmla="val 16667" name="adj"/>
            </a:avLst>
          </a:prstGeom>
          <a:solidFill>
            <a:srgbClr val="F2F2F2"/>
          </a:solidFill>
          <a:ln cap="flat" cmpd="sng" w="31750">
            <a:solidFill>
              <a:schemeClr val="accent6"/>
            </a:solidFill>
            <a:prstDash val="solid"/>
            <a:round/>
            <a:headEnd len="sm" w="sm" type="none"/>
            <a:tailEnd len="sm" w="sm" type="none"/>
          </a:ln>
        </p:spPr>
        <p:txBody>
          <a:bodyPr anchorCtr="0" anchor="ctr" bIns="45700" lIns="91425" spcFirstLastPara="1" rIns="91425" wrap="square" tIns="45700">
            <a:normAutofit/>
          </a:bodyPr>
          <a:lstStyle>
            <a:lvl1pPr indent="-228600" lvl="0" marL="457200" algn="l">
              <a:spcBef>
                <a:spcPts val="1000"/>
              </a:spcBef>
              <a:spcAft>
                <a:spcPts val="0"/>
              </a:spcAft>
              <a:buSzPts val="1680"/>
              <a:buNone/>
              <a:defRPr sz="2100">
                <a:solidFill>
                  <a:schemeClr val="dk1"/>
                </a:solidFill>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grpSp>
        <p:nvGrpSpPr>
          <p:cNvPr id="90" name="Google Shape;90;p37"/>
          <p:cNvGrpSpPr/>
          <p:nvPr/>
        </p:nvGrpSpPr>
        <p:grpSpPr>
          <a:xfrm>
            <a:off x="16303" y="0"/>
            <a:ext cx="12192000" cy="6858000"/>
            <a:chOff x="16303" y="6430358"/>
            <a:chExt cx="12192000" cy="6858000"/>
          </a:xfrm>
        </p:grpSpPr>
        <p:sp>
          <p:nvSpPr>
            <p:cNvPr id="91" name="Google Shape;91;p37"/>
            <p:cNvSpPr/>
            <p:nvPr/>
          </p:nvSpPr>
          <p:spPr>
            <a:xfrm>
              <a:off x="236937" y="6430358"/>
              <a:ext cx="5078012" cy="6858000"/>
            </a:xfrm>
            <a:prstGeom prst="rect">
              <a:avLst/>
            </a:prstGeom>
            <a:blipFill rotWithShape="1">
              <a:blip r:embed="rId2">
                <a:alphaModFix/>
              </a:blip>
              <a:stretch>
                <a:fillRect b="0" l="0" r="-14009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7"/>
            <p:cNvSpPr/>
            <p:nvPr/>
          </p:nvSpPr>
          <p:spPr>
            <a:xfrm rot="-5677511">
              <a:off x="3144589" y="8256436"/>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7"/>
            <p:cNvSpPr/>
            <p:nvPr/>
          </p:nvSpPr>
          <p:spPr>
            <a:xfrm rot="-5400000">
              <a:off x="2233481" y="9232079"/>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94" name="Google Shape;94;p37"/>
            <p:cNvSpPr/>
            <p:nvPr/>
          </p:nvSpPr>
          <p:spPr>
            <a:xfrm>
              <a:off x="16303" y="6431945"/>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95" name="Google Shape;95;p37"/>
          <p:cNvSpPr txBox="1"/>
          <p:nvPr>
            <p:ph type="title"/>
          </p:nvPr>
        </p:nvSpPr>
        <p:spPr>
          <a:xfrm>
            <a:off x="1154956" y="2287088"/>
            <a:ext cx="3438881" cy="22838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2300"/>
              <a:buFont typeface="Century Gothic"/>
              <a:buNone/>
              <a:defRPr b="0" sz="23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37"/>
          <p:cNvSpPr txBox="1"/>
          <p:nvPr>
            <p:ph idx="10" type="dt"/>
          </p:nvPr>
        </p:nvSpPr>
        <p:spPr>
          <a:xfrm>
            <a:off x="10650938" y="6394061"/>
            <a:ext cx="990599" cy="304799"/>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37"/>
          <p:cNvSpPr txBox="1"/>
          <p:nvPr>
            <p:ph idx="11" type="ftr"/>
          </p:nvPr>
        </p:nvSpPr>
        <p:spPr>
          <a:xfrm>
            <a:off x="528358" y="6391838"/>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37"/>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3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00" name="Google Shape;100;p37"/>
          <p:cNvSpPr/>
          <p:nvPr>
            <p:ph idx="6" type="pic"/>
          </p:nvPr>
        </p:nvSpPr>
        <p:spPr>
          <a:xfrm>
            <a:off x="5870575" y="1840504"/>
            <a:ext cx="536616" cy="536616"/>
          </a:xfrm>
          <a:prstGeom prst="rect">
            <a:avLst/>
          </a:prstGeom>
          <a:noFill/>
          <a:ln>
            <a:noFill/>
          </a:ln>
        </p:spPr>
      </p:sp>
      <p:sp>
        <p:nvSpPr>
          <p:cNvPr id="101" name="Google Shape;101;p37"/>
          <p:cNvSpPr/>
          <p:nvPr>
            <p:ph idx="7" type="pic"/>
          </p:nvPr>
        </p:nvSpPr>
        <p:spPr>
          <a:xfrm>
            <a:off x="5870575" y="2652849"/>
            <a:ext cx="536616" cy="536616"/>
          </a:xfrm>
          <a:prstGeom prst="rect">
            <a:avLst/>
          </a:prstGeom>
          <a:noFill/>
          <a:ln>
            <a:noFill/>
          </a:ln>
        </p:spPr>
      </p:sp>
      <p:sp>
        <p:nvSpPr>
          <p:cNvPr id="102" name="Google Shape;102;p37"/>
          <p:cNvSpPr/>
          <p:nvPr>
            <p:ph idx="8" type="pic"/>
          </p:nvPr>
        </p:nvSpPr>
        <p:spPr>
          <a:xfrm>
            <a:off x="5870575" y="3465194"/>
            <a:ext cx="536616" cy="536616"/>
          </a:xfrm>
          <a:prstGeom prst="rect">
            <a:avLst/>
          </a:prstGeom>
          <a:noFill/>
          <a:ln>
            <a:noFill/>
          </a:ln>
        </p:spPr>
      </p:sp>
      <p:sp>
        <p:nvSpPr>
          <p:cNvPr id="103" name="Google Shape;103;p37"/>
          <p:cNvSpPr/>
          <p:nvPr>
            <p:ph idx="9" type="pic"/>
          </p:nvPr>
        </p:nvSpPr>
        <p:spPr>
          <a:xfrm>
            <a:off x="5870575" y="4277539"/>
            <a:ext cx="536616" cy="536616"/>
          </a:xfrm>
          <a:prstGeom prst="rect">
            <a:avLst/>
          </a:prstGeom>
          <a:noFill/>
          <a:ln>
            <a:noFill/>
          </a:ln>
        </p:spPr>
      </p:sp>
      <p:sp>
        <p:nvSpPr>
          <p:cNvPr id="104" name="Google Shape;104;p37"/>
          <p:cNvSpPr/>
          <p:nvPr>
            <p:ph idx="13" type="pic"/>
          </p:nvPr>
        </p:nvSpPr>
        <p:spPr>
          <a:xfrm>
            <a:off x="5870575" y="5089882"/>
            <a:ext cx="536616" cy="536616"/>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Icon Bullets Vertical Light" showMasterSp="0">
  <p:cSld name="4 Icon Bullets Vertical Light">
    <p:spTree>
      <p:nvGrpSpPr>
        <p:cNvPr id="105" name="Shape 105"/>
        <p:cNvGrpSpPr/>
        <p:nvPr/>
      </p:nvGrpSpPr>
      <p:grpSpPr>
        <a:xfrm>
          <a:off x="0" y="0"/>
          <a:ext cx="0" cy="0"/>
          <a:chOff x="0" y="0"/>
          <a:chExt cx="0" cy="0"/>
        </a:xfrm>
      </p:grpSpPr>
      <p:sp>
        <p:nvSpPr>
          <p:cNvPr id="106" name="Google Shape;106;p38"/>
          <p:cNvSpPr/>
          <p:nvPr/>
        </p:nvSpPr>
        <p:spPr>
          <a:xfrm>
            <a:off x="8699143" y="3702940"/>
            <a:ext cx="1261872" cy="1261872"/>
          </a:xfrm>
          <a:prstGeom prst="ellipse">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07" name="Google Shape;107;p38"/>
          <p:cNvSpPr/>
          <p:nvPr>
            <p:ph idx="2" type="pic"/>
          </p:nvPr>
        </p:nvSpPr>
        <p:spPr>
          <a:xfrm>
            <a:off x="8865103" y="3869836"/>
            <a:ext cx="929952" cy="929952"/>
          </a:xfrm>
          <a:prstGeom prst="ellipse">
            <a:avLst/>
          </a:prstGeom>
          <a:noFill/>
          <a:ln>
            <a:noFill/>
          </a:ln>
        </p:spPr>
      </p:sp>
      <p:sp>
        <p:nvSpPr>
          <p:cNvPr id="108" name="Google Shape;108;p38"/>
          <p:cNvSpPr/>
          <p:nvPr/>
        </p:nvSpPr>
        <p:spPr>
          <a:xfrm>
            <a:off x="6287247" y="3706777"/>
            <a:ext cx="1261872" cy="1261872"/>
          </a:xfrm>
          <a:prstGeom prst="ellipse">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09" name="Google Shape;109;p38"/>
          <p:cNvSpPr/>
          <p:nvPr>
            <p:ph idx="3" type="pic"/>
          </p:nvPr>
        </p:nvSpPr>
        <p:spPr>
          <a:xfrm>
            <a:off x="6452271" y="3873673"/>
            <a:ext cx="929952" cy="929952"/>
          </a:xfrm>
          <a:prstGeom prst="ellipse">
            <a:avLst/>
          </a:prstGeom>
          <a:noFill/>
          <a:ln>
            <a:noFill/>
          </a:ln>
        </p:spPr>
      </p:sp>
      <p:sp>
        <p:nvSpPr>
          <p:cNvPr id="110" name="Google Shape;110;p38"/>
          <p:cNvSpPr/>
          <p:nvPr/>
        </p:nvSpPr>
        <p:spPr>
          <a:xfrm>
            <a:off x="8699143" y="799317"/>
            <a:ext cx="1261872" cy="1261872"/>
          </a:xfrm>
          <a:prstGeom prst="ellipse">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11" name="Google Shape;111;p38"/>
          <p:cNvSpPr/>
          <p:nvPr/>
        </p:nvSpPr>
        <p:spPr>
          <a:xfrm>
            <a:off x="6289119" y="799317"/>
            <a:ext cx="1261872" cy="1261872"/>
          </a:xfrm>
          <a:prstGeom prst="ellipse">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nvGrpSpPr>
          <p:cNvPr id="112" name="Google Shape;112;p38"/>
          <p:cNvGrpSpPr/>
          <p:nvPr/>
        </p:nvGrpSpPr>
        <p:grpSpPr>
          <a:xfrm>
            <a:off x="16303" y="0"/>
            <a:ext cx="12192000" cy="6858000"/>
            <a:chOff x="16303" y="6430358"/>
            <a:chExt cx="12192000" cy="6858000"/>
          </a:xfrm>
        </p:grpSpPr>
        <p:sp>
          <p:nvSpPr>
            <p:cNvPr id="113" name="Google Shape;113;p38"/>
            <p:cNvSpPr/>
            <p:nvPr/>
          </p:nvSpPr>
          <p:spPr>
            <a:xfrm>
              <a:off x="236937" y="6430358"/>
              <a:ext cx="5078012" cy="6858000"/>
            </a:xfrm>
            <a:prstGeom prst="rect">
              <a:avLst/>
            </a:prstGeom>
            <a:blipFill rotWithShape="1">
              <a:blip r:embed="rId2">
                <a:alphaModFix/>
              </a:blip>
              <a:stretch>
                <a:fillRect b="0" l="0" r="-14009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8"/>
            <p:cNvSpPr/>
            <p:nvPr/>
          </p:nvSpPr>
          <p:spPr>
            <a:xfrm rot="-5677511">
              <a:off x="3144589" y="8256436"/>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8"/>
            <p:cNvSpPr/>
            <p:nvPr/>
          </p:nvSpPr>
          <p:spPr>
            <a:xfrm rot="-5400000">
              <a:off x="2233481" y="9232079"/>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116" name="Google Shape;116;p38"/>
            <p:cNvSpPr/>
            <p:nvPr/>
          </p:nvSpPr>
          <p:spPr>
            <a:xfrm>
              <a:off x="16303" y="6431945"/>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17" name="Google Shape;117;p38"/>
          <p:cNvSpPr txBox="1"/>
          <p:nvPr>
            <p:ph type="title"/>
          </p:nvPr>
        </p:nvSpPr>
        <p:spPr>
          <a:xfrm>
            <a:off x="1154956" y="2287088"/>
            <a:ext cx="3438881" cy="22838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2300"/>
              <a:buFont typeface="Century Gothic"/>
              <a:buNone/>
              <a:defRPr b="0" sz="23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38"/>
          <p:cNvSpPr txBox="1"/>
          <p:nvPr>
            <p:ph idx="10" type="dt"/>
          </p:nvPr>
        </p:nvSpPr>
        <p:spPr>
          <a:xfrm>
            <a:off x="10650938" y="6394061"/>
            <a:ext cx="990599" cy="304799"/>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38"/>
          <p:cNvSpPr txBox="1"/>
          <p:nvPr>
            <p:ph idx="11" type="ftr"/>
          </p:nvPr>
        </p:nvSpPr>
        <p:spPr>
          <a:xfrm>
            <a:off x="528358" y="6391838"/>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38"/>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3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22" name="Google Shape;122;p38"/>
          <p:cNvSpPr txBox="1"/>
          <p:nvPr>
            <p:ph idx="1" type="body"/>
          </p:nvPr>
        </p:nvSpPr>
        <p:spPr>
          <a:xfrm>
            <a:off x="5756275" y="2351088"/>
            <a:ext cx="2325688" cy="774700"/>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960"/>
              <a:buNone/>
              <a:defRPr sz="1200"/>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23" name="Google Shape;123;p38"/>
          <p:cNvSpPr txBox="1"/>
          <p:nvPr>
            <p:ph idx="4" type="body"/>
          </p:nvPr>
        </p:nvSpPr>
        <p:spPr>
          <a:xfrm>
            <a:off x="8167235" y="2351088"/>
            <a:ext cx="2325688" cy="774700"/>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960"/>
              <a:buNone/>
              <a:defRPr sz="1200"/>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24" name="Google Shape;124;p38"/>
          <p:cNvSpPr txBox="1"/>
          <p:nvPr>
            <p:ph idx="5" type="body"/>
          </p:nvPr>
        </p:nvSpPr>
        <p:spPr>
          <a:xfrm>
            <a:off x="5756275" y="5258548"/>
            <a:ext cx="2325688" cy="774700"/>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960"/>
              <a:buNone/>
              <a:defRPr sz="1200"/>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25" name="Google Shape;125;p38"/>
          <p:cNvSpPr txBox="1"/>
          <p:nvPr>
            <p:ph idx="6" type="body"/>
          </p:nvPr>
        </p:nvSpPr>
        <p:spPr>
          <a:xfrm>
            <a:off x="8167235" y="5258548"/>
            <a:ext cx="2325688" cy="774700"/>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960"/>
              <a:buNone/>
              <a:defRPr sz="1200"/>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26" name="Google Shape;126;p38"/>
          <p:cNvSpPr/>
          <p:nvPr>
            <p:ph idx="7" type="pic"/>
          </p:nvPr>
        </p:nvSpPr>
        <p:spPr>
          <a:xfrm>
            <a:off x="6454143" y="966213"/>
            <a:ext cx="929952" cy="929952"/>
          </a:xfrm>
          <a:prstGeom prst="ellipse">
            <a:avLst/>
          </a:prstGeom>
          <a:noFill/>
          <a:ln>
            <a:noFill/>
          </a:ln>
        </p:spPr>
      </p:sp>
      <p:sp>
        <p:nvSpPr>
          <p:cNvPr id="127" name="Google Shape;127;p38"/>
          <p:cNvSpPr/>
          <p:nvPr>
            <p:ph idx="8" type="pic"/>
          </p:nvPr>
        </p:nvSpPr>
        <p:spPr>
          <a:xfrm>
            <a:off x="8865103" y="965277"/>
            <a:ext cx="929952" cy="929952"/>
          </a:xfrm>
          <a:prstGeom prst="ellipse">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Icon Bullets Vertical" showMasterSp="0">
  <p:cSld name="4 Icon Bullets Vertical">
    <p:spTree>
      <p:nvGrpSpPr>
        <p:cNvPr id="128" name="Shape 128"/>
        <p:cNvGrpSpPr/>
        <p:nvPr/>
      </p:nvGrpSpPr>
      <p:grpSpPr>
        <a:xfrm>
          <a:off x="0" y="0"/>
          <a:ext cx="0" cy="0"/>
          <a:chOff x="0" y="0"/>
          <a:chExt cx="0" cy="0"/>
        </a:xfrm>
      </p:grpSpPr>
      <p:sp>
        <p:nvSpPr>
          <p:cNvPr id="129" name="Google Shape;129;p39"/>
          <p:cNvSpPr/>
          <p:nvPr/>
        </p:nvSpPr>
        <p:spPr>
          <a:xfrm>
            <a:off x="8699143" y="3702940"/>
            <a:ext cx="1261872" cy="1261872"/>
          </a:xfrm>
          <a:prstGeom prst="ellipse">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30" name="Google Shape;130;p39"/>
          <p:cNvSpPr/>
          <p:nvPr>
            <p:ph idx="2" type="pic"/>
          </p:nvPr>
        </p:nvSpPr>
        <p:spPr>
          <a:xfrm>
            <a:off x="8865103" y="3869836"/>
            <a:ext cx="929952" cy="929952"/>
          </a:xfrm>
          <a:prstGeom prst="ellipse">
            <a:avLst/>
          </a:prstGeom>
          <a:noFill/>
          <a:ln>
            <a:noFill/>
          </a:ln>
        </p:spPr>
      </p:sp>
      <p:sp>
        <p:nvSpPr>
          <p:cNvPr id="131" name="Google Shape;131;p39"/>
          <p:cNvSpPr/>
          <p:nvPr/>
        </p:nvSpPr>
        <p:spPr>
          <a:xfrm>
            <a:off x="6288183" y="3706777"/>
            <a:ext cx="1261872" cy="1261872"/>
          </a:xfrm>
          <a:prstGeom prst="ellipse">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32" name="Google Shape;132;p39"/>
          <p:cNvSpPr/>
          <p:nvPr>
            <p:ph idx="3" type="pic"/>
          </p:nvPr>
        </p:nvSpPr>
        <p:spPr>
          <a:xfrm>
            <a:off x="6454143" y="3873673"/>
            <a:ext cx="929952" cy="929952"/>
          </a:xfrm>
          <a:prstGeom prst="ellipse">
            <a:avLst/>
          </a:prstGeom>
          <a:noFill/>
          <a:ln>
            <a:noFill/>
          </a:ln>
        </p:spPr>
      </p:sp>
      <p:sp>
        <p:nvSpPr>
          <p:cNvPr id="133" name="Google Shape;133;p39"/>
          <p:cNvSpPr/>
          <p:nvPr/>
        </p:nvSpPr>
        <p:spPr>
          <a:xfrm>
            <a:off x="8699143" y="799317"/>
            <a:ext cx="1261872" cy="1261872"/>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34" name="Google Shape;134;p39"/>
          <p:cNvSpPr/>
          <p:nvPr/>
        </p:nvSpPr>
        <p:spPr>
          <a:xfrm>
            <a:off x="6288183" y="799317"/>
            <a:ext cx="1261872" cy="1261872"/>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35" name="Google Shape;135;p39"/>
          <p:cNvSpPr/>
          <p:nvPr>
            <p:ph idx="4" type="pic"/>
          </p:nvPr>
        </p:nvSpPr>
        <p:spPr>
          <a:xfrm>
            <a:off x="6454143" y="966213"/>
            <a:ext cx="929952" cy="929952"/>
          </a:xfrm>
          <a:prstGeom prst="ellipse">
            <a:avLst/>
          </a:prstGeom>
          <a:noFill/>
          <a:ln>
            <a:noFill/>
          </a:ln>
        </p:spPr>
      </p:sp>
      <p:sp>
        <p:nvSpPr>
          <p:cNvPr id="136" name="Google Shape;136;p39"/>
          <p:cNvSpPr/>
          <p:nvPr>
            <p:ph idx="5" type="pic"/>
          </p:nvPr>
        </p:nvSpPr>
        <p:spPr>
          <a:xfrm>
            <a:off x="8865103" y="965277"/>
            <a:ext cx="929952" cy="929952"/>
          </a:xfrm>
          <a:prstGeom prst="ellipse">
            <a:avLst/>
          </a:prstGeom>
          <a:noFill/>
          <a:ln>
            <a:noFill/>
          </a:ln>
        </p:spPr>
      </p:sp>
      <p:grpSp>
        <p:nvGrpSpPr>
          <p:cNvPr id="137" name="Google Shape;137;p39"/>
          <p:cNvGrpSpPr/>
          <p:nvPr/>
        </p:nvGrpSpPr>
        <p:grpSpPr>
          <a:xfrm>
            <a:off x="16303" y="0"/>
            <a:ext cx="12192000" cy="6858000"/>
            <a:chOff x="16303" y="6430358"/>
            <a:chExt cx="12192000" cy="6858000"/>
          </a:xfrm>
        </p:grpSpPr>
        <p:sp>
          <p:nvSpPr>
            <p:cNvPr id="138" name="Google Shape;138;p39"/>
            <p:cNvSpPr/>
            <p:nvPr/>
          </p:nvSpPr>
          <p:spPr>
            <a:xfrm>
              <a:off x="236937" y="6430358"/>
              <a:ext cx="5078012" cy="6858000"/>
            </a:xfrm>
            <a:prstGeom prst="rect">
              <a:avLst/>
            </a:prstGeom>
            <a:blipFill rotWithShape="1">
              <a:blip r:embed="rId2">
                <a:alphaModFix/>
              </a:blip>
              <a:stretch>
                <a:fillRect b="0" l="0" r="-14009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39"/>
            <p:cNvSpPr/>
            <p:nvPr/>
          </p:nvSpPr>
          <p:spPr>
            <a:xfrm rot="-5677511">
              <a:off x="3144589" y="8256436"/>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39"/>
            <p:cNvSpPr/>
            <p:nvPr/>
          </p:nvSpPr>
          <p:spPr>
            <a:xfrm rot="-5400000">
              <a:off x="2233481" y="9232079"/>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141" name="Google Shape;141;p39"/>
            <p:cNvSpPr/>
            <p:nvPr/>
          </p:nvSpPr>
          <p:spPr>
            <a:xfrm>
              <a:off x="16303" y="6431945"/>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42" name="Google Shape;142;p39"/>
          <p:cNvSpPr txBox="1"/>
          <p:nvPr>
            <p:ph type="title"/>
          </p:nvPr>
        </p:nvSpPr>
        <p:spPr>
          <a:xfrm>
            <a:off x="1154956" y="2287088"/>
            <a:ext cx="3438881" cy="22838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2300"/>
              <a:buFont typeface="Century Gothic"/>
              <a:buNone/>
              <a:defRPr b="0" sz="23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39"/>
          <p:cNvSpPr txBox="1"/>
          <p:nvPr>
            <p:ph idx="10" type="dt"/>
          </p:nvPr>
        </p:nvSpPr>
        <p:spPr>
          <a:xfrm>
            <a:off x="10650938" y="6394061"/>
            <a:ext cx="990599" cy="304799"/>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39"/>
          <p:cNvSpPr txBox="1"/>
          <p:nvPr>
            <p:ph idx="11" type="ftr"/>
          </p:nvPr>
        </p:nvSpPr>
        <p:spPr>
          <a:xfrm>
            <a:off x="528358" y="6391838"/>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39"/>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3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47" name="Google Shape;147;p39"/>
          <p:cNvSpPr txBox="1"/>
          <p:nvPr>
            <p:ph idx="1" type="body"/>
          </p:nvPr>
        </p:nvSpPr>
        <p:spPr>
          <a:xfrm>
            <a:off x="5756275" y="2351088"/>
            <a:ext cx="2325688" cy="774700"/>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960"/>
              <a:buNone/>
              <a:defRPr sz="1200"/>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8" name="Google Shape;148;p39"/>
          <p:cNvSpPr txBox="1"/>
          <p:nvPr>
            <p:ph idx="6" type="body"/>
          </p:nvPr>
        </p:nvSpPr>
        <p:spPr>
          <a:xfrm>
            <a:off x="8167235" y="2351088"/>
            <a:ext cx="2325688" cy="774700"/>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960"/>
              <a:buNone/>
              <a:defRPr sz="1200"/>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9" name="Google Shape;149;p39"/>
          <p:cNvSpPr txBox="1"/>
          <p:nvPr>
            <p:ph idx="7" type="body"/>
          </p:nvPr>
        </p:nvSpPr>
        <p:spPr>
          <a:xfrm>
            <a:off x="5756275" y="5258548"/>
            <a:ext cx="2325688" cy="774700"/>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960"/>
              <a:buNone/>
              <a:defRPr sz="1200"/>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50" name="Google Shape;150;p39"/>
          <p:cNvSpPr txBox="1"/>
          <p:nvPr>
            <p:ph idx="8" type="body"/>
          </p:nvPr>
        </p:nvSpPr>
        <p:spPr>
          <a:xfrm>
            <a:off x="8167235" y="5258548"/>
            <a:ext cx="2325688" cy="774700"/>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960"/>
              <a:buNone/>
              <a:defRPr sz="1200"/>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Icon Bullets Vertical" showMasterSp="0">
  <p:cSld name="2 Icon Bullets Vertical">
    <p:spTree>
      <p:nvGrpSpPr>
        <p:cNvPr id="151" name="Shape 151"/>
        <p:cNvGrpSpPr/>
        <p:nvPr/>
      </p:nvGrpSpPr>
      <p:grpSpPr>
        <a:xfrm>
          <a:off x="0" y="0"/>
          <a:ext cx="0" cy="0"/>
          <a:chOff x="0" y="0"/>
          <a:chExt cx="0" cy="0"/>
        </a:xfrm>
      </p:grpSpPr>
      <p:sp>
        <p:nvSpPr>
          <p:cNvPr id="152" name="Google Shape;152;p40"/>
          <p:cNvSpPr/>
          <p:nvPr/>
        </p:nvSpPr>
        <p:spPr>
          <a:xfrm>
            <a:off x="8699143" y="2234226"/>
            <a:ext cx="1261872" cy="1261872"/>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53" name="Google Shape;153;p40"/>
          <p:cNvSpPr/>
          <p:nvPr/>
        </p:nvSpPr>
        <p:spPr>
          <a:xfrm>
            <a:off x="6288183" y="2234226"/>
            <a:ext cx="1261872" cy="1261872"/>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54" name="Google Shape;154;p40"/>
          <p:cNvSpPr/>
          <p:nvPr>
            <p:ph idx="2" type="pic"/>
          </p:nvPr>
        </p:nvSpPr>
        <p:spPr>
          <a:xfrm>
            <a:off x="6454143" y="2401122"/>
            <a:ext cx="929952" cy="929952"/>
          </a:xfrm>
          <a:prstGeom prst="ellipse">
            <a:avLst/>
          </a:prstGeom>
          <a:noFill/>
          <a:ln>
            <a:noFill/>
          </a:ln>
        </p:spPr>
      </p:sp>
      <p:sp>
        <p:nvSpPr>
          <p:cNvPr id="155" name="Google Shape;155;p40"/>
          <p:cNvSpPr/>
          <p:nvPr>
            <p:ph idx="3" type="pic"/>
          </p:nvPr>
        </p:nvSpPr>
        <p:spPr>
          <a:xfrm>
            <a:off x="8865103" y="2400186"/>
            <a:ext cx="929952" cy="929952"/>
          </a:xfrm>
          <a:prstGeom prst="ellipse">
            <a:avLst/>
          </a:prstGeom>
          <a:noFill/>
          <a:ln>
            <a:noFill/>
          </a:ln>
        </p:spPr>
      </p:sp>
      <p:grpSp>
        <p:nvGrpSpPr>
          <p:cNvPr id="156" name="Google Shape;156;p40"/>
          <p:cNvGrpSpPr/>
          <p:nvPr/>
        </p:nvGrpSpPr>
        <p:grpSpPr>
          <a:xfrm>
            <a:off x="16303" y="0"/>
            <a:ext cx="12192000" cy="6858000"/>
            <a:chOff x="16303" y="6430358"/>
            <a:chExt cx="12192000" cy="6858000"/>
          </a:xfrm>
        </p:grpSpPr>
        <p:sp>
          <p:nvSpPr>
            <p:cNvPr id="157" name="Google Shape;157;p40"/>
            <p:cNvSpPr/>
            <p:nvPr/>
          </p:nvSpPr>
          <p:spPr>
            <a:xfrm>
              <a:off x="236937" y="6430358"/>
              <a:ext cx="5078012" cy="6858000"/>
            </a:xfrm>
            <a:prstGeom prst="rect">
              <a:avLst/>
            </a:prstGeom>
            <a:blipFill rotWithShape="1">
              <a:blip r:embed="rId2">
                <a:alphaModFix/>
              </a:blip>
              <a:stretch>
                <a:fillRect b="0" l="0" r="-14009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40"/>
            <p:cNvSpPr/>
            <p:nvPr/>
          </p:nvSpPr>
          <p:spPr>
            <a:xfrm rot="-5677511">
              <a:off x="3144589" y="8256436"/>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40"/>
            <p:cNvSpPr/>
            <p:nvPr/>
          </p:nvSpPr>
          <p:spPr>
            <a:xfrm rot="-5400000">
              <a:off x="2233481" y="9232079"/>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160" name="Google Shape;160;p40"/>
            <p:cNvSpPr/>
            <p:nvPr/>
          </p:nvSpPr>
          <p:spPr>
            <a:xfrm>
              <a:off x="16303" y="6431945"/>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61" name="Google Shape;161;p40"/>
          <p:cNvSpPr txBox="1"/>
          <p:nvPr>
            <p:ph type="title"/>
          </p:nvPr>
        </p:nvSpPr>
        <p:spPr>
          <a:xfrm>
            <a:off x="1154956" y="2287088"/>
            <a:ext cx="3438881" cy="22838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2300"/>
              <a:buFont typeface="Century Gothic"/>
              <a:buNone/>
              <a:defRPr b="0" sz="23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40"/>
          <p:cNvSpPr txBox="1"/>
          <p:nvPr>
            <p:ph idx="10" type="dt"/>
          </p:nvPr>
        </p:nvSpPr>
        <p:spPr>
          <a:xfrm>
            <a:off x="10650938" y="6394061"/>
            <a:ext cx="990599" cy="304799"/>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p40"/>
          <p:cNvSpPr txBox="1"/>
          <p:nvPr>
            <p:ph idx="11" type="ftr"/>
          </p:nvPr>
        </p:nvSpPr>
        <p:spPr>
          <a:xfrm>
            <a:off x="528358" y="6391838"/>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p40"/>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4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66" name="Google Shape;166;p40"/>
          <p:cNvSpPr txBox="1"/>
          <p:nvPr>
            <p:ph idx="1" type="body"/>
          </p:nvPr>
        </p:nvSpPr>
        <p:spPr>
          <a:xfrm>
            <a:off x="5756275" y="3785996"/>
            <a:ext cx="2325688" cy="1503455"/>
          </a:xfrm>
          <a:prstGeom prst="rect">
            <a:avLst/>
          </a:prstGeom>
          <a:noFill/>
          <a:ln>
            <a:noFill/>
          </a:ln>
        </p:spPr>
        <p:txBody>
          <a:bodyPr anchorCtr="0" anchor="t" bIns="45700" lIns="91425" spcFirstLastPara="1" rIns="91425" wrap="square" tIns="45700">
            <a:noAutofit/>
          </a:bodyPr>
          <a:lstStyle>
            <a:lvl1pPr indent="-228600" lvl="0" marL="457200" algn="ctr">
              <a:spcBef>
                <a:spcPts val="1000"/>
              </a:spcBef>
              <a:spcAft>
                <a:spcPts val="0"/>
              </a:spcAft>
              <a:buSzPts val="960"/>
              <a:buNone/>
              <a:defRPr sz="1200"/>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67" name="Google Shape;167;p40"/>
          <p:cNvSpPr txBox="1"/>
          <p:nvPr>
            <p:ph idx="4" type="body"/>
          </p:nvPr>
        </p:nvSpPr>
        <p:spPr>
          <a:xfrm>
            <a:off x="8167235" y="3785996"/>
            <a:ext cx="2325688" cy="1503455"/>
          </a:xfrm>
          <a:prstGeom prst="rect">
            <a:avLst/>
          </a:prstGeom>
          <a:noFill/>
          <a:ln>
            <a:noFill/>
          </a:ln>
        </p:spPr>
        <p:txBody>
          <a:bodyPr anchorCtr="0" anchor="t" bIns="45700" lIns="91425" spcFirstLastPara="1" rIns="91425" wrap="square" tIns="45700">
            <a:noAutofit/>
          </a:bodyPr>
          <a:lstStyle>
            <a:lvl1pPr indent="-228600" lvl="0" marL="457200" algn="ctr">
              <a:spcBef>
                <a:spcPts val="1000"/>
              </a:spcBef>
              <a:spcAft>
                <a:spcPts val="0"/>
              </a:spcAft>
              <a:buSzPts val="960"/>
              <a:buNone/>
              <a:defRPr sz="1200"/>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Icon Bullets Horizontal" showMasterSp="0">
  <p:cSld name="4 Icon Bullets Horizontal">
    <p:spTree>
      <p:nvGrpSpPr>
        <p:cNvPr id="168" name="Shape 168"/>
        <p:cNvGrpSpPr/>
        <p:nvPr/>
      </p:nvGrpSpPr>
      <p:grpSpPr>
        <a:xfrm>
          <a:off x="0" y="0"/>
          <a:ext cx="0" cy="0"/>
          <a:chOff x="0" y="0"/>
          <a:chExt cx="0" cy="0"/>
        </a:xfrm>
      </p:grpSpPr>
      <p:sp>
        <p:nvSpPr>
          <p:cNvPr id="169" name="Google Shape;169;p41"/>
          <p:cNvSpPr/>
          <p:nvPr/>
        </p:nvSpPr>
        <p:spPr>
          <a:xfrm>
            <a:off x="8404601" y="3981394"/>
            <a:ext cx="1042415" cy="1042415"/>
          </a:xfrm>
          <a:prstGeom prst="ellipse">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70" name="Google Shape;170;p41"/>
          <p:cNvSpPr/>
          <p:nvPr>
            <p:ph idx="2" type="pic"/>
          </p:nvPr>
        </p:nvSpPr>
        <p:spPr>
          <a:xfrm>
            <a:off x="8535100" y="4123125"/>
            <a:ext cx="781417" cy="758952"/>
          </a:xfrm>
          <a:prstGeom prst="ellipse">
            <a:avLst/>
          </a:prstGeom>
          <a:noFill/>
          <a:ln>
            <a:noFill/>
          </a:ln>
        </p:spPr>
      </p:sp>
      <p:sp>
        <p:nvSpPr>
          <p:cNvPr id="171" name="Google Shape;171;p41"/>
          <p:cNvSpPr/>
          <p:nvPr/>
        </p:nvSpPr>
        <p:spPr>
          <a:xfrm>
            <a:off x="8404601" y="1932281"/>
            <a:ext cx="1042415" cy="1042415"/>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72" name="Google Shape;172;p41"/>
          <p:cNvSpPr/>
          <p:nvPr>
            <p:ph idx="3" type="pic"/>
          </p:nvPr>
        </p:nvSpPr>
        <p:spPr>
          <a:xfrm>
            <a:off x="8535100" y="2074012"/>
            <a:ext cx="781417" cy="758952"/>
          </a:xfrm>
          <a:prstGeom prst="ellipse">
            <a:avLst/>
          </a:prstGeom>
          <a:noFill/>
          <a:ln>
            <a:noFill/>
          </a:ln>
        </p:spPr>
      </p:sp>
      <p:grpSp>
        <p:nvGrpSpPr>
          <p:cNvPr id="173" name="Google Shape;173;p41"/>
          <p:cNvGrpSpPr/>
          <p:nvPr/>
        </p:nvGrpSpPr>
        <p:grpSpPr>
          <a:xfrm>
            <a:off x="16303" y="0"/>
            <a:ext cx="12192000" cy="6858000"/>
            <a:chOff x="16303" y="6430358"/>
            <a:chExt cx="12192000" cy="6858000"/>
          </a:xfrm>
        </p:grpSpPr>
        <p:sp>
          <p:nvSpPr>
            <p:cNvPr id="174" name="Google Shape;174;p41"/>
            <p:cNvSpPr/>
            <p:nvPr/>
          </p:nvSpPr>
          <p:spPr>
            <a:xfrm>
              <a:off x="236937" y="6430358"/>
              <a:ext cx="5078012" cy="6858000"/>
            </a:xfrm>
            <a:prstGeom prst="rect">
              <a:avLst/>
            </a:prstGeom>
            <a:blipFill rotWithShape="1">
              <a:blip r:embed="rId2">
                <a:alphaModFix/>
              </a:blip>
              <a:stretch>
                <a:fillRect b="0" l="0" r="-14009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41"/>
            <p:cNvSpPr/>
            <p:nvPr/>
          </p:nvSpPr>
          <p:spPr>
            <a:xfrm rot="-5677511">
              <a:off x="3144589" y="8256436"/>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41"/>
            <p:cNvSpPr/>
            <p:nvPr/>
          </p:nvSpPr>
          <p:spPr>
            <a:xfrm rot="-5400000">
              <a:off x="2233481" y="9232079"/>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177" name="Google Shape;177;p41"/>
            <p:cNvSpPr/>
            <p:nvPr/>
          </p:nvSpPr>
          <p:spPr>
            <a:xfrm>
              <a:off x="16303" y="6431945"/>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78" name="Google Shape;178;p41"/>
          <p:cNvSpPr txBox="1"/>
          <p:nvPr>
            <p:ph type="title"/>
          </p:nvPr>
        </p:nvSpPr>
        <p:spPr>
          <a:xfrm>
            <a:off x="1154956" y="2287088"/>
            <a:ext cx="3438881" cy="22838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2300"/>
              <a:buFont typeface="Century Gothic"/>
              <a:buNone/>
              <a:defRPr b="0" sz="23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9" name="Google Shape;179;p41"/>
          <p:cNvSpPr txBox="1"/>
          <p:nvPr>
            <p:ph idx="10" type="dt"/>
          </p:nvPr>
        </p:nvSpPr>
        <p:spPr>
          <a:xfrm>
            <a:off x="10650938" y="6394061"/>
            <a:ext cx="990599" cy="304799"/>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0" name="Google Shape;180;p41"/>
          <p:cNvSpPr txBox="1"/>
          <p:nvPr>
            <p:ph idx="11" type="ftr"/>
          </p:nvPr>
        </p:nvSpPr>
        <p:spPr>
          <a:xfrm>
            <a:off x="528358" y="6391838"/>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1" name="Google Shape;181;p41"/>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4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83" name="Google Shape;183;p41"/>
          <p:cNvSpPr txBox="1"/>
          <p:nvPr>
            <p:ph idx="1" type="body"/>
          </p:nvPr>
        </p:nvSpPr>
        <p:spPr>
          <a:xfrm>
            <a:off x="6189670" y="1840992"/>
            <a:ext cx="2095046" cy="1225056"/>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960"/>
              <a:buNone/>
              <a:defRPr sz="1200"/>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84" name="Google Shape;184;p41"/>
          <p:cNvSpPr txBox="1"/>
          <p:nvPr>
            <p:ph idx="4" type="body"/>
          </p:nvPr>
        </p:nvSpPr>
        <p:spPr>
          <a:xfrm>
            <a:off x="9519533" y="1840992"/>
            <a:ext cx="2095046" cy="1225056"/>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960"/>
              <a:buNone/>
              <a:defRPr sz="1200"/>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85" name="Google Shape;185;p41"/>
          <p:cNvSpPr txBox="1"/>
          <p:nvPr>
            <p:ph idx="5" type="body"/>
          </p:nvPr>
        </p:nvSpPr>
        <p:spPr>
          <a:xfrm>
            <a:off x="6189670" y="3891529"/>
            <a:ext cx="2095046" cy="1222144"/>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960"/>
              <a:buNone/>
              <a:defRPr sz="1200"/>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86" name="Google Shape;186;p41"/>
          <p:cNvSpPr txBox="1"/>
          <p:nvPr>
            <p:ph idx="6" type="body"/>
          </p:nvPr>
        </p:nvSpPr>
        <p:spPr>
          <a:xfrm>
            <a:off x="9519533" y="3891529"/>
            <a:ext cx="2095046" cy="1222144"/>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960"/>
              <a:buNone/>
              <a:defRPr sz="1200"/>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87" name="Google Shape;187;p41"/>
          <p:cNvSpPr/>
          <p:nvPr/>
        </p:nvSpPr>
        <p:spPr>
          <a:xfrm>
            <a:off x="5070995" y="1932281"/>
            <a:ext cx="1042415" cy="1042415"/>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88" name="Google Shape;188;p41"/>
          <p:cNvSpPr/>
          <p:nvPr>
            <p:ph idx="7" type="pic"/>
          </p:nvPr>
        </p:nvSpPr>
        <p:spPr>
          <a:xfrm>
            <a:off x="5201494" y="2074012"/>
            <a:ext cx="781417" cy="758952"/>
          </a:xfrm>
          <a:prstGeom prst="ellipse">
            <a:avLst/>
          </a:prstGeom>
          <a:noFill/>
          <a:ln>
            <a:noFill/>
          </a:ln>
        </p:spPr>
      </p:sp>
      <p:sp>
        <p:nvSpPr>
          <p:cNvPr id="189" name="Google Shape;189;p41"/>
          <p:cNvSpPr/>
          <p:nvPr/>
        </p:nvSpPr>
        <p:spPr>
          <a:xfrm>
            <a:off x="5070995" y="3981394"/>
            <a:ext cx="1042415" cy="1042415"/>
          </a:xfrm>
          <a:prstGeom prst="ellipse">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90" name="Google Shape;190;p41"/>
          <p:cNvSpPr/>
          <p:nvPr>
            <p:ph idx="8" type="pic"/>
          </p:nvPr>
        </p:nvSpPr>
        <p:spPr>
          <a:xfrm>
            <a:off x="5201494" y="4123125"/>
            <a:ext cx="781417" cy="758952"/>
          </a:xfrm>
          <a:prstGeom prst="ellipse">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p:cSld name="Picture with Caption">
    <p:spTree>
      <p:nvGrpSpPr>
        <p:cNvPr id="191" name="Shape 191"/>
        <p:cNvGrpSpPr/>
        <p:nvPr/>
      </p:nvGrpSpPr>
      <p:grpSpPr>
        <a:xfrm>
          <a:off x="0" y="0"/>
          <a:ext cx="0" cy="0"/>
          <a:chOff x="0" y="0"/>
          <a:chExt cx="0" cy="0"/>
        </a:xfrm>
      </p:grpSpPr>
      <p:grpSp>
        <p:nvGrpSpPr>
          <p:cNvPr id="192" name="Google Shape;192;p42"/>
          <p:cNvGrpSpPr/>
          <p:nvPr/>
        </p:nvGrpSpPr>
        <p:grpSpPr>
          <a:xfrm>
            <a:off x="0" y="-2373"/>
            <a:ext cx="12192000" cy="6867027"/>
            <a:chOff x="0" y="-2373"/>
            <a:chExt cx="12192000" cy="6867027"/>
          </a:xfrm>
        </p:grpSpPr>
        <p:sp>
          <p:nvSpPr>
            <p:cNvPr id="193" name="Google Shape;193;p42"/>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42"/>
            <p:cNvSpPr/>
            <p:nvPr/>
          </p:nvSpPr>
          <p:spPr>
            <a:xfrm>
              <a:off x="3220" y="2667000"/>
              <a:ext cx="4191000" cy="4191000"/>
            </a:xfrm>
            <a:prstGeom prst="ellipse">
              <a:avLst/>
            </a:prstGeom>
            <a:gradFill>
              <a:gsLst>
                <a:gs pos="0">
                  <a:srgbClr val="F7F7F7">
                    <a:alpha val="10980"/>
                  </a:srgbClr>
                </a:gs>
                <a:gs pos="36000">
                  <a:srgbClr val="F7F7F7">
                    <a:alpha val="9803"/>
                  </a:srgbClr>
                </a:gs>
                <a:gs pos="75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42"/>
            <p:cNvSpPr/>
            <p:nvPr/>
          </p:nvSpPr>
          <p:spPr>
            <a:xfrm>
              <a:off x="1750" y="2895600"/>
              <a:ext cx="2362200" cy="2362200"/>
            </a:xfrm>
            <a:prstGeom prst="ellipse">
              <a:avLst/>
            </a:prstGeom>
            <a:gradFill>
              <a:gsLst>
                <a:gs pos="0">
                  <a:srgbClr val="F7F7F7">
                    <a:alpha val="7843"/>
                  </a:srgbClr>
                </a:gs>
                <a:gs pos="36000">
                  <a:srgbClr val="F7F7F7">
                    <a:alpha val="7843"/>
                  </a:srgbClr>
                </a:gs>
                <a:gs pos="72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42"/>
            <p:cNvSpPr/>
            <p:nvPr/>
          </p:nvSpPr>
          <p:spPr>
            <a:xfrm>
              <a:off x="8609012" y="1676400"/>
              <a:ext cx="2819400" cy="2819400"/>
            </a:xfrm>
            <a:prstGeom prst="ellipse">
              <a:avLst/>
            </a:prstGeom>
            <a:gradFill>
              <a:gsLst>
                <a:gs pos="0">
                  <a:srgbClr val="F7F7F7">
                    <a:alpha val="6666"/>
                  </a:srgbClr>
                </a:gs>
                <a:gs pos="36000">
                  <a:srgbClr val="F7F7F7">
                    <a:alpha val="5882"/>
                  </a:srgbClr>
                </a:gs>
                <a:gs pos="69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42"/>
            <p:cNvSpPr/>
            <p:nvPr/>
          </p:nvSpPr>
          <p:spPr>
            <a:xfrm>
              <a:off x="7999412" y="-2373"/>
              <a:ext cx="1600200" cy="1600200"/>
            </a:xfrm>
            <a:prstGeom prst="ellipse">
              <a:avLst/>
            </a:prstGeom>
            <a:gradFill>
              <a:gsLst>
                <a:gs pos="0">
                  <a:srgbClr val="F7F7F7">
                    <a:alpha val="13725"/>
                  </a:srgbClr>
                </a:gs>
                <a:gs pos="36000">
                  <a:srgbClr val="F7F7F7">
                    <a:alpha val="6666"/>
                  </a:srgbClr>
                </a:gs>
                <a:gs pos="73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42"/>
            <p:cNvSpPr/>
            <p:nvPr/>
          </p:nvSpPr>
          <p:spPr>
            <a:xfrm>
              <a:off x="8609012" y="5874054"/>
              <a:ext cx="990600" cy="990600"/>
            </a:xfrm>
            <a:prstGeom prst="ellipse">
              <a:avLst/>
            </a:prstGeom>
            <a:gradFill>
              <a:gsLst>
                <a:gs pos="0">
                  <a:srgbClr val="F7F7F7">
                    <a:alpha val="13725"/>
                  </a:srgbClr>
                </a:gs>
                <a:gs pos="36000">
                  <a:srgbClr val="F7F7F7">
                    <a:alpha val="6666"/>
                  </a:srgbClr>
                </a:gs>
                <a:gs pos="66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42"/>
            <p:cNvSpPr/>
            <p:nvPr/>
          </p:nvSpPr>
          <p:spPr>
            <a:xfrm>
              <a:off x="6172200" y="402165"/>
              <a:ext cx="5596465" cy="60536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42"/>
            <p:cNvSpPr/>
            <p:nvPr/>
          </p:nvSpPr>
          <p:spPr>
            <a:xfrm rot="-5400000">
              <a:off x="3295432" y="2801721"/>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201" name="Google Shape;201;p42"/>
            <p:cNvSpPr/>
            <p:nvPr/>
          </p:nvSpPr>
          <p:spPr>
            <a:xfrm rot="-5677511">
              <a:off x="4203594" y="1826078"/>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42"/>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203" name="Google Shape;203;p42"/>
          <p:cNvSpPr txBox="1"/>
          <p:nvPr>
            <p:ph type="title"/>
          </p:nvPr>
        </p:nvSpPr>
        <p:spPr>
          <a:xfrm>
            <a:off x="1153907" y="1693332"/>
            <a:ext cx="3860260" cy="173566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2300"/>
              <a:buFont typeface="Century Gothic"/>
              <a:buNone/>
              <a:defRPr b="0" sz="23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4" name="Google Shape;204;p42"/>
          <p:cNvSpPr/>
          <p:nvPr>
            <p:ph idx="2" type="pic"/>
          </p:nvPr>
        </p:nvSpPr>
        <p:spPr>
          <a:xfrm>
            <a:off x="6058861" y="478881"/>
            <a:ext cx="5582675" cy="5908526"/>
          </a:xfrm>
          <a:prstGeom prst="rect">
            <a:avLst/>
          </a:prstGeom>
          <a:noFill/>
          <a:ln>
            <a:noFill/>
          </a:ln>
        </p:spPr>
      </p:sp>
      <p:sp>
        <p:nvSpPr>
          <p:cNvPr id="205" name="Google Shape;205;p42"/>
          <p:cNvSpPr txBox="1"/>
          <p:nvPr>
            <p:ph idx="1" type="body"/>
          </p:nvPr>
        </p:nvSpPr>
        <p:spPr>
          <a:xfrm>
            <a:off x="1154955" y="3657600"/>
            <a:ext cx="3859212" cy="1371600"/>
          </a:xfrm>
          <a:prstGeom prst="rect">
            <a:avLst/>
          </a:prstGeom>
          <a:noFill/>
          <a:ln>
            <a:noFill/>
          </a:ln>
        </p:spPr>
        <p:txBody>
          <a:bodyPr anchorCtr="0" anchor="t" bIns="45700" lIns="91425" spcFirstLastPara="1" rIns="91425" wrap="square" tIns="45700">
            <a:normAutofit/>
          </a:bodyPr>
          <a:lstStyle>
            <a:lvl1pPr indent="-299720" lvl="0" marL="457200" algn="l">
              <a:spcBef>
                <a:spcPts val="1000"/>
              </a:spcBef>
              <a:spcAft>
                <a:spcPts val="0"/>
              </a:spcAft>
              <a:buSzPts val="1120"/>
              <a:buFont typeface="Arial"/>
              <a:buChar char="•"/>
              <a:defRPr sz="1400">
                <a:solidFill>
                  <a:schemeClr val="lt1"/>
                </a:solidFill>
              </a:defRPr>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206" name="Google Shape;206;p42"/>
          <p:cNvSpPr txBox="1"/>
          <p:nvPr>
            <p:ph idx="10" type="dt"/>
          </p:nvPr>
        </p:nvSpPr>
        <p:spPr>
          <a:xfrm>
            <a:off x="10650938" y="6394061"/>
            <a:ext cx="990599" cy="304799"/>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7" name="Google Shape;207;p42"/>
          <p:cNvSpPr txBox="1"/>
          <p:nvPr>
            <p:ph idx="11" type="ftr"/>
          </p:nvPr>
        </p:nvSpPr>
        <p:spPr>
          <a:xfrm>
            <a:off x="528358" y="6391838"/>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8" name="Google Shape;208;p42"/>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4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p:cSld name="Content with Caption">
    <p:spTree>
      <p:nvGrpSpPr>
        <p:cNvPr id="210" name="Shape 210"/>
        <p:cNvGrpSpPr/>
        <p:nvPr/>
      </p:nvGrpSpPr>
      <p:grpSpPr>
        <a:xfrm>
          <a:off x="0" y="0"/>
          <a:ext cx="0" cy="0"/>
          <a:chOff x="0" y="0"/>
          <a:chExt cx="0" cy="0"/>
        </a:xfrm>
      </p:grpSpPr>
      <p:grpSp>
        <p:nvGrpSpPr>
          <p:cNvPr id="211" name="Google Shape;211;p43"/>
          <p:cNvGrpSpPr/>
          <p:nvPr/>
        </p:nvGrpSpPr>
        <p:grpSpPr>
          <a:xfrm>
            <a:off x="0" y="-2373"/>
            <a:ext cx="12192000" cy="6867027"/>
            <a:chOff x="0" y="-2373"/>
            <a:chExt cx="12192000" cy="6867027"/>
          </a:xfrm>
        </p:grpSpPr>
        <p:sp>
          <p:nvSpPr>
            <p:cNvPr id="212" name="Google Shape;212;p43"/>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43"/>
            <p:cNvSpPr/>
            <p:nvPr/>
          </p:nvSpPr>
          <p:spPr>
            <a:xfrm>
              <a:off x="3220" y="2667000"/>
              <a:ext cx="4191000" cy="4191000"/>
            </a:xfrm>
            <a:prstGeom prst="ellipse">
              <a:avLst/>
            </a:prstGeom>
            <a:gradFill>
              <a:gsLst>
                <a:gs pos="0">
                  <a:srgbClr val="F7F7F7">
                    <a:alpha val="10980"/>
                  </a:srgbClr>
                </a:gs>
                <a:gs pos="36000">
                  <a:srgbClr val="F7F7F7">
                    <a:alpha val="9803"/>
                  </a:srgbClr>
                </a:gs>
                <a:gs pos="75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43"/>
            <p:cNvSpPr/>
            <p:nvPr/>
          </p:nvSpPr>
          <p:spPr>
            <a:xfrm>
              <a:off x="1750" y="2895600"/>
              <a:ext cx="2362200" cy="2362200"/>
            </a:xfrm>
            <a:prstGeom prst="ellipse">
              <a:avLst/>
            </a:prstGeom>
            <a:gradFill>
              <a:gsLst>
                <a:gs pos="0">
                  <a:srgbClr val="F7F7F7">
                    <a:alpha val="7843"/>
                  </a:srgbClr>
                </a:gs>
                <a:gs pos="36000">
                  <a:srgbClr val="F7F7F7">
                    <a:alpha val="7843"/>
                  </a:srgbClr>
                </a:gs>
                <a:gs pos="72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43"/>
            <p:cNvSpPr/>
            <p:nvPr/>
          </p:nvSpPr>
          <p:spPr>
            <a:xfrm>
              <a:off x="8609012" y="1676400"/>
              <a:ext cx="2819400" cy="2819400"/>
            </a:xfrm>
            <a:prstGeom prst="ellipse">
              <a:avLst/>
            </a:prstGeom>
            <a:gradFill>
              <a:gsLst>
                <a:gs pos="0">
                  <a:srgbClr val="F7F7F7">
                    <a:alpha val="6666"/>
                  </a:srgbClr>
                </a:gs>
                <a:gs pos="36000">
                  <a:srgbClr val="F7F7F7">
                    <a:alpha val="5882"/>
                  </a:srgbClr>
                </a:gs>
                <a:gs pos="69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43"/>
            <p:cNvSpPr/>
            <p:nvPr/>
          </p:nvSpPr>
          <p:spPr>
            <a:xfrm>
              <a:off x="7999412" y="-2373"/>
              <a:ext cx="1600200" cy="1600200"/>
            </a:xfrm>
            <a:prstGeom prst="ellipse">
              <a:avLst/>
            </a:prstGeom>
            <a:gradFill>
              <a:gsLst>
                <a:gs pos="0">
                  <a:srgbClr val="F7F7F7">
                    <a:alpha val="13725"/>
                  </a:srgbClr>
                </a:gs>
                <a:gs pos="36000">
                  <a:srgbClr val="F7F7F7">
                    <a:alpha val="6666"/>
                  </a:srgbClr>
                </a:gs>
                <a:gs pos="73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43"/>
            <p:cNvSpPr/>
            <p:nvPr/>
          </p:nvSpPr>
          <p:spPr>
            <a:xfrm>
              <a:off x="8609012" y="5874054"/>
              <a:ext cx="990600" cy="990600"/>
            </a:xfrm>
            <a:prstGeom prst="ellipse">
              <a:avLst/>
            </a:prstGeom>
            <a:gradFill>
              <a:gsLst>
                <a:gs pos="0">
                  <a:srgbClr val="F7F7F7">
                    <a:alpha val="13725"/>
                  </a:srgbClr>
                </a:gs>
                <a:gs pos="36000">
                  <a:srgbClr val="F7F7F7">
                    <a:alpha val="6666"/>
                  </a:srgbClr>
                </a:gs>
                <a:gs pos="66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43"/>
            <p:cNvSpPr/>
            <p:nvPr/>
          </p:nvSpPr>
          <p:spPr>
            <a:xfrm>
              <a:off x="6172200" y="402165"/>
              <a:ext cx="5596465" cy="60536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43"/>
            <p:cNvSpPr/>
            <p:nvPr/>
          </p:nvSpPr>
          <p:spPr>
            <a:xfrm rot="-5400000">
              <a:off x="3295432" y="2801721"/>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220" name="Google Shape;220;p43"/>
            <p:cNvSpPr/>
            <p:nvPr/>
          </p:nvSpPr>
          <p:spPr>
            <a:xfrm rot="-5677511">
              <a:off x="4203594" y="1826078"/>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43"/>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222" name="Google Shape;222;p43"/>
          <p:cNvSpPr txBox="1"/>
          <p:nvPr>
            <p:ph idx="1" type="body"/>
          </p:nvPr>
        </p:nvSpPr>
        <p:spPr>
          <a:xfrm>
            <a:off x="6058861" y="478880"/>
            <a:ext cx="5582675" cy="5900239"/>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223" name="Google Shape;223;p43"/>
          <p:cNvSpPr txBox="1"/>
          <p:nvPr>
            <p:ph type="title"/>
          </p:nvPr>
        </p:nvSpPr>
        <p:spPr>
          <a:xfrm>
            <a:off x="1153907" y="1693332"/>
            <a:ext cx="3860260" cy="173566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2300"/>
              <a:buFont typeface="Century Gothic"/>
              <a:buNone/>
              <a:defRPr b="0" sz="23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4" name="Google Shape;224;p43"/>
          <p:cNvSpPr txBox="1"/>
          <p:nvPr>
            <p:ph idx="2" type="body"/>
          </p:nvPr>
        </p:nvSpPr>
        <p:spPr>
          <a:xfrm>
            <a:off x="1154955" y="3657600"/>
            <a:ext cx="3859212" cy="1371600"/>
          </a:xfrm>
          <a:prstGeom prst="rect">
            <a:avLst/>
          </a:prstGeom>
          <a:noFill/>
          <a:ln>
            <a:noFill/>
          </a:ln>
        </p:spPr>
        <p:txBody>
          <a:bodyPr anchorCtr="0" anchor="t" bIns="45700" lIns="91425" spcFirstLastPara="1" rIns="91425" wrap="square" tIns="45700">
            <a:normAutofit/>
          </a:bodyPr>
          <a:lstStyle>
            <a:lvl1pPr indent="-299720" lvl="0" marL="457200" algn="l">
              <a:spcBef>
                <a:spcPts val="1000"/>
              </a:spcBef>
              <a:spcAft>
                <a:spcPts val="0"/>
              </a:spcAft>
              <a:buSzPts val="1120"/>
              <a:buFont typeface="Arial"/>
              <a:buChar char="•"/>
              <a:defRPr sz="1400">
                <a:solidFill>
                  <a:schemeClr val="lt1"/>
                </a:solidFill>
              </a:defRPr>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225" name="Google Shape;225;p43"/>
          <p:cNvSpPr txBox="1"/>
          <p:nvPr>
            <p:ph idx="10" type="dt"/>
          </p:nvPr>
        </p:nvSpPr>
        <p:spPr>
          <a:xfrm>
            <a:off x="10650938" y="6394061"/>
            <a:ext cx="990599" cy="304799"/>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6" name="Google Shape;226;p43"/>
          <p:cNvSpPr txBox="1"/>
          <p:nvPr>
            <p:ph idx="11" type="ftr"/>
          </p:nvPr>
        </p:nvSpPr>
        <p:spPr>
          <a:xfrm>
            <a:off x="528358" y="6391838"/>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7" name="Google Shape;227;p43"/>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4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29" name="Shape 229"/>
        <p:cNvGrpSpPr/>
        <p:nvPr/>
      </p:nvGrpSpPr>
      <p:grpSpPr>
        <a:xfrm>
          <a:off x="0" y="0"/>
          <a:ext cx="0" cy="0"/>
          <a:chOff x="0" y="0"/>
          <a:chExt cx="0" cy="0"/>
        </a:xfrm>
      </p:grpSpPr>
      <p:sp>
        <p:nvSpPr>
          <p:cNvPr id="230" name="Google Shape;230;p44"/>
          <p:cNvSpPr txBox="1"/>
          <p:nvPr>
            <p:ph type="title"/>
          </p:nvPr>
        </p:nvSpPr>
        <p:spPr>
          <a:xfrm>
            <a:off x="1154953" y="973668"/>
            <a:ext cx="8761413" cy="70696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1" name="Google Shape;231;p44"/>
          <p:cNvSpPr txBox="1"/>
          <p:nvPr>
            <p:ph idx="1" type="body"/>
          </p:nvPr>
        </p:nvSpPr>
        <p:spPr>
          <a:xfrm>
            <a:off x="1154954" y="2603500"/>
            <a:ext cx="4825158" cy="3416301"/>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232" name="Google Shape;232;p44"/>
          <p:cNvSpPr txBox="1"/>
          <p:nvPr>
            <p:ph idx="2" type="body"/>
          </p:nvPr>
        </p:nvSpPr>
        <p:spPr>
          <a:xfrm>
            <a:off x="6208712" y="2603500"/>
            <a:ext cx="4825159" cy="341630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233" name="Google Shape;233;p44"/>
          <p:cNvSpPr txBox="1"/>
          <p:nvPr>
            <p:ph idx="10" type="dt"/>
          </p:nvPr>
        </p:nvSpPr>
        <p:spPr>
          <a:xfrm>
            <a:off x="10650938" y="6394061"/>
            <a:ext cx="990599" cy="304799"/>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4" name="Google Shape;234;p44"/>
          <p:cNvSpPr txBox="1"/>
          <p:nvPr>
            <p:ph idx="11" type="ftr"/>
          </p:nvPr>
        </p:nvSpPr>
        <p:spPr>
          <a:xfrm>
            <a:off x="528358" y="6391838"/>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5" name="Google Shape;235;p4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6" name="Shape 236"/>
        <p:cNvGrpSpPr/>
        <p:nvPr/>
      </p:nvGrpSpPr>
      <p:grpSpPr>
        <a:xfrm>
          <a:off x="0" y="0"/>
          <a:ext cx="0" cy="0"/>
          <a:chOff x="0" y="0"/>
          <a:chExt cx="0" cy="0"/>
        </a:xfrm>
      </p:grpSpPr>
      <p:sp>
        <p:nvSpPr>
          <p:cNvPr id="237" name="Google Shape;237;p45"/>
          <p:cNvSpPr txBox="1"/>
          <p:nvPr>
            <p:ph type="title"/>
          </p:nvPr>
        </p:nvSpPr>
        <p:spPr>
          <a:xfrm>
            <a:off x="1154953" y="973668"/>
            <a:ext cx="8761413" cy="70696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8" name="Google Shape;238;p45"/>
          <p:cNvSpPr txBox="1"/>
          <p:nvPr>
            <p:ph idx="10" type="dt"/>
          </p:nvPr>
        </p:nvSpPr>
        <p:spPr>
          <a:xfrm>
            <a:off x="10650938" y="6394061"/>
            <a:ext cx="990599" cy="304799"/>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9" name="Google Shape;239;p45"/>
          <p:cNvSpPr txBox="1"/>
          <p:nvPr>
            <p:ph idx="11" type="ftr"/>
          </p:nvPr>
        </p:nvSpPr>
        <p:spPr>
          <a:xfrm>
            <a:off x="528358" y="6391838"/>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0" name="Google Shape;240;p4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spTree>
      <p:nvGrpSpPr>
        <p:cNvPr id="241" name="Shape 241"/>
        <p:cNvGrpSpPr/>
        <p:nvPr/>
      </p:nvGrpSpPr>
      <p:grpSpPr>
        <a:xfrm>
          <a:off x="0" y="0"/>
          <a:ext cx="0" cy="0"/>
          <a:chOff x="0" y="0"/>
          <a:chExt cx="0" cy="0"/>
        </a:xfrm>
      </p:grpSpPr>
      <p:sp>
        <p:nvSpPr>
          <p:cNvPr id="242" name="Google Shape;242;p46"/>
          <p:cNvSpPr txBox="1"/>
          <p:nvPr>
            <p:ph type="title"/>
          </p:nvPr>
        </p:nvSpPr>
        <p:spPr>
          <a:xfrm>
            <a:off x="1154953" y="973668"/>
            <a:ext cx="8761413" cy="70696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3" name="Google Shape;243;p46"/>
          <p:cNvSpPr txBox="1"/>
          <p:nvPr>
            <p:ph idx="10" type="dt"/>
          </p:nvPr>
        </p:nvSpPr>
        <p:spPr>
          <a:xfrm>
            <a:off x="10650938" y="6394061"/>
            <a:ext cx="990599" cy="304799"/>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4" name="Google Shape;244;p46"/>
          <p:cNvSpPr txBox="1"/>
          <p:nvPr>
            <p:ph idx="11" type="ftr"/>
          </p:nvPr>
        </p:nvSpPr>
        <p:spPr>
          <a:xfrm>
            <a:off x="528358" y="6391838"/>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5" name="Google Shape;245;p4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246" name="Google Shape;246;p46"/>
          <p:cNvSpPr txBox="1"/>
          <p:nvPr>
            <p:ph idx="1" type="body"/>
          </p:nvPr>
        </p:nvSpPr>
        <p:spPr>
          <a:xfrm>
            <a:off x="1764150" y="2406650"/>
            <a:ext cx="8663700" cy="3477682"/>
          </a:xfrm>
          <a:prstGeom prst="rect">
            <a:avLst/>
          </a:prstGeom>
          <a:noFill/>
          <a:ln>
            <a:noFill/>
          </a:ln>
        </p:spPr>
        <p:txBody>
          <a:bodyPr anchorCtr="0" anchor="ctr" bIns="45700" lIns="91425" spcFirstLastPara="1" rIns="91425" wrap="square" tIns="45700">
            <a:normAutofit/>
          </a:bodyPr>
          <a:lstStyle>
            <a:lvl1pPr indent="-228600" lvl="0" marL="457200" algn="ctr">
              <a:spcBef>
                <a:spcPts val="1000"/>
              </a:spcBef>
              <a:spcAft>
                <a:spcPts val="0"/>
              </a:spcAft>
              <a:buSzPts val="4800"/>
              <a:buNone/>
              <a:defRPr sz="6000"/>
            </a:lvl1pPr>
            <a:lvl2pPr indent="-228600" lvl="1" marL="914400" algn="l">
              <a:spcBef>
                <a:spcPts val="1000"/>
              </a:spcBef>
              <a:spcAft>
                <a:spcPts val="0"/>
              </a:spcAft>
              <a:buSzPts val="1280"/>
              <a:buNone/>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247" name="Shape 247"/>
        <p:cNvGrpSpPr/>
        <p:nvPr/>
      </p:nvGrpSpPr>
      <p:grpSpPr>
        <a:xfrm>
          <a:off x="0" y="0"/>
          <a:ext cx="0" cy="0"/>
          <a:chOff x="0" y="0"/>
          <a:chExt cx="0" cy="0"/>
        </a:xfrm>
      </p:grpSpPr>
      <p:sp>
        <p:nvSpPr>
          <p:cNvPr id="248" name="Google Shape;248;p47"/>
          <p:cNvSpPr txBox="1"/>
          <p:nvPr>
            <p:ph idx="10" type="dt"/>
          </p:nvPr>
        </p:nvSpPr>
        <p:spPr>
          <a:xfrm>
            <a:off x="10650938" y="6394061"/>
            <a:ext cx="990599" cy="304799"/>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9" name="Google Shape;249;p47"/>
          <p:cNvSpPr txBox="1"/>
          <p:nvPr>
            <p:ph idx="11" type="ftr"/>
          </p:nvPr>
        </p:nvSpPr>
        <p:spPr>
          <a:xfrm>
            <a:off x="528358" y="6391838"/>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0" name="Google Shape;250;p47"/>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4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6" Type="http://schemas.openxmlformats.org/officeDocument/2006/relationships/slideLayout" Target="../slideLayouts/slideLayout5.xml"/><Relationship Id="rId18" Type="http://schemas.openxmlformats.org/officeDocument/2006/relationships/theme" Target="../theme/theme1.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31"/>
          <p:cNvGrpSpPr/>
          <p:nvPr/>
        </p:nvGrpSpPr>
        <p:grpSpPr>
          <a:xfrm>
            <a:off x="0" y="-2373"/>
            <a:ext cx="12192000" cy="6867027"/>
            <a:chOff x="0" y="-2373"/>
            <a:chExt cx="12192000" cy="6867027"/>
          </a:xfrm>
        </p:grpSpPr>
        <p:sp>
          <p:nvSpPr>
            <p:cNvPr id="11" name="Google Shape;11;p31"/>
            <p:cNvSpPr/>
            <p:nvPr/>
          </p:nvSpPr>
          <p:spPr>
            <a:xfrm>
              <a:off x="0" y="0"/>
              <a:ext cx="12192000" cy="6858000"/>
            </a:xfrm>
            <a:prstGeom prst="rect">
              <a:avLst/>
            </a:prstGeom>
            <a:blipFill rotWithShape="1">
              <a:blip r:embed="rId1">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31"/>
            <p:cNvSpPr/>
            <p:nvPr/>
          </p:nvSpPr>
          <p:spPr>
            <a:xfrm>
              <a:off x="3220" y="2667000"/>
              <a:ext cx="4191000" cy="4191000"/>
            </a:xfrm>
            <a:prstGeom prst="ellipse">
              <a:avLst/>
            </a:prstGeom>
            <a:gradFill>
              <a:gsLst>
                <a:gs pos="0">
                  <a:srgbClr val="F7F7F7">
                    <a:alpha val="10980"/>
                  </a:srgbClr>
                </a:gs>
                <a:gs pos="36000">
                  <a:srgbClr val="F7F7F7">
                    <a:alpha val="9803"/>
                  </a:srgbClr>
                </a:gs>
                <a:gs pos="75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31"/>
            <p:cNvSpPr/>
            <p:nvPr/>
          </p:nvSpPr>
          <p:spPr>
            <a:xfrm>
              <a:off x="1750" y="2895600"/>
              <a:ext cx="2362200" cy="2362200"/>
            </a:xfrm>
            <a:prstGeom prst="ellipse">
              <a:avLst/>
            </a:prstGeom>
            <a:gradFill>
              <a:gsLst>
                <a:gs pos="0">
                  <a:srgbClr val="F7F7F7">
                    <a:alpha val="7843"/>
                  </a:srgbClr>
                </a:gs>
                <a:gs pos="36000">
                  <a:srgbClr val="F7F7F7">
                    <a:alpha val="7843"/>
                  </a:srgbClr>
                </a:gs>
                <a:gs pos="72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31"/>
            <p:cNvSpPr/>
            <p:nvPr/>
          </p:nvSpPr>
          <p:spPr>
            <a:xfrm>
              <a:off x="8609012" y="1676400"/>
              <a:ext cx="2819400" cy="2819400"/>
            </a:xfrm>
            <a:prstGeom prst="ellipse">
              <a:avLst/>
            </a:prstGeom>
            <a:gradFill>
              <a:gsLst>
                <a:gs pos="0">
                  <a:srgbClr val="F7F7F7">
                    <a:alpha val="6666"/>
                  </a:srgbClr>
                </a:gs>
                <a:gs pos="36000">
                  <a:srgbClr val="F7F7F7">
                    <a:alpha val="5882"/>
                  </a:srgbClr>
                </a:gs>
                <a:gs pos="69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31"/>
            <p:cNvSpPr/>
            <p:nvPr/>
          </p:nvSpPr>
          <p:spPr>
            <a:xfrm>
              <a:off x="7999412" y="-2373"/>
              <a:ext cx="1600200" cy="1600200"/>
            </a:xfrm>
            <a:prstGeom prst="ellipse">
              <a:avLst/>
            </a:prstGeom>
            <a:gradFill>
              <a:gsLst>
                <a:gs pos="0">
                  <a:srgbClr val="F7F7F7">
                    <a:alpha val="13725"/>
                  </a:srgbClr>
                </a:gs>
                <a:gs pos="36000">
                  <a:srgbClr val="F7F7F7">
                    <a:alpha val="6666"/>
                  </a:srgbClr>
                </a:gs>
                <a:gs pos="73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1"/>
            <p:cNvSpPr/>
            <p:nvPr/>
          </p:nvSpPr>
          <p:spPr>
            <a:xfrm>
              <a:off x="8609012" y="5874054"/>
              <a:ext cx="990600" cy="990600"/>
            </a:xfrm>
            <a:prstGeom prst="ellipse">
              <a:avLst/>
            </a:prstGeom>
            <a:gradFill>
              <a:gsLst>
                <a:gs pos="0">
                  <a:srgbClr val="F7F7F7">
                    <a:alpha val="13725"/>
                  </a:srgbClr>
                </a:gs>
                <a:gs pos="36000">
                  <a:srgbClr val="F7F7F7">
                    <a:alpha val="6666"/>
                  </a:srgbClr>
                </a:gs>
                <a:gs pos="66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1"/>
            <p:cNvSpPr/>
            <p:nvPr/>
          </p:nvSpPr>
          <p:spPr>
            <a:xfrm rot="-589932">
              <a:off x="8490951" y="1797517"/>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1"/>
            <p:cNvSpPr/>
            <p:nvPr/>
          </p:nvSpPr>
          <p:spPr>
            <a:xfrm>
              <a:off x="459506" y="1866405"/>
              <a:ext cx="11277600" cy="4533900"/>
            </a:xfrm>
            <a:custGeom>
              <a:rect b="b" l="l" r="r" t="t"/>
              <a:pathLst>
                <a:path extrusionOk="0" h="2856" w="7104">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lt1"/>
            </a:solidFill>
            <a:ln>
              <a:noFill/>
            </a:ln>
          </p:spPr>
        </p:sp>
        <p:sp>
          <p:nvSpPr>
            <p:cNvPr id="19" name="Google Shape;19;p31"/>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20" name="Google Shape;20;p31"/>
          <p:cNvSpPr txBox="1"/>
          <p:nvPr>
            <p:ph type="title"/>
          </p:nvPr>
        </p:nvSpPr>
        <p:spPr>
          <a:xfrm>
            <a:off x="1154953" y="973668"/>
            <a:ext cx="8761413" cy="70696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Clr>
                <a:schemeClr val="lt2"/>
              </a:buClr>
              <a:buSzPts val="3600"/>
              <a:buFont typeface="Century Gothic"/>
              <a:buNone/>
              <a:defRPr b="0" i="0" sz="3600" u="none" cap="none" strike="noStrike">
                <a:solidFill>
                  <a:schemeClr val="lt2"/>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1" name="Google Shape;21;p31"/>
          <p:cNvSpPr txBox="1"/>
          <p:nvPr>
            <p:ph idx="1" type="body"/>
          </p:nvPr>
        </p:nvSpPr>
        <p:spPr>
          <a:xfrm>
            <a:off x="1154955" y="2603500"/>
            <a:ext cx="8761412" cy="3416300"/>
          </a:xfrm>
          <a:prstGeom prst="rect">
            <a:avLst/>
          </a:prstGeom>
          <a:noFill/>
          <a:ln>
            <a:noFill/>
          </a:ln>
        </p:spPr>
        <p:txBody>
          <a:bodyPr anchorCtr="0" anchor="t" bIns="45700" lIns="91425" spcFirstLastPara="1" rIns="91425" wrap="square" tIns="45700">
            <a:normAutofit/>
          </a:bodyPr>
          <a:lstStyle>
            <a:lvl1pPr indent="-320040" lvl="0" marL="457200" marR="0" rtl="0" algn="l">
              <a:spcBef>
                <a:spcPts val="1000"/>
              </a:spcBef>
              <a:spcAft>
                <a:spcPts val="0"/>
              </a:spcAft>
              <a:buClr>
                <a:schemeClr val="accent1"/>
              </a:buClr>
              <a:buSzPts val="1440"/>
              <a:buFont typeface="Noto Sans Symbols"/>
              <a:buChar char="►"/>
              <a:defRPr b="0" i="0" sz="1800" u="none" cap="none" strike="noStrike">
                <a:solidFill>
                  <a:srgbClr val="3F3F3F"/>
                </a:solidFill>
                <a:latin typeface="Century Gothic"/>
                <a:ea typeface="Century Gothic"/>
                <a:cs typeface="Century Gothic"/>
                <a:sym typeface="Century Gothic"/>
              </a:defRPr>
            </a:lvl1pPr>
            <a:lvl2pPr indent="-309880" lvl="1" marL="914400" marR="0" rtl="0" algn="l">
              <a:spcBef>
                <a:spcPts val="1000"/>
              </a:spcBef>
              <a:spcAft>
                <a:spcPts val="0"/>
              </a:spcAft>
              <a:buClr>
                <a:schemeClr val="accent1"/>
              </a:buClr>
              <a:buSzPts val="1280"/>
              <a:buFont typeface="Noto Sans Symbols"/>
              <a:buChar char="►"/>
              <a:defRPr b="0" i="0" sz="1600" u="none" cap="none" strike="noStrike">
                <a:solidFill>
                  <a:srgbClr val="3F3F3F"/>
                </a:solidFill>
                <a:latin typeface="Century Gothic"/>
                <a:ea typeface="Century Gothic"/>
                <a:cs typeface="Century Gothic"/>
                <a:sym typeface="Century Gothic"/>
              </a:defRPr>
            </a:lvl2pPr>
            <a:lvl3pPr indent="-299719" lvl="2" marL="1371600" marR="0" rtl="0" algn="l">
              <a:spcBef>
                <a:spcPts val="1000"/>
              </a:spcBef>
              <a:spcAft>
                <a:spcPts val="0"/>
              </a:spcAft>
              <a:buClr>
                <a:schemeClr val="accent1"/>
              </a:buClr>
              <a:buSzPts val="1120"/>
              <a:buFont typeface="Noto Sans Symbols"/>
              <a:buChar char="►"/>
              <a:defRPr b="0" i="0" sz="1400" u="none" cap="none" strike="noStrike">
                <a:solidFill>
                  <a:srgbClr val="3F3F3F"/>
                </a:solidFill>
                <a:latin typeface="Century Gothic"/>
                <a:ea typeface="Century Gothic"/>
                <a:cs typeface="Century Gothic"/>
                <a:sym typeface="Century Gothic"/>
              </a:defRPr>
            </a:lvl3pPr>
            <a:lvl4pPr indent="-289560" lvl="3" marL="1828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4pPr>
            <a:lvl5pPr indent="-289560" lvl="4" marL="22860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5pPr>
            <a:lvl6pPr indent="-289560" lvl="5" marL="27432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6pPr>
            <a:lvl7pPr indent="-289560" lvl="6" marL="32004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7pPr>
            <a:lvl8pPr indent="-289559" lvl="7" marL="36576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8pPr>
            <a:lvl9pPr indent="-289559" lvl="8" marL="4114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9pPr>
          </a:lstStyle>
          <a:p/>
        </p:txBody>
      </p:sp>
      <p:sp>
        <p:nvSpPr>
          <p:cNvPr id="22" name="Google Shape;22;p31"/>
          <p:cNvSpPr txBox="1"/>
          <p:nvPr>
            <p:ph idx="10" type="dt"/>
          </p:nvPr>
        </p:nvSpPr>
        <p:spPr>
          <a:xfrm>
            <a:off x="10650938" y="6394061"/>
            <a:ext cx="990599" cy="304799"/>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1" i="0" sz="1000" u="none" cap="none" strike="noStrike">
                <a:solidFill>
                  <a:srgbClr val="3F3F3F"/>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23" name="Google Shape;23;p31"/>
          <p:cNvSpPr txBox="1"/>
          <p:nvPr>
            <p:ph idx="11" type="ftr"/>
          </p:nvPr>
        </p:nvSpPr>
        <p:spPr>
          <a:xfrm>
            <a:off x="528358" y="6391838"/>
            <a:ext cx="3859795" cy="304801"/>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1000" u="none" cap="none" strike="noStrike">
                <a:solidFill>
                  <a:srgbClr val="3F3F3F"/>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24" name="Google Shape;24;p31"/>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rtl="0" algn="ctr">
              <a:spcBef>
                <a:spcPts val="0"/>
              </a:spcBef>
              <a:buNone/>
              <a:defRPr b="0" i="0" sz="2800" u="none" cap="none" strike="noStrike">
                <a:solidFill>
                  <a:schemeClr val="lt1"/>
                </a:solidFill>
                <a:latin typeface="Century Gothic"/>
                <a:ea typeface="Century Gothic"/>
                <a:cs typeface="Century Gothic"/>
                <a:sym typeface="Century Gothic"/>
              </a:defRPr>
            </a:lvl1pPr>
            <a:lvl2pPr indent="0" lvl="1" marL="0" marR="0" rtl="0" algn="ctr">
              <a:spcBef>
                <a:spcPts val="0"/>
              </a:spcBef>
              <a:buNone/>
              <a:defRPr b="0" i="0" sz="2800" u="none" cap="none" strike="noStrike">
                <a:solidFill>
                  <a:schemeClr val="lt1"/>
                </a:solidFill>
                <a:latin typeface="Century Gothic"/>
                <a:ea typeface="Century Gothic"/>
                <a:cs typeface="Century Gothic"/>
                <a:sym typeface="Century Gothic"/>
              </a:defRPr>
            </a:lvl2pPr>
            <a:lvl3pPr indent="0" lvl="2" marL="0" marR="0" rtl="0" algn="ctr">
              <a:spcBef>
                <a:spcPts val="0"/>
              </a:spcBef>
              <a:buNone/>
              <a:defRPr b="0" i="0" sz="2800" u="none" cap="none" strike="noStrike">
                <a:solidFill>
                  <a:schemeClr val="lt1"/>
                </a:solidFill>
                <a:latin typeface="Century Gothic"/>
                <a:ea typeface="Century Gothic"/>
                <a:cs typeface="Century Gothic"/>
                <a:sym typeface="Century Gothic"/>
              </a:defRPr>
            </a:lvl3pPr>
            <a:lvl4pPr indent="0" lvl="3" marL="0" marR="0" rtl="0" algn="ctr">
              <a:spcBef>
                <a:spcPts val="0"/>
              </a:spcBef>
              <a:buNone/>
              <a:defRPr b="0" i="0" sz="2800" u="none" cap="none" strike="noStrike">
                <a:solidFill>
                  <a:schemeClr val="lt1"/>
                </a:solidFill>
                <a:latin typeface="Century Gothic"/>
                <a:ea typeface="Century Gothic"/>
                <a:cs typeface="Century Gothic"/>
                <a:sym typeface="Century Gothic"/>
              </a:defRPr>
            </a:lvl4pPr>
            <a:lvl5pPr indent="0" lvl="4" marL="0" marR="0" rtl="0" algn="ctr">
              <a:spcBef>
                <a:spcPts val="0"/>
              </a:spcBef>
              <a:buNone/>
              <a:defRPr b="0" i="0" sz="2800" u="none" cap="none" strike="noStrike">
                <a:solidFill>
                  <a:schemeClr val="lt1"/>
                </a:solidFill>
                <a:latin typeface="Century Gothic"/>
                <a:ea typeface="Century Gothic"/>
                <a:cs typeface="Century Gothic"/>
                <a:sym typeface="Century Gothic"/>
              </a:defRPr>
            </a:lvl5pPr>
            <a:lvl6pPr indent="0" lvl="5" marL="0" marR="0" rtl="0" algn="ctr">
              <a:spcBef>
                <a:spcPts val="0"/>
              </a:spcBef>
              <a:buNone/>
              <a:defRPr b="0" i="0" sz="2800" u="none" cap="none" strike="noStrike">
                <a:solidFill>
                  <a:schemeClr val="lt1"/>
                </a:solidFill>
                <a:latin typeface="Century Gothic"/>
                <a:ea typeface="Century Gothic"/>
                <a:cs typeface="Century Gothic"/>
                <a:sym typeface="Century Gothic"/>
              </a:defRPr>
            </a:lvl6pPr>
            <a:lvl7pPr indent="0" lvl="6" marL="0" marR="0" rtl="0" algn="ctr">
              <a:spcBef>
                <a:spcPts val="0"/>
              </a:spcBef>
              <a:buNone/>
              <a:defRPr b="0" i="0" sz="2800" u="none" cap="none" strike="noStrike">
                <a:solidFill>
                  <a:schemeClr val="lt1"/>
                </a:solidFill>
                <a:latin typeface="Century Gothic"/>
                <a:ea typeface="Century Gothic"/>
                <a:cs typeface="Century Gothic"/>
                <a:sym typeface="Century Gothic"/>
              </a:defRPr>
            </a:lvl7pPr>
            <a:lvl8pPr indent="0" lvl="7" marL="0" marR="0" rtl="0" algn="ctr">
              <a:spcBef>
                <a:spcPts val="0"/>
              </a:spcBef>
              <a:buNone/>
              <a:defRPr b="0" i="0" sz="2800" u="none" cap="none" strike="noStrike">
                <a:solidFill>
                  <a:schemeClr val="lt1"/>
                </a:solidFill>
                <a:latin typeface="Century Gothic"/>
                <a:ea typeface="Century Gothic"/>
                <a:cs typeface="Century Gothic"/>
                <a:sym typeface="Century Gothic"/>
              </a:defRPr>
            </a:lvl8pPr>
            <a:lvl9pPr indent="0" lvl="8" marL="0" marR="0" rtl="0" algn="ctr">
              <a:spcBef>
                <a:spcPts val="0"/>
              </a:spcBef>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2.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1.jpg"/><Relationship Id="rId4" Type="http://schemas.openxmlformats.org/officeDocument/2006/relationships/image" Target="../media/image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5.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
          <p:cNvSpPr txBox="1"/>
          <p:nvPr>
            <p:ph type="ctrTitle"/>
          </p:nvPr>
        </p:nvSpPr>
        <p:spPr>
          <a:xfrm>
            <a:off x="1154955" y="2099733"/>
            <a:ext cx="8825658" cy="267764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chemeClr val="lt1"/>
              </a:buClr>
              <a:buSzPts val="3600"/>
              <a:buFont typeface="Times New Roman"/>
              <a:buNone/>
            </a:pPr>
            <a:r>
              <a:rPr lang="en-US" sz="3600">
                <a:solidFill>
                  <a:schemeClr val="lt1"/>
                </a:solidFill>
                <a:latin typeface="Times New Roman"/>
                <a:ea typeface="Times New Roman"/>
                <a:cs typeface="Times New Roman"/>
                <a:sym typeface="Times New Roman"/>
              </a:rPr>
              <a:t>Understanding Economics and How It Affects Business</a:t>
            </a:r>
            <a:br>
              <a:rPr lang="en-US">
                <a:solidFill>
                  <a:schemeClr val="lt1"/>
                </a:solidFill>
              </a:rPr>
            </a:br>
            <a:endParaRPr>
              <a:solidFill>
                <a:schemeClr val="lt1"/>
              </a:solidFill>
            </a:endParaRPr>
          </a:p>
        </p:txBody>
      </p:sp>
      <p:sp>
        <p:nvSpPr>
          <p:cNvPr id="257" name="Google Shape;257;p1"/>
          <p:cNvSpPr txBox="1"/>
          <p:nvPr>
            <p:ph idx="1" type="subTitle"/>
          </p:nvPr>
        </p:nvSpPr>
        <p:spPr>
          <a:xfrm>
            <a:off x="1236235" y="4777381"/>
            <a:ext cx="8825658" cy="861420"/>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SzPts val="1600"/>
              <a:buNone/>
            </a:pPr>
            <a:r>
              <a:rPr lang="en-US" sz="2000">
                <a:latin typeface="Times New Roman"/>
                <a:ea typeface="Times New Roman"/>
                <a:cs typeface="Times New Roman"/>
                <a:sym typeface="Times New Roman"/>
              </a:rPr>
              <a:t>TAKMILLA TABASSUM</a:t>
            </a:r>
            <a:endParaRPr sz="2000">
              <a:solidFill>
                <a:schemeClr val="lt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
          <p:cNvSpPr txBox="1"/>
          <p:nvPr>
            <p:ph type="title"/>
          </p:nvPr>
        </p:nvSpPr>
        <p:spPr>
          <a:xfrm>
            <a:off x="1154953"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Times New Roman"/>
              <a:buNone/>
            </a:pPr>
            <a:r>
              <a:rPr lang="en-US">
                <a:latin typeface="Times New Roman"/>
                <a:ea typeface="Times New Roman"/>
                <a:cs typeface="Times New Roman"/>
                <a:sym typeface="Times New Roman"/>
              </a:rPr>
              <a:t>Topics to be Covered</a:t>
            </a:r>
            <a:endParaRPr/>
          </a:p>
        </p:txBody>
      </p:sp>
      <p:sp>
        <p:nvSpPr>
          <p:cNvPr id="263" name="Google Shape;263;p2"/>
          <p:cNvSpPr txBox="1"/>
          <p:nvPr>
            <p:ph idx="1" type="body"/>
          </p:nvPr>
        </p:nvSpPr>
        <p:spPr>
          <a:xfrm>
            <a:off x="1154954" y="2357120"/>
            <a:ext cx="10203926" cy="4500880"/>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SzPts val="1760"/>
              <a:buFont typeface="Noto Sans Symbols"/>
              <a:buChar char="❑"/>
            </a:pPr>
            <a:r>
              <a:rPr lang="en-US" sz="2200">
                <a:latin typeface="Times New Roman"/>
                <a:ea typeface="Times New Roman"/>
                <a:cs typeface="Times New Roman"/>
                <a:sym typeface="Times New Roman"/>
              </a:rPr>
              <a:t>The major branches of economics </a:t>
            </a:r>
            <a:endParaRPr/>
          </a:p>
          <a:p>
            <a:pPr indent="-342900" lvl="0" marL="342900" rtl="0" algn="l">
              <a:spcBef>
                <a:spcPts val="1000"/>
              </a:spcBef>
              <a:spcAft>
                <a:spcPts val="0"/>
              </a:spcAft>
              <a:buSzPts val="1760"/>
              <a:buFont typeface="Noto Sans Symbols"/>
              <a:buChar char="❑"/>
            </a:pPr>
            <a:r>
              <a:rPr lang="en-US" sz="2200">
                <a:latin typeface="Times New Roman"/>
                <a:ea typeface="Times New Roman"/>
                <a:cs typeface="Times New Roman"/>
                <a:sym typeface="Times New Roman"/>
              </a:rPr>
              <a:t>Resource development </a:t>
            </a:r>
            <a:endParaRPr/>
          </a:p>
          <a:p>
            <a:pPr indent="-342900" lvl="0" marL="342900" rtl="0" algn="l">
              <a:spcBef>
                <a:spcPts val="1000"/>
              </a:spcBef>
              <a:spcAft>
                <a:spcPts val="0"/>
              </a:spcAft>
              <a:buSzPts val="1760"/>
              <a:buFont typeface="Noto Sans Symbols"/>
              <a:buChar char="❑"/>
            </a:pPr>
            <a:r>
              <a:rPr lang="en-US" sz="2200">
                <a:latin typeface="Times New Roman"/>
                <a:ea typeface="Times New Roman"/>
                <a:cs typeface="Times New Roman"/>
                <a:sym typeface="Times New Roman"/>
              </a:rPr>
              <a:t>Key Economic Indicators</a:t>
            </a:r>
            <a:endParaRPr/>
          </a:p>
          <a:p>
            <a:pPr indent="-342900" lvl="0" marL="342900" rtl="0" algn="l">
              <a:spcBef>
                <a:spcPts val="1000"/>
              </a:spcBef>
              <a:spcAft>
                <a:spcPts val="0"/>
              </a:spcAft>
              <a:buSzPts val="1760"/>
              <a:buFont typeface="Noto Sans Symbols"/>
              <a:buChar char="❑"/>
            </a:pPr>
            <a:r>
              <a:rPr lang="en-US" sz="2200">
                <a:latin typeface="Times New Roman"/>
                <a:ea typeface="Times New Roman"/>
                <a:cs typeface="Times New Roman"/>
                <a:sym typeface="Times New Roman"/>
              </a:rPr>
              <a:t>The Invisible Hand Theory</a:t>
            </a:r>
            <a:endParaRPr/>
          </a:p>
          <a:p>
            <a:pPr indent="-342900" lvl="0" marL="342900" rtl="0" algn="l">
              <a:spcBef>
                <a:spcPts val="1000"/>
              </a:spcBef>
              <a:spcAft>
                <a:spcPts val="0"/>
              </a:spcAft>
              <a:buSzPts val="1760"/>
              <a:buFont typeface="Noto Sans Symbols"/>
              <a:buChar char="❑"/>
            </a:pPr>
            <a:r>
              <a:rPr lang="en-US" sz="2200">
                <a:latin typeface="Times New Roman"/>
                <a:ea typeface="Times New Roman"/>
                <a:cs typeface="Times New Roman"/>
                <a:sym typeface="Times New Roman"/>
              </a:rPr>
              <a:t>Free market Capitalism, foundations of capitalism, Socialism and Communism</a:t>
            </a:r>
            <a:endParaRPr/>
          </a:p>
          <a:p>
            <a:pPr indent="-342900" lvl="0" marL="342900" rtl="0" algn="l">
              <a:spcBef>
                <a:spcPts val="1000"/>
              </a:spcBef>
              <a:spcAft>
                <a:spcPts val="0"/>
              </a:spcAft>
              <a:buSzPts val="1760"/>
              <a:buFont typeface="Noto Sans Symbols"/>
              <a:buChar char="❑"/>
            </a:pPr>
            <a:r>
              <a:rPr lang="en-US" sz="2200">
                <a:latin typeface="Times New Roman"/>
                <a:ea typeface="Times New Roman"/>
                <a:cs typeface="Times New Roman"/>
                <a:sym typeface="Times New Roman"/>
              </a:rPr>
              <a:t>The Trend Towards Mixed Economies</a:t>
            </a:r>
            <a:endParaRPr/>
          </a:p>
          <a:p>
            <a:pPr indent="-342900" lvl="0" marL="342900" rtl="0" algn="l">
              <a:spcBef>
                <a:spcPts val="1000"/>
              </a:spcBef>
              <a:spcAft>
                <a:spcPts val="0"/>
              </a:spcAft>
              <a:buSzPts val="1760"/>
              <a:buFont typeface="Noto Sans Symbols"/>
              <a:buChar char="❑"/>
            </a:pPr>
            <a:r>
              <a:rPr lang="en-US" sz="2200">
                <a:latin typeface="Times New Roman"/>
                <a:ea typeface="Times New Roman"/>
                <a:cs typeface="Times New Roman"/>
                <a:sym typeface="Times New Roman"/>
              </a:rPr>
              <a:t>Competition within Free Markets</a:t>
            </a:r>
            <a:endParaRPr/>
          </a:p>
          <a:p>
            <a:pPr indent="-342900" lvl="0" marL="342900" rtl="0" algn="l">
              <a:spcBef>
                <a:spcPts val="1000"/>
              </a:spcBef>
              <a:spcAft>
                <a:spcPts val="0"/>
              </a:spcAft>
              <a:buSzPts val="1760"/>
              <a:buFont typeface="Noto Sans Symbols"/>
              <a:buChar char="❑"/>
            </a:pPr>
            <a:r>
              <a:rPr lang="en-US" sz="2200">
                <a:latin typeface="Times New Roman"/>
                <a:ea typeface="Times New Roman"/>
                <a:cs typeface="Times New Roman"/>
                <a:sym typeface="Times New Roman"/>
              </a:rPr>
              <a:t>Demand and its determinants</a:t>
            </a:r>
            <a:endParaRPr/>
          </a:p>
          <a:p>
            <a:pPr indent="-342900" lvl="0" marL="342900" rtl="0" algn="l">
              <a:spcBef>
                <a:spcPts val="1000"/>
              </a:spcBef>
              <a:spcAft>
                <a:spcPts val="0"/>
              </a:spcAft>
              <a:buSzPts val="1760"/>
              <a:buFont typeface="Noto Sans Symbols"/>
              <a:buChar char="❑"/>
            </a:pPr>
            <a:r>
              <a:rPr lang="en-US" sz="2200">
                <a:latin typeface="Times New Roman"/>
                <a:ea typeface="Times New Roman"/>
                <a:cs typeface="Times New Roman"/>
                <a:sym typeface="Times New Roman"/>
              </a:rPr>
              <a:t>Supply and its determinants</a:t>
            </a:r>
            <a:endParaRPr/>
          </a:p>
          <a:p>
            <a:pPr indent="-342900" lvl="0" marL="342900" rtl="0" algn="l">
              <a:spcBef>
                <a:spcPts val="1000"/>
              </a:spcBef>
              <a:spcAft>
                <a:spcPts val="0"/>
              </a:spcAft>
              <a:buSzPts val="1760"/>
              <a:buFont typeface="Noto Sans Symbols"/>
              <a:buChar char="❑"/>
            </a:pPr>
            <a:r>
              <a:rPr lang="en-US" sz="2200">
                <a:latin typeface="Times New Roman"/>
                <a:ea typeface="Times New Roman"/>
                <a:cs typeface="Times New Roman"/>
                <a:sym typeface="Times New Roman"/>
              </a:rPr>
              <a:t>Equilibrium, shortage and surplus</a:t>
            </a:r>
            <a:endParaRPr/>
          </a:p>
          <a:p>
            <a:pPr indent="-241300" lvl="0" marL="342900" rtl="0" algn="l">
              <a:spcBef>
                <a:spcPts val="1000"/>
              </a:spcBef>
              <a:spcAft>
                <a:spcPts val="0"/>
              </a:spcAft>
              <a:buSzPts val="1600"/>
              <a:buFont typeface="Arial"/>
              <a:buNone/>
            </a:pPr>
            <a:r>
              <a:t/>
            </a:r>
            <a:endParaRPr sz="2000">
              <a:latin typeface="Times New Roman"/>
              <a:ea typeface="Times New Roman"/>
              <a:cs typeface="Times New Roman"/>
              <a:sym typeface="Times New Roman"/>
            </a:endParaRPr>
          </a:p>
          <a:p>
            <a:pPr indent="-220980" lvl="0" marL="342900" rtl="0" algn="l">
              <a:spcBef>
                <a:spcPts val="1000"/>
              </a:spcBef>
              <a:spcAft>
                <a:spcPts val="0"/>
              </a:spcAft>
              <a:buSzPts val="1920"/>
              <a:buFont typeface="Arial"/>
              <a:buNone/>
            </a:pPr>
            <a:r>
              <a:t/>
            </a:r>
            <a:endParaRPr sz="2400">
              <a:latin typeface="Times New Roman"/>
              <a:ea typeface="Times New Roman"/>
              <a:cs typeface="Times New Roman"/>
              <a:sym typeface="Times New Roman"/>
            </a:endParaRPr>
          </a:p>
          <a:p>
            <a:pPr indent="-220980" lvl="0" marL="342900" rtl="0" algn="l">
              <a:spcBef>
                <a:spcPts val="1000"/>
              </a:spcBef>
              <a:spcAft>
                <a:spcPts val="0"/>
              </a:spcAft>
              <a:buSzPts val="1920"/>
              <a:buFont typeface="Arial"/>
              <a:buNone/>
            </a:pPr>
            <a:r>
              <a:t/>
            </a:r>
            <a:endParaRPr sz="2400">
              <a:latin typeface="Times New Roman"/>
              <a:ea typeface="Times New Roman"/>
              <a:cs typeface="Times New Roman"/>
              <a:sym typeface="Times New Roman"/>
            </a:endParaRPr>
          </a:p>
          <a:p>
            <a:pPr indent="-241300" lvl="0" marL="342900" rtl="0" algn="l">
              <a:spcBef>
                <a:spcPts val="1000"/>
              </a:spcBef>
              <a:spcAft>
                <a:spcPts val="0"/>
              </a:spcAft>
              <a:buSzPts val="1600"/>
              <a:buFont typeface="Arial"/>
              <a:buNone/>
            </a:pPr>
            <a:r>
              <a:t/>
            </a:r>
            <a:endParaRPr sz="2000">
              <a:latin typeface="Times New Roman"/>
              <a:ea typeface="Times New Roman"/>
              <a:cs typeface="Times New Roman"/>
              <a:sym typeface="Times New Roman"/>
            </a:endParaRPr>
          </a:p>
        </p:txBody>
      </p:sp>
      <p:sp>
        <p:nvSpPr>
          <p:cNvPr id="264" name="Google Shape;264;p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1</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
          <p:cNvSpPr txBox="1"/>
          <p:nvPr>
            <p:ph type="title"/>
          </p:nvPr>
        </p:nvSpPr>
        <p:spPr>
          <a:xfrm>
            <a:off x="1154953"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Times New Roman"/>
              <a:buNone/>
            </a:pPr>
            <a:r>
              <a:rPr lang="en-US">
                <a:latin typeface="Times New Roman"/>
                <a:ea typeface="Times New Roman"/>
                <a:cs typeface="Times New Roman"/>
                <a:sym typeface="Times New Roman"/>
              </a:rPr>
              <a:t>The Major Branches of Economics</a:t>
            </a:r>
            <a:endParaRPr/>
          </a:p>
        </p:txBody>
      </p:sp>
      <p:sp>
        <p:nvSpPr>
          <p:cNvPr id="270" name="Google Shape;270;p3"/>
          <p:cNvSpPr txBox="1"/>
          <p:nvPr>
            <p:ph idx="1" type="body"/>
          </p:nvPr>
        </p:nvSpPr>
        <p:spPr>
          <a:xfrm>
            <a:off x="1154955" y="2603500"/>
            <a:ext cx="10035784" cy="37465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920"/>
              <a:buFont typeface="Noto Sans Symbols"/>
              <a:buChar char="❑"/>
            </a:pPr>
            <a:r>
              <a:rPr b="1" i="0" lang="en-US" sz="2400" u="none" strike="noStrike">
                <a:solidFill>
                  <a:srgbClr val="000000"/>
                </a:solidFill>
                <a:latin typeface="Times New Roman"/>
                <a:ea typeface="Times New Roman"/>
                <a:cs typeface="Times New Roman"/>
                <a:sym typeface="Times New Roman"/>
              </a:rPr>
              <a:t>Economics: </a:t>
            </a:r>
            <a:endParaRPr/>
          </a:p>
          <a:p>
            <a:pPr indent="-342900" lvl="0" marL="342900" rtl="0" algn="l">
              <a:spcBef>
                <a:spcPts val="0"/>
              </a:spcBef>
              <a:spcAft>
                <a:spcPts val="0"/>
              </a:spcAft>
              <a:buSzPts val="1920"/>
              <a:buFont typeface="Courier New"/>
              <a:buChar char="o"/>
            </a:pPr>
            <a:r>
              <a:rPr b="0" lang="en-US" sz="2400" u="none" strike="noStrike">
                <a:solidFill>
                  <a:srgbClr val="000000"/>
                </a:solidFill>
                <a:latin typeface="Times New Roman"/>
                <a:ea typeface="Times New Roman"/>
                <a:cs typeface="Times New Roman"/>
                <a:sym typeface="Times New Roman"/>
              </a:rPr>
              <a:t>The study of how society employs resources to produce goods and services and distribute them for consumption among various competing groups and individuals.</a:t>
            </a:r>
            <a:r>
              <a:rPr lang="en-US" sz="2400"/>
              <a:t> </a:t>
            </a:r>
            <a:endParaRPr/>
          </a:p>
          <a:p>
            <a:pPr indent="-342900" lvl="0" marL="342900" rtl="0" algn="l">
              <a:spcBef>
                <a:spcPts val="0"/>
              </a:spcBef>
              <a:spcAft>
                <a:spcPts val="0"/>
              </a:spcAft>
              <a:buSzPts val="1920"/>
              <a:buFont typeface="Courier New"/>
              <a:buChar char="o"/>
            </a:pPr>
            <a:r>
              <a:rPr lang="en-US" sz="2400">
                <a:solidFill>
                  <a:schemeClr val="dk1"/>
                </a:solidFill>
                <a:latin typeface="Times New Roman"/>
                <a:ea typeface="Times New Roman"/>
                <a:cs typeface="Times New Roman"/>
                <a:sym typeface="Times New Roman"/>
              </a:rPr>
              <a:t>It is the science of scarcity. </a:t>
            </a:r>
            <a:endParaRPr/>
          </a:p>
          <a:p>
            <a:pPr indent="-342900" lvl="0" marL="342900" rtl="0" algn="l">
              <a:spcBef>
                <a:spcPts val="540"/>
              </a:spcBef>
              <a:spcAft>
                <a:spcPts val="0"/>
              </a:spcAft>
              <a:buSzPts val="1920"/>
              <a:buFont typeface="Noto Sans Symbols"/>
              <a:buChar char="❑"/>
            </a:pPr>
            <a:r>
              <a:rPr b="1" lang="en-US" sz="2400" u="none" strike="noStrike">
                <a:solidFill>
                  <a:srgbClr val="000000"/>
                </a:solidFill>
                <a:latin typeface="Times New Roman"/>
                <a:ea typeface="Times New Roman"/>
                <a:cs typeface="Times New Roman"/>
                <a:sym typeface="Times New Roman"/>
              </a:rPr>
              <a:t>Macroeconomics: </a:t>
            </a:r>
            <a:r>
              <a:rPr lang="en-US" sz="2400" u="none" strike="noStrike">
                <a:solidFill>
                  <a:srgbClr val="000000"/>
                </a:solidFill>
                <a:latin typeface="Times New Roman"/>
                <a:ea typeface="Times New Roman"/>
                <a:cs typeface="Times New Roman"/>
                <a:sym typeface="Times New Roman"/>
              </a:rPr>
              <a:t>The branch of economics that focuses </a:t>
            </a:r>
            <a:r>
              <a:rPr b="0" lang="en-US" sz="2400" u="none" strike="noStrike">
                <a:solidFill>
                  <a:srgbClr val="000000"/>
                </a:solidFill>
                <a:latin typeface="Times New Roman"/>
                <a:ea typeface="Times New Roman"/>
                <a:cs typeface="Times New Roman"/>
                <a:sym typeface="Times New Roman"/>
              </a:rPr>
              <a:t>on the operation of a nation’s economy as a whole.</a:t>
            </a:r>
            <a:endParaRPr b="1" sz="2400" u="none" strike="noStrike">
              <a:solidFill>
                <a:srgbClr val="000000"/>
              </a:solidFill>
              <a:latin typeface="Times New Roman"/>
              <a:ea typeface="Times New Roman"/>
              <a:cs typeface="Times New Roman"/>
              <a:sym typeface="Times New Roman"/>
            </a:endParaRPr>
          </a:p>
          <a:p>
            <a:pPr indent="-342900" lvl="0" marL="342900" rtl="0" algn="l">
              <a:spcBef>
                <a:spcPts val="540"/>
              </a:spcBef>
              <a:spcAft>
                <a:spcPts val="0"/>
              </a:spcAft>
              <a:buSzPts val="1920"/>
              <a:buFont typeface="Noto Sans Symbols"/>
              <a:buChar char="❑"/>
            </a:pPr>
            <a:r>
              <a:rPr b="1" lang="en-US" sz="2400" u="none" strike="noStrike">
                <a:solidFill>
                  <a:srgbClr val="000000"/>
                </a:solidFill>
                <a:latin typeface="Times New Roman"/>
                <a:ea typeface="Times New Roman"/>
                <a:cs typeface="Times New Roman"/>
                <a:sym typeface="Times New Roman"/>
              </a:rPr>
              <a:t>Microeconomics: </a:t>
            </a:r>
            <a:r>
              <a:rPr lang="en-US" sz="2400" u="none" strike="noStrike">
                <a:solidFill>
                  <a:srgbClr val="000000"/>
                </a:solidFill>
                <a:latin typeface="Times New Roman"/>
                <a:ea typeface="Times New Roman"/>
                <a:cs typeface="Times New Roman"/>
                <a:sym typeface="Times New Roman"/>
              </a:rPr>
              <a:t>The branch of economics that focuses </a:t>
            </a:r>
            <a:r>
              <a:rPr b="0" lang="en-US" sz="2400" u="none" strike="noStrike">
                <a:solidFill>
                  <a:srgbClr val="000000"/>
                </a:solidFill>
                <a:latin typeface="Times New Roman"/>
                <a:ea typeface="Times New Roman"/>
                <a:cs typeface="Times New Roman"/>
                <a:sym typeface="Times New Roman"/>
              </a:rPr>
              <a:t>on the behavior of people and organizations in markets for particular products or services.</a:t>
            </a:r>
            <a:endParaRPr b="1" sz="2400" u="none" strike="noStrike">
              <a:solidFill>
                <a:srgbClr val="000000"/>
              </a:solidFill>
              <a:latin typeface="Times New Roman"/>
              <a:ea typeface="Times New Roman"/>
              <a:cs typeface="Times New Roman"/>
              <a:sym typeface="Times New Roman"/>
            </a:endParaRPr>
          </a:p>
          <a:p>
            <a:pPr indent="-251459" lvl="0" marL="342900" rtl="0" algn="l">
              <a:spcBef>
                <a:spcPts val="1000"/>
              </a:spcBef>
              <a:spcAft>
                <a:spcPts val="0"/>
              </a:spcAft>
              <a:buSzPts val="1440"/>
              <a:buNone/>
            </a:pPr>
            <a:r>
              <a:t/>
            </a:r>
            <a:endParaRPr/>
          </a:p>
        </p:txBody>
      </p:sp>
      <p:sp>
        <p:nvSpPr>
          <p:cNvPr id="271" name="Google Shape;271;p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
          <p:cNvSpPr txBox="1"/>
          <p:nvPr>
            <p:ph type="title"/>
          </p:nvPr>
        </p:nvSpPr>
        <p:spPr>
          <a:xfrm>
            <a:off x="1154953"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Times New Roman"/>
              <a:buNone/>
            </a:pPr>
            <a:r>
              <a:rPr lang="en-US">
                <a:latin typeface="Times New Roman"/>
                <a:ea typeface="Times New Roman"/>
                <a:cs typeface="Times New Roman"/>
                <a:sym typeface="Times New Roman"/>
              </a:rPr>
              <a:t>Resource Development</a:t>
            </a:r>
            <a:endParaRPr/>
          </a:p>
        </p:txBody>
      </p:sp>
      <p:sp>
        <p:nvSpPr>
          <p:cNvPr id="277" name="Google Shape;277;p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78" name="Google Shape;278;p4"/>
          <p:cNvSpPr txBox="1"/>
          <p:nvPr>
            <p:ph idx="2" type="body"/>
          </p:nvPr>
        </p:nvSpPr>
        <p:spPr>
          <a:xfrm>
            <a:off x="1270000" y="2611120"/>
            <a:ext cx="5252719" cy="4246880"/>
          </a:xfrm>
          <a:prstGeom prst="rect">
            <a:avLst/>
          </a:prstGeom>
          <a:noFill/>
          <a:ln>
            <a:noFill/>
          </a:ln>
        </p:spPr>
        <p:txBody>
          <a:bodyPr anchorCtr="0" anchor="t" bIns="45700" lIns="91425" spcFirstLastPara="1" rIns="91425" wrap="square" tIns="45700">
            <a:normAutofit fontScale="47500" lnSpcReduction="20000"/>
          </a:bodyPr>
          <a:lstStyle/>
          <a:p>
            <a:pPr indent="-342925" lvl="0" marL="342900" rtl="0" algn="l">
              <a:spcBef>
                <a:spcPts val="0"/>
              </a:spcBef>
              <a:spcAft>
                <a:spcPts val="0"/>
              </a:spcAft>
              <a:buSzPct val="80000"/>
              <a:buFont typeface="Noto Sans Symbols"/>
              <a:buChar char="❑"/>
            </a:pPr>
            <a:r>
              <a:rPr b="1" lang="en-US" sz="5100" u="none" strike="noStrike">
                <a:solidFill>
                  <a:srgbClr val="000000"/>
                </a:solidFill>
                <a:latin typeface="Times New Roman"/>
                <a:ea typeface="Times New Roman"/>
                <a:cs typeface="Times New Roman"/>
                <a:sym typeface="Times New Roman"/>
              </a:rPr>
              <a:t>Resource Development: </a:t>
            </a:r>
            <a:r>
              <a:rPr lang="en-US" sz="5100" u="none" strike="noStrike">
                <a:solidFill>
                  <a:srgbClr val="000000"/>
                </a:solidFill>
                <a:latin typeface="Times New Roman"/>
                <a:ea typeface="Times New Roman"/>
                <a:cs typeface="Times New Roman"/>
                <a:sym typeface="Times New Roman"/>
              </a:rPr>
              <a:t>The study of how to increase resources and create conditions that will make better use of those resources. </a:t>
            </a:r>
            <a:endParaRPr/>
          </a:p>
          <a:p>
            <a:pPr indent="0" lvl="0" marL="0" rtl="0" algn="l">
              <a:spcBef>
                <a:spcPts val="1000"/>
              </a:spcBef>
              <a:spcAft>
                <a:spcPts val="0"/>
              </a:spcAft>
              <a:buSzPct val="80000"/>
              <a:buNone/>
            </a:pPr>
            <a:r>
              <a:t/>
            </a:r>
            <a:endParaRPr sz="5100" u="none" strike="noStrike">
              <a:solidFill>
                <a:srgbClr val="000000"/>
              </a:solidFill>
              <a:latin typeface="Times New Roman"/>
              <a:ea typeface="Times New Roman"/>
              <a:cs typeface="Times New Roman"/>
              <a:sym typeface="Times New Roman"/>
            </a:endParaRPr>
          </a:p>
          <a:p>
            <a:pPr indent="-342925" lvl="0" marL="342900" rtl="0" algn="l">
              <a:spcBef>
                <a:spcPts val="1000"/>
              </a:spcBef>
              <a:spcAft>
                <a:spcPts val="0"/>
              </a:spcAft>
              <a:buSzPct val="80000"/>
              <a:buFont typeface="Courier New"/>
              <a:buChar char="o"/>
            </a:pPr>
            <a:r>
              <a:rPr lang="en-US" sz="5100">
                <a:solidFill>
                  <a:srgbClr val="000000"/>
                </a:solidFill>
                <a:latin typeface="Times New Roman"/>
                <a:ea typeface="Times New Roman"/>
                <a:cs typeface="Times New Roman"/>
                <a:sym typeface="Times New Roman"/>
              </a:rPr>
              <a:t>N</a:t>
            </a:r>
            <a:r>
              <a:rPr lang="en-US" sz="5100" u="none" strike="noStrike">
                <a:solidFill>
                  <a:srgbClr val="000000"/>
                </a:solidFill>
                <a:latin typeface="Times New Roman"/>
                <a:ea typeface="Times New Roman"/>
                <a:cs typeface="Times New Roman"/>
                <a:sym typeface="Times New Roman"/>
              </a:rPr>
              <a:t>ew energy sources (hydrogen fuel for autos)</a:t>
            </a:r>
            <a:endParaRPr/>
          </a:p>
          <a:p>
            <a:pPr indent="-342925" lvl="0" marL="342900" rtl="0" algn="l">
              <a:spcBef>
                <a:spcPts val="1000"/>
              </a:spcBef>
              <a:spcAft>
                <a:spcPts val="0"/>
              </a:spcAft>
              <a:buSzPct val="80000"/>
              <a:buFont typeface="Courier New"/>
              <a:buChar char="o"/>
            </a:pPr>
            <a:r>
              <a:rPr lang="en-US" sz="5100" u="none" strike="noStrike">
                <a:solidFill>
                  <a:srgbClr val="000000"/>
                </a:solidFill>
                <a:latin typeface="Times New Roman"/>
                <a:ea typeface="Times New Roman"/>
                <a:cs typeface="Times New Roman"/>
                <a:sym typeface="Times New Roman"/>
              </a:rPr>
              <a:t> New ways of growing food (hydroponic)</a:t>
            </a:r>
            <a:endParaRPr/>
          </a:p>
          <a:p>
            <a:pPr indent="-342925" lvl="0" marL="342900" rtl="0" algn="l">
              <a:spcBef>
                <a:spcPts val="1000"/>
              </a:spcBef>
              <a:spcAft>
                <a:spcPts val="0"/>
              </a:spcAft>
              <a:buSzPct val="80000"/>
              <a:buFont typeface="Courier New"/>
              <a:buChar char="o"/>
            </a:pPr>
            <a:r>
              <a:rPr lang="en-US" sz="5100" u="none" strike="noStrike">
                <a:solidFill>
                  <a:srgbClr val="000000"/>
                </a:solidFill>
                <a:latin typeface="Times New Roman"/>
                <a:ea typeface="Times New Roman"/>
                <a:cs typeface="Times New Roman"/>
                <a:sym typeface="Times New Roman"/>
              </a:rPr>
              <a:t> New ways of creating needed goods and services (mariculture and nanotechnology).</a:t>
            </a:r>
            <a:endParaRPr/>
          </a:p>
          <a:p>
            <a:pPr indent="-299466" lvl="0" marL="342900" rtl="0" algn="l">
              <a:spcBef>
                <a:spcPts val="1000"/>
              </a:spcBef>
              <a:spcAft>
                <a:spcPts val="0"/>
              </a:spcAft>
              <a:buSzPct val="79999"/>
              <a:buNone/>
            </a:pPr>
            <a:r>
              <a:t/>
            </a:r>
            <a:endParaRPr/>
          </a:p>
        </p:txBody>
      </p:sp>
      <p:pic>
        <p:nvPicPr>
          <p:cNvPr id="279" name="Google Shape;279;p4"/>
          <p:cNvPicPr preferRelativeResize="0"/>
          <p:nvPr>
            <p:ph idx="4" type="body"/>
          </p:nvPr>
        </p:nvPicPr>
        <p:blipFill rotWithShape="1">
          <a:blip r:embed="rId3">
            <a:alphaModFix/>
          </a:blip>
          <a:srcRect b="0" l="0" r="0" t="0"/>
          <a:stretch/>
        </p:blipFill>
        <p:spPr>
          <a:xfrm>
            <a:off x="7058818" y="3179762"/>
            <a:ext cx="3863181" cy="244395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5"/>
          <p:cNvSpPr txBox="1"/>
          <p:nvPr>
            <p:ph type="title"/>
          </p:nvPr>
        </p:nvSpPr>
        <p:spPr>
          <a:xfrm>
            <a:off x="1154953"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Times New Roman"/>
              <a:buNone/>
            </a:pPr>
            <a:r>
              <a:rPr lang="en-US">
                <a:latin typeface="Times New Roman"/>
                <a:ea typeface="Times New Roman"/>
                <a:cs typeface="Times New Roman"/>
                <a:sym typeface="Times New Roman"/>
              </a:rPr>
              <a:t>Key Economic Indicators</a:t>
            </a:r>
            <a:endParaRPr/>
          </a:p>
        </p:txBody>
      </p:sp>
      <p:sp>
        <p:nvSpPr>
          <p:cNvPr id="285" name="Google Shape;285;p5"/>
          <p:cNvSpPr txBox="1"/>
          <p:nvPr>
            <p:ph idx="1" type="body"/>
          </p:nvPr>
        </p:nvSpPr>
        <p:spPr>
          <a:xfrm>
            <a:off x="650240" y="2529840"/>
            <a:ext cx="11115040" cy="410464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920"/>
              <a:buFont typeface="Noto Sans Symbols"/>
              <a:buChar char="❑"/>
            </a:pPr>
            <a:r>
              <a:rPr b="1" lang="en-US" sz="2400">
                <a:solidFill>
                  <a:schemeClr val="dk1"/>
                </a:solidFill>
                <a:latin typeface="Times New Roman"/>
                <a:ea typeface="Times New Roman"/>
                <a:cs typeface="Times New Roman"/>
                <a:sym typeface="Times New Roman"/>
              </a:rPr>
              <a:t>GDP: </a:t>
            </a:r>
            <a:r>
              <a:rPr lang="en-US" sz="2400">
                <a:solidFill>
                  <a:schemeClr val="dk1"/>
                </a:solidFill>
                <a:latin typeface="Times New Roman"/>
                <a:ea typeface="Times New Roman"/>
                <a:cs typeface="Times New Roman"/>
                <a:sym typeface="Times New Roman"/>
              </a:rPr>
              <a:t>The total value of final goods and services produced in a country in a given year.</a:t>
            </a:r>
            <a:endParaRPr/>
          </a:p>
          <a:p>
            <a:pPr indent="-342900" lvl="0" marL="342900" rtl="0" algn="l">
              <a:spcBef>
                <a:spcPts val="1000"/>
              </a:spcBef>
              <a:spcAft>
                <a:spcPts val="0"/>
              </a:spcAft>
              <a:buSzPts val="1920"/>
              <a:buFont typeface="Noto Sans Symbols"/>
              <a:buChar char="❑"/>
            </a:pPr>
            <a:r>
              <a:rPr b="1" lang="en-US" sz="2400">
                <a:solidFill>
                  <a:schemeClr val="dk1"/>
                </a:solidFill>
                <a:latin typeface="Times New Roman"/>
                <a:ea typeface="Times New Roman"/>
                <a:cs typeface="Times New Roman"/>
                <a:sym typeface="Times New Roman"/>
              </a:rPr>
              <a:t>Unemployment Rate: </a:t>
            </a:r>
            <a:r>
              <a:rPr lang="en-US" sz="2400">
                <a:solidFill>
                  <a:schemeClr val="dk1"/>
                </a:solidFill>
                <a:latin typeface="Times New Roman"/>
                <a:ea typeface="Times New Roman"/>
                <a:cs typeface="Times New Roman"/>
                <a:sym typeface="Times New Roman"/>
              </a:rPr>
              <a:t>The percentage of civilians at least 16 years old who are unemployed and tried to find a job within the prior four weeks. Types of unemployment include frictional, structural, cyclical and seasonal. </a:t>
            </a:r>
            <a:endParaRPr/>
          </a:p>
          <a:p>
            <a:pPr indent="0" lvl="0" marL="342900" rtl="0" algn="l">
              <a:spcBef>
                <a:spcPts val="1000"/>
              </a:spcBef>
              <a:spcAft>
                <a:spcPts val="0"/>
              </a:spcAft>
              <a:buNone/>
            </a:pPr>
            <a:r>
              <a:t/>
            </a:r>
            <a:endParaRPr/>
          </a:p>
        </p:txBody>
      </p:sp>
      <p:sp>
        <p:nvSpPr>
          <p:cNvPr id="286" name="Google Shape;286;p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6"/>
          <p:cNvSpPr txBox="1"/>
          <p:nvPr>
            <p:ph type="title"/>
          </p:nvPr>
        </p:nvSpPr>
        <p:spPr>
          <a:xfrm>
            <a:off x="1154953"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Century Gothic"/>
              <a:buNone/>
            </a:pPr>
            <a:r>
              <a:rPr lang="en-US"/>
              <a:t>GDP (continued)</a:t>
            </a:r>
            <a:endParaRPr/>
          </a:p>
        </p:txBody>
      </p:sp>
      <p:sp>
        <p:nvSpPr>
          <p:cNvPr id="292" name="Google Shape;292;p6"/>
          <p:cNvSpPr txBox="1"/>
          <p:nvPr>
            <p:ph idx="1" type="body"/>
          </p:nvPr>
        </p:nvSpPr>
        <p:spPr>
          <a:xfrm>
            <a:off x="687898" y="2407640"/>
            <a:ext cx="10981188" cy="4026716"/>
          </a:xfrm>
          <a:prstGeom prst="rect">
            <a:avLst/>
          </a:prstGeom>
          <a:noFill/>
          <a:ln>
            <a:noFill/>
          </a:ln>
        </p:spPr>
        <p:txBody>
          <a:bodyPr anchorCtr="0" anchor="t" bIns="45700" lIns="91425" spcFirstLastPara="1" rIns="91425" wrap="square" tIns="45700">
            <a:noAutofit/>
          </a:bodyPr>
          <a:lstStyle/>
          <a:p>
            <a:pPr indent="0" lvl="0" marL="0" rtl="0" algn="l">
              <a:lnSpc>
                <a:spcPct val="160000"/>
              </a:lnSpc>
              <a:spcBef>
                <a:spcPts val="0"/>
              </a:spcBef>
              <a:spcAft>
                <a:spcPts val="0"/>
              </a:spcAft>
              <a:buClr>
                <a:schemeClr val="dk1"/>
              </a:buClr>
              <a:buSzPts val="1100"/>
              <a:buFont typeface="Arial"/>
              <a:buNone/>
            </a:pPr>
            <a:r>
              <a:rPr b="1" lang="en-US">
                <a:solidFill>
                  <a:srgbClr val="222222"/>
                </a:solidFill>
                <a:latin typeface="Times New Roman"/>
                <a:ea typeface="Times New Roman"/>
                <a:cs typeface="Times New Roman"/>
                <a:sym typeface="Times New Roman"/>
              </a:rPr>
              <a:t>Included in GDP:</a:t>
            </a:r>
            <a:endParaRPr/>
          </a:p>
          <a:p>
            <a:pPr indent="-339725" lvl="0" marL="457200" rtl="0" algn="l">
              <a:lnSpc>
                <a:spcPct val="115000"/>
              </a:lnSpc>
              <a:spcBef>
                <a:spcPts val="1500"/>
              </a:spcBef>
              <a:spcAft>
                <a:spcPts val="0"/>
              </a:spcAft>
              <a:buClr>
                <a:srgbClr val="222222"/>
              </a:buClr>
              <a:buSzPts val="1750"/>
              <a:buFont typeface="Noto Sans Symbols"/>
              <a:buChar char="❑"/>
            </a:pPr>
            <a:r>
              <a:rPr b="1" lang="en-US">
                <a:solidFill>
                  <a:srgbClr val="222222"/>
                </a:solidFill>
                <a:latin typeface="Times New Roman"/>
                <a:ea typeface="Times New Roman"/>
                <a:cs typeface="Times New Roman"/>
                <a:sym typeface="Times New Roman"/>
              </a:rPr>
              <a:t>Final </a:t>
            </a:r>
            <a:r>
              <a:rPr lang="en-US">
                <a:solidFill>
                  <a:srgbClr val="222222"/>
                </a:solidFill>
                <a:latin typeface="Times New Roman"/>
                <a:ea typeface="Times New Roman"/>
                <a:cs typeface="Times New Roman"/>
                <a:sym typeface="Times New Roman"/>
              </a:rPr>
              <a:t>goods and services </a:t>
            </a:r>
            <a:r>
              <a:rPr b="1" lang="en-US">
                <a:solidFill>
                  <a:srgbClr val="222222"/>
                </a:solidFill>
                <a:latin typeface="Times New Roman"/>
                <a:ea typeface="Times New Roman"/>
                <a:cs typeface="Times New Roman"/>
                <a:sym typeface="Times New Roman"/>
              </a:rPr>
              <a:t>sold for money</a:t>
            </a:r>
            <a:r>
              <a:rPr lang="en-US">
                <a:solidFill>
                  <a:srgbClr val="222222"/>
                </a:solidFill>
                <a:latin typeface="Times New Roman"/>
                <a:ea typeface="Times New Roman"/>
                <a:cs typeface="Times New Roman"/>
                <a:sym typeface="Times New Roman"/>
              </a:rPr>
              <a:t>.</a:t>
            </a:r>
            <a:endParaRPr/>
          </a:p>
          <a:p>
            <a:pPr indent="0" lvl="0" marL="0" rtl="0" algn="l">
              <a:lnSpc>
                <a:spcPct val="160000"/>
              </a:lnSpc>
              <a:spcBef>
                <a:spcPts val="800"/>
              </a:spcBef>
              <a:spcAft>
                <a:spcPts val="0"/>
              </a:spcAft>
              <a:buClr>
                <a:schemeClr val="dk1"/>
              </a:buClr>
              <a:buSzPts val="1100"/>
              <a:buFont typeface="Arial"/>
              <a:buNone/>
            </a:pPr>
            <a:r>
              <a:rPr b="1" lang="en-US">
                <a:solidFill>
                  <a:srgbClr val="222222"/>
                </a:solidFill>
                <a:latin typeface="Times New Roman"/>
                <a:ea typeface="Times New Roman"/>
                <a:cs typeface="Times New Roman"/>
                <a:sym typeface="Times New Roman"/>
              </a:rPr>
              <a:t>Not included in GDP:</a:t>
            </a:r>
            <a:endParaRPr/>
          </a:p>
          <a:p>
            <a:pPr indent="-339725" lvl="0" marL="457200" rtl="0" algn="l">
              <a:lnSpc>
                <a:spcPct val="115000"/>
              </a:lnSpc>
              <a:spcBef>
                <a:spcPts val="1500"/>
              </a:spcBef>
              <a:spcAft>
                <a:spcPts val="0"/>
              </a:spcAft>
              <a:buClr>
                <a:srgbClr val="222222"/>
              </a:buClr>
              <a:buSzPts val="1750"/>
              <a:buFont typeface="Noto Sans Symbols"/>
              <a:buChar char="❑"/>
            </a:pPr>
            <a:r>
              <a:rPr lang="en-US">
                <a:solidFill>
                  <a:srgbClr val="222222"/>
                </a:solidFill>
                <a:latin typeface="Times New Roman"/>
                <a:ea typeface="Times New Roman"/>
                <a:cs typeface="Times New Roman"/>
                <a:sym typeface="Times New Roman"/>
              </a:rPr>
              <a:t>unpaid work: work performed within the family, volunteer work, etc.</a:t>
            </a:r>
            <a:endParaRPr/>
          </a:p>
          <a:p>
            <a:pPr indent="-339725" lvl="0" marL="457200" rtl="0" algn="l">
              <a:lnSpc>
                <a:spcPct val="115000"/>
              </a:lnSpc>
              <a:spcBef>
                <a:spcPts val="0"/>
              </a:spcBef>
              <a:spcAft>
                <a:spcPts val="0"/>
              </a:spcAft>
              <a:buClr>
                <a:srgbClr val="222222"/>
              </a:buClr>
              <a:buSzPts val="1750"/>
              <a:buFont typeface="Noto Sans Symbols"/>
              <a:buChar char="❑"/>
            </a:pPr>
            <a:r>
              <a:rPr lang="en-US">
                <a:solidFill>
                  <a:srgbClr val="222222"/>
                </a:solidFill>
                <a:latin typeface="Times New Roman"/>
                <a:ea typeface="Times New Roman"/>
                <a:cs typeface="Times New Roman"/>
                <a:sym typeface="Times New Roman"/>
              </a:rPr>
              <a:t>goods not produced for sale in the marketplace</a:t>
            </a:r>
            <a:endParaRPr/>
          </a:p>
          <a:p>
            <a:pPr indent="-339725" lvl="0" marL="457200" rtl="0" algn="l">
              <a:lnSpc>
                <a:spcPct val="115000"/>
              </a:lnSpc>
              <a:spcBef>
                <a:spcPts val="0"/>
              </a:spcBef>
              <a:spcAft>
                <a:spcPts val="0"/>
              </a:spcAft>
              <a:buClr>
                <a:srgbClr val="222222"/>
              </a:buClr>
              <a:buSzPts val="1750"/>
              <a:buFont typeface="Noto Sans Symbols"/>
              <a:buChar char="❑"/>
            </a:pPr>
            <a:r>
              <a:rPr lang="en-US">
                <a:solidFill>
                  <a:srgbClr val="222222"/>
                </a:solidFill>
                <a:latin typeface="Times New Roman"/>
                <a:ea typeface="Times New Roman"/>
                <a:cs typeface="Times New Roman"/>
                <a:sym typeface="Times New Roman"/>
              </a:rPr>
              <a:t>bartered goods and services</a:t>
            </a:r>
            <a:endParaRPr/>
          </a:p>
          <a:p>
            <a:pPr indent="-339725" lvl="0" marL="457200" rtl="0" algn="l">
              <a:lnSpc>
                <a:spcPct val="115000"/>
              </a:lnSpc>
              <a:spcBef>
                <a:spcPts val="0"/>
              </a:spcBef>
              <a:spcAft>
                <a:spcPts val="0"/>
              </a:spcAft>
              <a:buClr>
                <a:srgbClr val="222222"/>
              </a:buClr>
              <a:buSzPts val="1750"/>
              <a:buFont typeface="Noto Sans Symbols"/>
              <a:buChar char="❑"/>
            </a:pPr>
            <a:r>
              <a:rPr lang="en-US">
                <a:solidFill>
                  <a:srgbClr val="222222"/>
                </a:solidFill>
                <a:latin typeface="Times New Roman"/>
                <a:ea typeface="Times New Roman"/>
                <a:cs typeface="Times New Roman"/>
                <a:sym typeface="Times New Roman"/>
              </a:rPr>
              <a:t>black market</a:t>
            </a:r>
            <a:endParaRPr/>
          </a:p>
          <a:p>
            <a:pPr indent="-339725" lvl="0" marL="457200" rtl="0" algn="l">
              <a:lnSpc>
                <a:spcPct val="115000"/>
              </a:lnSpc>
              <a:spcBef>
                <a:spcPts val="0"/>
              </a:spcBef>
              <a:spcAft>
                <a:spcPts val="0"/>
              </a:spcAft>
              <a:buClr>
                <a:srgbClr val="222222"/>
              </a:buClr>
              <a:buSzPts val="1750"/>
              <a:buFont typeface="Noto Sans Symbols"/>
              <a:buChar char="❑"/>
            </a:pPr>
            <a:r>
              <a:rPr lang="en-US">
                <a:solidFill>
                  <a:srgbClr val="222222"/>
                </a:solidFill>
                <a:latin typeface="Times New Roman"/>
                <a:ea typeface="Times New Roman"/>
                <a:cs typeface="Times New Roman"/>
                <a:sym typeface="Times New Roman"/>
              </a:rPr>
              <a:t>illegal activities</a:t>
            </a:r>
            <a:endParaRPr/>
          </a:p>
          <a:p>
            <a:pPr indent="-339725" lvl="0" marL="457200" rtl="0" algn="l">
              <a:lnSpc>
                <a:spcPct val="115000"/>
              </a:lnSpc>
              <a:spcBef>
                <a:spcPts val="0"/>
              </a:spcBef>
              <a:spcAft>
                <a:spcPts val="0"/>
              </a:spcAft>
              <a:buClr>
                <a:srgbClr val="222222"/>
              </a:buClr>
              <a:buSzPts val="1750"/>
              <a:buFont typeface="Noto Sans Symbols"/>
              <a:buChar char="❑"/>
            </a:pPr>
            <a:r>
              <a:rPr lang="en-US">
                <a:solidFill>
                  <a:srgbClr val="222222"/>
                </a:solidFill>
                <a:latin typeface="Times New Roman"/>
                <a:ea typeface="Times New Roman"/>
                <a:cs typeface="Times New Roman"/>
                <a:sym typeface="Times New Roman"/>
              </a:rPr>
              <a:t>sales of used goods</a:t>
            </a:r>
            <a:endParaRPr/>
          </a:p>
          <a:p>
            <a:pPr indent="-339725" lvl="0" marL="457200" rtl="0" algn="l">
              <a:lnSpc>
                <a:spcPct val="115000"/>
              </a:lnSpc>
              <a:spcBef>
                <a:spcPts val="0"/>
              </a:spcBef>
              <a:spcAft>
                <a:spcPts val="0"/>
              </a:spcAft>
              <a:buClr>
                <a:srgbClr val="222222"/>
              </a:buClr>
              <a:buSzPts val="1750"/>
              <a:buFont typeface="Noto Sans Symbols"/>
              <a:buChar char="❑"/>
            </a:pPr>
            <a:r>
              <a:rPr lang="en-US">
                <a:solidFill>
                  <a:srgbClr val="222222"/>
                </a:solidFill>
                <a:latin typeface="Times New Roman"/>
                <a:ea typeface="Times New Roman"/>
                <a:cs typeface="Times New Roman"/>
                <a:sym typeface="Times New Roman"/>
              </a:rPr>
              <a:t>intermediate goods and services that are used to produce other final goods and services</a:t>
            </a:r>
            <a:endParaRPr/>
          </a:p>
          <a:p>
            <a:pPr indent="-241300" lvl="0" marL="342900" rtl="0" algn="l">
              <a:spcBef>
                <a:spcPts val="1000"/>
              </a:spcBef>
              <a:spcAft>
                <a:spcPts val="0"/>
              </a:spcAft>
              <a:buSzPts val="1600"/>
              <a:buNone/>
            </a:pPr>
            <a:r>
              <a:t/>
            </a:r>
            <a:endParaRPr sz="2000">
              <a:latin typeface="Times New Roman"/>
              <a:ea typeface="Times New Roman"/>
              <a:cs typeface="Times New Roman"/>
              <a:sym typeface="Times New Roman"/>
            </a:endParaRPr>
          </a:p>
        </p:txBody>
      </p:sp>
      <p:sp>
        <p:nvSpPr>
          <p:cNvPr id="293" name="Google Shape;293;p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7"/>
          <p:cNvSpPr txBox="1"/>
          <p:nvPr>
            <p:ph type="title"/>
          </p:nvPr>
        </p:nvSpPr>
        <p:spPr>
          <a:xfrm>
            <a:off x="1154953"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Times New Roman"/>
              <a:buNone/>
            </a:pPr>
            <a:r>
              <a:rPr lang="en-US">
                <a:latin typeface="Times New Roman"/>
                <a:ea typeface="Times New Roman"/>
                <a:cs typeface="Times New Roman"/>
                <a:sym typeface="Times New Roman"/>
              </a:rPr>
              <a:t>Key economic indicators</a:t>
            </a:r>
            <a:endParaRPr/>
          </a:p>
        </p:txBody>
      </p:sp>
      <p:sp>
        <p:nvSpPr>
          <p:cNvPr id="299" name="Google Shape;299;p7"/>
          <p:cNvSpPr txBox="1"/>
          <p:nvPr>
            <p:ph idx="1" type="body"/>
          </p:nvPr>
        </p:nvSpPr>
        <p:spPr>
          <a:xfrm>
            <a:off x="1154954" y="2603500"/>
            <a:ext cx="10153125" cy="34163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920"/>
              <a:buFont typeface="Arial"/>
              <a:buChar char="•"/>
            </a:pPr>
            <a:r>
              <a:rPr lang="en-US" sz="2400">
                <a:latin typeface="Times New Roman"/>
                <a:ea typeface="Times New Roman"/>
                <a:cs typeface="Times New Roman"/>
                <a:sym typeface="Times New Roman"/>
              </a:rPr>
              <a:t>Inflation is a general rise in the prices of goods and services over time.</a:t>
            </a:r>
            <a:endParaRPr/>
          </a:p>
          <a:p>
            <a:pPr indent="-342900" lvl="0" marL="342900" rtl="0" algn="l">
              <a:spcBef>
                <a:spcPts val="1000"/>
              </a:spcBef>
              <a:spcAft>
                <a:spcPts val="0"/>
              </a:spcAft>
              <a:buSzPts val="1920"/>
              <a:buFont typeface="Arial"/>
              <a:buChar char="•"/>
            </a:pPr>
            <a:r>
              <a:rPr lang="en-US" sz="2400">
                <a:latin typeface="Times New Roman"/>
                <a:ea typeface="Times New Roman"/>
                <a:cs typeface="Times New Roman"/>
                <a:sym typeface="Times New Roman"/>
              </a:rPr>
              <a:t>Deflation means that prices are declining; It occurs when countries produce so many goods that people cannot afford to buy them all. </a:t>
            </a:r>
            <a:endParaRPr/>
          </a:p>
          <a:p>
            <a:pPr indent="-342900" lvl="0" marL="342900" rtl="0" algn="l">
              <a:spcBef>
                <a:spcPts val="1000"/>
              </a:spcBef>
              <a:spcAft>
                <a:spcPts val="0"/>
              </a:spcAft>
              <a:buSzPts val="1920"/>
              <a:buFont typeface="Arial"/>
              <a:buChar char="•"/>
            </a:pPr>
            <a:r>
              <a:rPr lang="en-US" sz="2400">
                <a:latin typeface="Times New Roman"/>
                <a:ea typeface="Times New Roman"/>
                <a:cs typeface="Times New Roman"/>
                <a:sym typeface="Times New Roman"/>
              </a:rPr>
              <a:t>Recession: Two or more consecutive quarters of decline in the GDP.</a:t>
            </a:r>
            <a:endParaRPr/>
          </a:p>
        </p:txBody>
      </p:sp>
      <p:sp>
        <p:nvSpPr>
          <p:cNvPr id="300" name="Google Shape;300;p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8"/>
          <p:cNvSpPr txBox="1"/>
          <p:nvPr>
            <p:ph type="title"/>
          </p:nvPr>
        </p:nvSpPr>
        <p:spPr>
          <a:xfrm>
            <a:off x="1154953"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Century Gothic"/>
              <a:buNone/>
            </a:pPr>
            <a:r>
              <a:rPr lang="en-US"/>
              <a:t>The Business Cycle</a:t>
            </a:r>
            <a:endParaRPr/>
          </a:p>
        </p:txBody>
      </p:sp>
      <p:sp>
        <p:nvSpPr>
          <p:cNvPr id="306" name="Google Shape;306;p8"/>
          <p:cNvSpPr txBox="1"/>
          <p:nvPr>
            <p:ph idx="1" type="body"/>
          </p:nvPr>
        </p:nvSpPr>
        <p:spPr>
          <a:xfrm>
            <a:off x="1154954" y="2603500"/>
            <a:ext cx="10254073" cy="3416300"/>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1100"/>
              <a:buFont typeface="Arial"/>
              <a:buNone/>
            </a:pPr>
            <a:r>
              <a:rPr lang="en-US" sz="2400">
                <a:latin typeface="Times New Roman"/>
                <a:ea typeface="Times New Roman"/>
                <a:cs typeface="Times New Roman"/>
                <a:sym typeface="Times New Roman"/>
              </a:rPr>
              <a:t>Business cycles are the periodic rises and falls that occur in economies over time.</a:t>
            </a:r>
            <a:endParaRPr/>
          </a:p>
          <a:p>
            <a:pPr indent="0" lvl="0" marL="0" rtl="0" algn="just">
              <a:spcBef>
                <a:spcPts val="0"/>
              </a:spcBef>
              <a:spcAft>
                <a:spcPts val="0"/>
              </a:spcAft>
              <a:buSzPts val="1920"/>
              <a:buNone/>
            </a:pPr>
            <a:r>
              <a:t/>
            </a:r>
            <a:endParaRPr sz="2400">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rPr lang="en-US" sz="2400">
                <a:latin typeface="Times New Roman"/>
                <a:ea typeface="Times New Roman"/>
                <a:cs typeface="Times New Roman"/>
                <a:sym typeface="Times New Roman"/>
              </a:rPr>
              <a:t>The four phases of long-term business cycles are:</a:t>
            </a:r>
            <a:endParaRPr/>
          </a:p>
          <a:p>
            <a:pPr indent="0" lvl="0" marL="0" rtl="0" algn="just">
              <a:spcBef>
                <a:spcPts val="0"/>
              </a:spcBef>
              <a:spcAft>
                <a:spcPts val="0"/>
              </a:spcAft>
              <a:buClr>
                <a:schemeClr val="dk1"/>
              </a:buClr>
              <a:buSzPts val="1100"/>
              <a:buFont typeface="Arial"/>
              <a:buNone/>
            </a:pPr>
            <a:r>
              <a:rPr lang="en-US" sz="2400">
                <a:latin typeface="Times New Roman"/>
                <a:ea typeface="Times New Roman"/>
                <a:cs typeface="Times New Roman"/>
                <a:sym typeface="Times New Roman"/>
              </a:rPr>
              <a:t>1. An </a:t>
            </a:r>
            <a:r>
              <a:rPr b="1" lang="en-US" sz="2400">
                <a:latin typeface="Times New Roman"/>
                <a:ea typeface="Times New Roman"/>
                <a:cs typeface="Times New Roman"/>
                <a:sym typeface="Times New Roman"/>
              </a:rPr>
              <a:t>economic boom </a:t>
            </a:r>
            <a:r>
              <a:rPr lang="en-US" sz="2400">
                <a:latin typeface="Times New Roman"/>
                <a:ea typeface="Times New Roman"/>
                <a:cs typeface="Times New Roman"/>
                <a:sym typeface="Times New Roman"/>
              </a:rPr>
              <a:t>is business is booming.</a:t>
            </a:r>
            <a:endParaRPr/>
          </a:p>
          <a:p>
            <a:pPr indent="0" lvl="0" marL="0" rtl="0" algn="just">
              <a:spcBef>
                <a:spcPts val="0"/>
              </a:spcBef>
              <a:spcAft>
                <a:spcPts val="0"/>
              </a:spcAft>
              <a:buClr>
                <a:schemeClr val="dk1"/>
              </a:buClr>
              <a:buSzPts val="1100"/>
              <a:buFont typeface="Arial"/>
              <a:buNone/>
            </a:pPr>
            <a:r>
              <a:rPr lang="en-US" sz="2400">
                <a:latin typeface="Times New Roman"/>
                <a:ea typeface="Times New Roman"/>
                <a:cs typeface="Times New Roman"/>
                <a:sym typeface="Times New Roman"/>
              </a:rPr>
              <a:t>2.</a:t>
            </a:r>
            <a:r>
              <a:rPr b="1" lang="en-US" sz="2400">
                <a:latin typeface="Times New Roman"/>
                <a:ea typeface="Times New Roman"/>
                <a:cs typeface="Times New Roman"/>
                <a:sym typeface="Times New Roman"/>
              </a:rPr>
              <a:t> Recession</a:t>
            </a:r>
            <a:r>
              <a:rPr lang="en-US" sz="2400">
                <a:latin typeface="Times New Roman"/>
                <a:ea typeface="Times New Roman"/>
                <a:cs typeface="Times New Roman"/>
                <a:sym typeface="Times New Roman"/>
              </a:rPr>
              <a:t> is two or more consecutive quarters of decline in the GDP.</a:t>
            </a:r>
            <a:endParaRPr/>
          </a:p>
          <a:p>
            <a:pPr indent="0" lvl="0" marL="0" rtl="0" algn="just">
              <a:spcBef>
                <a:spcPts val="0"/>
              </a:spcBef>
              <a:spcAft>
                <a:spcPts val="0"/>
              </a:spcAft>
              <a:buClr>
                <a:schemeClr val="dk1"/>
              </a:buClr>
              <a:buSzPts val="1100"/>
              <a:buFont typeface="Arial"/>
              <a:buNone/>
            </a:pPr>
            <a:r>
              <a:rPr lang="en-US" sz="2400">
                <a:latin typeface="Times New Roman"/>
                <a:ea typeface="Times New Roman"/>
                <a:cs typeface="Times New Roman"/>
                <a:sym typeface="Times New Roman"/>
              </a:rPr>
              <a:t>3. A </a:t>
            </a:r>
            <a:r>
              <a:rPr b="1" lang="en-US" sz="2400">
                <a:latin typeface="Times New Roman"/>
                <a:ea typeface="Times New Roman"/>
                <a:cs typeface="Times New Roman"/>
                <a:sym typeface="Times New Roman"/>
              </a:rPr>
              <a:t>depression</a:t>
            </a:r>
            <a:r>
              <a:rPr lang="en-US" sz="2400">
                <a:latin typeface="Times New Roman"/>
                <a:ea typeface="Times New Roman"/>
                <a:cs typeface="Times New Roman"/>
                <a:sym typeface="Times New Roman"/>
              </a:rPr>
              <a:t> is a severe recession, usually accompanied by deflation.</a:t>
            </a:r>
            <a:endParaRPr/>
          </a:p>
          <a:p>
            <a:pPr indent="0" lvl="0" marL="0" rtl="0" algn="just">
              <a:spcBef>
                <a:spcPts val="0"/>
              </a:spcBef>
              <a:spcAft>
                <a:spcPts val="0"/>
              </a:spcAft>
              <a:buClr>
                <a:schemeClr val="dk1"/>
              </a:buClr>
              <a:buSzPts val="1100"/>
              <a:buFont typeface="Arial"/>
              <a:buNone/>
            </a:pPr>
            <a:r>
              <a:rPr lang="en-US" sz="2400">
                <a:latin typeface="Times New Roman"/>
                <a:ea typeface="Times New Roman"/>
                <a:cs typeface="Times New Roman"/>
                <a:sym typeface="Times New Roman"/>
              </a:rPr>
              <a:t>4. A</a:t>
            </a:r>
            <a:r>
              <a:rPr b="1" lang="en-US" sz="2400">
                <a:latin typeface="Times New Roman"/>
                <a:ea typeface="Times New Roman"/>
                <a:cs typeface="Times New Roman"/>
                <a:sym typeface="Times New Roman"/>
              </a:rPr>
              <a:t> recovery</a:t>
            </a:r>
            <a:r>
              <a:rPr lang="en-US" sz="2400">
                <a:latin typeface="Times New Roman"/>
                <a:ea typeface="Times New Roman"/>
                <a:cs typeface="Times New Roman"/>
                <a:sym typeface="Times New Roman"/>
              </a:rPr>
              <a:t> occurs when the economy stabilizes and starts to grow. This eventually leads to an economic boom, starting the cycle all over again.</a:t>
            </a:r>
            <a:endParaRPr/>
          </a:p>
          <a:p>
            <a:pPr indent="0" lvl="0" marL="0" rtl="0" algn="just">
              <a:spcBef>
                <a:spcPts val="360"/>
              </a:spcBef>
              <a:spcAft>
                <a:spcPts val="0"/>
              </a:spcAft>
              <a:buSzPts val="1920"/>
              <a:buNone/>
            </a:pPr>
            <a:r>
              <a:t/>
            </a:r>
            <a:endParaRPr sz="2400">
              <a:latin typeface="Times New Roman"/>
              <a:ea typeface="Times New Roman"/>
              <a:cs typeface="Times New Roman"/>
              <a:sym typeface="Times New Roman"/>
            </a:endParaRPr>
          </a:p>
          <a:p>
            <a:pPr indent="-251459" lvl="0" marL="342900" rtl="0" algn="l">
              <a:spcBef>
                <a:spcPts val="1000"/>
              </a:spcBef>
              <a:spcAft>
                <a:spcPts val="0"/>
              </a:spcAft>
              <a:buSzPts val="1440"/>
              <a:buNone/>
            </a:pPr>
            <a:r>
              <a:t/>
            </a:r>
            <a:endParaRPr/>
          </a:p>
        </p:txBody>
      </p:sp>
      <p:sp>
        <p:nvSpPr>
          <p:cNvPr id="307" name="Google Shape;307;p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9"/>
          <p:cNvSpPr txBox="1"/>
          <p:nvPr>
            <p:ph type="title"/>
          </p:nvPr>
        </p:nvSpPr>
        <p:spPr>
          <a:xfrm>
            <a:off x="1154953"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Times New Roman"/>
              <a:buNone/>
            </a:pPr>
            <a:r>
              <a:rPr lang="en-US">
                <a:latin typeface="Times New Roman"/>
                <a:ea typeface="Times New Roman"/>
                <a:cs typeface="Times New Roman"/>
                <a:sym typeface="Times New Roman"/>
              </a:rPr>
              <a:t>Key Economic Indicators (continued)</a:t>
            </a:r>
            <a:endParaRPr/>
          </a:p>
        </p:txBody>
      </p:sp>
      <p:sp>
        <p:nvSpPr>
          <p:cNvPr id="313" name="Google Shape;313;p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Bangladesh - unemployment rate 1999 to 2021 | Statista" id="314" name="Google Shape;314;p9"/>
          <p:cNvPicPr preferRelativeResize="0"/>
          <p:nvPr>
            <p:ph idx="2" type="body"/>
          </p:nvPr>
        </p:nvPicPr>
        <p:blipFill rotWithShape="1">
          <a:blip r:embed="rId3">
            <a:alphaModFix/>
          </a:blip>
          <a:srcRect b="0" l="0" r="0" t="0"/>
          <a:stretch/>
        </p:blipFill>
        <p:spPr>
          <a:xfrm>
            <a:off x="1056640" y="2489200"/>
            <a:ext cx="5415280" cy="3789679"/>
          </a:xfrm>
          <a:prstGeom prst="rect">
            <a:avLst/>
          </a:prstGeom>
          <a:noFill/>
          <a:ln>
            <a:noFill/>
          </a:ln>
        </p:spPr>
      </p:pic>
      <p:pic>
        <p:nvPicPr>
          <p:cNvPr descr="Chart, line chart&#10;&#10;Description automatically generated" id="315" name="Google Shape;315;p9"/>
          <p:cNvPicPr preferRelativeResize="0"/>
          <p:nvPr>
            <p:ph idx="4" type="body"/>
          </p:nvPr>
        </p:nvPicPr>
        <p:blipFill rotWithShape="1">
          <a:blip r:embed="rId4">
            <a:alphaModFix/>
          </a:blip>
          <a:srcRect b="0" l="0" r="0" t="0"/>
          <a:stretch/>
        </p:blipFill>
        <p:spPr>
          <a:xfrm>
            <a:off x="6766560" y="2489200"/>
            <a:ext cx="4521199" cy="383908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10"/>
          <p:cNvSpPr txBox="1"/>
          <p:nvPr>
            <p:ph type="title"/>
          </p:nvPr>
        </p:nvSpPr>
        <p:spPr>
          <a:xfrm>
            <a:off x="1154953"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Times New Roman"/>
              <a:buNone/>
            </a:pPr>
            <a:r>
              <a:rPr lang="en-US">
                <a:latin typeface="Times New Roman"/>
                <a:ea typeface="Times New Roman"/>
                <a:cs typeface="Times New Roman"/>
                <a:sym typeface="Times New Roman"/>
              </a:rPr>
              <a:t>Macroeconomic policy objectives</a:t>
            </a:r>
            <a:endParaRPr/>
          </a:p>
        </p:txBody>
      </p:sp>
      <p:sp>
        <p:nvSpPr>
          <p:cNvPr id="321" name="Google Shape;321;p10"/>
          <p:cNvSpPr txBox="1"/>
          <p:nvPr>
            <p:ph idx="1" type="body"/>
          </p:nvPr>
        </p:nvSpPr>
        <p:spPr>
          <a:xfrm>
            <a:off x="873761" y="2489200"/>
            <a:ext cx="10637520" cy="4368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20"/>
              <a:buFont typeface="Noto Sans Symbols"/>
              <a:buChar char="❑"/>
            </a:pPr>
            <a:r>
              <a:rPr b="0" lang="en-US" sz="2400" u="none" strike="noStrike">
                <a:solidFill>
                  <a:schemeClr val="dk1"/>
                </a:solidFill>
                <a:latin typeface="Times New Roman"/>
                <a:ea typeface="Times New Roman"/>
                <a:cs typeface="Times New Roman"/>
                <a:sym typeface="Times New Roman"/>
              </a:rPr>
              <a:t>The four key macroeconomic policy objectives:</a:t>
            </a:r>
            <a:endParaRPr/>
          </a:p>
          <a:p>
            <a:pPr indent="-342900" lvl="0" marL="342900" rtl="0" algn="l">
              <a:spcBef>
                <a:spcPts val="0"/>
              </a:spcBef>
              <a:spcAft>
                <a:spcPts val="0"/>
              </a:spcAft>
              <a:buSzPts val="1920"/>
              <a:buFont typeface="Courier New"/>
              <a:buChar char="o"/>
            </a:pPr>
            <a:r>
              <a:rPr b="0" lang="en-US" sz="2400" u="none" strike="noStrike">
                <a:solidFill>
                  <a:schemeClr val="dk1"/>
                </a:solidFill>
                <a:latin typeface="Times New Roman"/>
                <a:ea typeface="Times New Roman"/>
                <a:cs typeface="Times New Roman"/>
                <a:sym typeface="Times New Roman"/>
              </a:rPr>
              <a:t>Low Inflation</a:t>
            </a:r>
            <a:endParaRPr/>
          </a:p>
          <a:p>
            <a:pPr indent="-342900" lvl="0" marL="342900" rtl="0" algn="l">
              <a:spcBef>
                <a:spcPts val="0"/>
              </a:spcBef>
              <a:spcAft>
                <a:spcPts val="0"/>
              </a:spcAft>
              <a:buSzPts val="1920"/>
              <a:buFont typeface="Courier New"/>
              <a:buChar char="o"/>
            </a:pPr>
            <a:r>
              <a:rPr b="0" lang="en-US" sz="2400" u="none" strike="noStrike">
                <a:solidFill>
                  <a:schemeClr val="dk1"/>
                </a:solidFill>
                <a:latin typeface="Times New Roman"/>
                <a:ea typeface="Times New Roman"/>
                <a:cs typeface="Times New Roman"/>
                <a:sym typeface="Times New Roman"/>
              </a:rPr>
              <a:t>Low unemployment</a:t>
            </a:r>
            <a:endParaRPr/>
          </a:p>
          <a:p>
            <a:pPr indent="-342900" lvl="0" marL="342900" rtl="0" algn="l">
              <a:spcBef>
                <a:spcPts val="0"/>
              </a:spcBef>
              <a:spcAft>
                <a:spcPts val="0"/>
              </a:spcAft>
              <a:buSzPts val="1920"/>
              <a:buFont typeface="Courier New"/>
              <a:buChar char="o"/>
            </a:pPr>
            <a:r>
              <a:rPr b="0" lang="en-US" sz="2400" u="none" strike="noStrike">
                <a:solidFill>
                  <a:schemeClr val="dk1"/>
                </a:solidFill>
                <a:latin typeface="Times New Roman"/>
                <a:ea typeface="Times New Roman"/>
                <a:cs typeface="Times New Roman"/>
                <a:sym typeface="Times New Roman"/>
              </a:rPr>
              <a:t>Stable economic growth</a:t>
            </a:r>
            <a:endParaRPr/>
          </a:p>
          <a:p>
            <a:pPr indent="-342900" lvl="0" marL="342900" rtl="0" algn="l">
              <a:spcBef>
                <a:spcPts val="0"/>
              </a:spcBef>
              <a:spcAft>
                <a:spcPts val="0"/>
              </a:spcAft>
              <a:buSzPts val="1920"/>
              <a:buFont typeface="Courier New"/>
              <a:buChar char="o"/>
            </a:pPr>
            <a:r>
              <a:rPr b="0" lang="en-US" sz="2400" u="none" strike="noStrike">
                <a:solidFill>
                  <a:schemeClr val="dk1"/>
                </a:solidFill>
                <a:latin typeface="Times New Roman"/>
                <a:ea typeface="Times New Roman"/>
                <a:cs typeface="Times New Roman"/>
                <a:sym typeface="Times New Roman"/>
              </a:rPr>
              <a:t>A good current account and capital account position </a:t>
            </a:r>
            <a:endParaRPr/>
          </a:p>
          <a:p>
            <a:pPr indent="-220980" lvl="0" marL="342900" rtl="0" algn="l">
              <a:spcBef>
                <a:spcPts val="0"/>
              </a:spcBef>
              <a:spcAft>
                <a:spcPts val="0"/>
              </a:spcAft>
              <a:buSzPts val="1920"/>
              <a:buFont typeface="Courier New"/>
              <a:buNone/>
            </a:pPr>
            <a:r>
              <a:t/>
            </a:r>
            <a:endParaRPr b="0" sz="2400" u="none" strike="noStrike">
              <a:solidFill>
                <a:schemeClr val="dk1"/>
              </a:solidFill>
              <a:latin typeface="Times New Roman"/>
              <a:ea typeface="Times New Roman"/>
              <a:cs typeface="Times New Roman"/>
              <a:sym typeface="Times New Roman"/>
            </a:endParaRPr>
          </a:p>
          <a:p>
            <a:pPr indent="-342900" lvl="0" marL="342900" rtl="0" algn="l">
              <a:spcBef>
                <a:spcPts val="0"/>
              </a:spcBef>
              <a:spcAft>
                <a:spcPts val="0"/>
              </a:spcAft>
              <a:buSzPts val="1920"/>
              <a:buFont typeface="Noto Sans Symbols"/>
              <a:buChar char="❑"/>
            </a:pPr>
            <a:r>
              <a:rPr b="1" lang="en-US" sz="2400" u="sng">
                <a:solidFill>
                  <a:schemeClr val="dk1"/>
                </a:solidFill>
                <a:latin typeface="Times New Roman"/>
                <a:ea typeface="Times New Roman"/>
                <a:cs typeface="Times New Roman"/>
                <a:sym typeface="Times New Roman"/>
              </a:rPr>
              <a:t>Monetary Policy</a:t>
            </a:r>
            <a:r>
              <a:rPr b="0" lang="en-US" sz="2400" u="none" strike="noStrike">
                <a:solidFill>
                  <a:schemeClr val="dk1"/>
                </a:solidFill>
                <a:latin typeface="Times New Roman"/>
                <a:ea typeface="Times New Roman"/>
                <a:cs typeface="Times New Roman"/>
                <a:sym typeface="Times New Roman"/>
              </a:rPr>
              <a:t>: **An econo</a:t>
            </a:r>
            <a:r>
              <a:rPr lang="en-US" sz="2400">
                <a:solidFill>
                  <a:schemeClr val="dk1"/>
                </a:solidFill>
                <a:latin typeface="Times New Roman"/>
                <a:ea typeface="Times New Roman"/>
                <a:cs typeface="Times New Roman"/>
                <a:sym typeface="Times New Roman"/>
              </a:rPr>
              <a:t>mic policy whereby the Central bank controls the money supply, strategically changes the interest rate, manages inflation, unemployment and maintains currency exchange rates.</a:t>
            </a:r>
            <a:endParaRPr b="0" sz="2400">
              <a:solidFill>
                <a:schemeClr val="dk1"/>
              </a:solidFill>
              <a:latin typeface="Times New Roman"/>
              <a:ea typeface="Times New Roman"/>
              <a:cs typeface="Times New Roman"/>
              <a:sym typeface="Times New Roman"/>
            </a:endParaRPr>
          </a:p>
          <a:p>
            <a:pPr indent="-342900" lvl="0" marL="342900" rtl="0" algn="l">
              <a:spcBef>
                <a:spcPts val="0"/>
              </a:spcBef>
              <a:spcAft>
                <a:spcPts val="0"/>
              </a:spcAft>
              <a:buSzPts val="1920"/>
              <a:buFont typeface="Noto Sans Symbols"/>
              <a:buChar char="❑"/>
            </a:pPr>
            <a:r>
              <a:rPr b="1" lang="en-US" sz="2400" u="sng">
                <a:solidFill>
                  <a:schemeClr val="dk1"/>
                </a:solidFill>
                <a:latin typeface="Times New Roman"/>
                <a:ea typeface="Times New Roman"/>
                <a:cs typeface="Times New Roman"/>
                <a:sym typeface="Times New Roman"/>
              </a:rPr>
              <a:t>Fiscal Policy: </a:t>
            </a:r>
            <a:r>
              <a:rPr b="0" lang="en-US" sz="2400" u="none" strike="noStrike">
                <a:solidFill>
                  <a:schemeClr val="dk1"/>
                </a:solidFill>
                <a:latin typeface="Times New Roman"/>
                <a:ea typeface="Times New Roman"/>
                <a:cs typeface="Times New Roman"/>
                <a:sym typeface="Times New Roman"/>
              </a:rPr>
              <a:t>Government Policy whereby Government aims to achieve its objectives through government expenditure and taxation.</a:t>
            </a:r>
            <a:endParaRPr b="0" sz="2400">
              <a:solidFill>
                <a:schemeClr val="dk1"/>
              </a:solidFill>
              <a:latin typeface="Times New Roman"/>
              <a:ea typeface="Times New Roman"/>
              <a:cs typeface="Times New Roman"/>
              <a:sym typeface="Times New Roman"/>
            </a:endParaRPr>
          </a:p>
          <a:p>
            <a:pPr indent="0" lvl="0" marL="0" rtl="0" algn="l">
              <a:spcBef>
                <a:spcPts val="1000"/>
              </a:spcBef>
              <a:spcAft>
                <a:spcPts val="0"/>
              </a:spcAft>
              <a:buSzPts val="1920"/>
              <a:buNone/>
            </a:pPr>
            <a:br>
              <a:rPr lang="en-US" sz="2400">
                <a:latin typeface="Times New Roman"/>
                <a:ea typeface="Times New Roman"/>
                <a:cs typeface="Times New Roman"/>
                <a:sym typeface="Times New Roman"/>
              </a:rPr>
            </a:br>
            <a:endParaRPr sz="2400">
              <a:latin typeface="Times New Roman"/>
              <a:ea typeface="Times New Roman"/>
              <a:cs typeface="Times New Roman"/>
              <a:sym typeface="Times New Roman"/>
            </a:endParaRPr>
          </a:p>
        </p:txBody>
      </p:sp>
      <p:sp>
        <p:nvSpPr>
          <p:cNvPr id="322" name="Google Shape;322;p1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11"/>
          <p:cNvSpPr txBox="1"/>
          <p:nvPr>
            <p:ph type="title"/>
          </p:nvPr>
        </p:nvSpPr>
        <p:spPr>
          <a:xfrm>
            <a:off x="1154953"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Times New Roman"/>
              <a:buNone/>
            </a:pPr>
            <a:r>
              <a:rPr lang="en-US">
                <a:latin typeface="Times New Roman"/>
                <a:ea typeface="Times New Roman"/>
                <a:cs typeface="Times New Roman"/>
                <a:sym typeface="Times New Roman"/>
              </a:rPr>
              <a:t>The Invisible Hand Theory</a:t>
            </a:r>
            <a:endParaRPr/>
          </a:p>
        </p:txBody>
      </p:sp>
      <p:sp>
        <p:nvSpPr>
          <p:cNvPr id="328" name="Google Shape;328;p11"/>
          <p:cNvSpPr txBox="1"/>
          <p:nvPr>
            <p:ph idx="2" type="body"/>
          </p:nvPr>
        </p:nvSpPr>
        <p:spPr>
          <a:xfrm>
            <a:off x="1154954" y="3179762"/>
            <a:ext cx="5743686" cy="284003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920"/>
              <a:buFont typeface="Noto Sans Symbols"/>
              <a:buChar char="❑"/>
            </a:pPr>
            <a:r>
              <a:rPr b="1" lang="en-US" sz="2400">
                <a:solidFill>
                  <a:schemeClr val="dk1"/>
                </a:solidFill>
                <a:latin typeface="Times New Roman"/>
                <a:ea typeface="Times New Roman"/>
                <a:cs typeface="Times New Roman"/>
                <a:sym typeface="Times New Roman"/>
              </a:rPr>
              <a:t>Invisible Hand: </a:t>
            </a:r>
            <a:r>
              <a:rPr lang="en-US" sz="2400">
                <a:solidFill>
                  <a:schemeClr val="dk1"/>
                </a:solidFill>
                <a:latin typeface="Times New Roman"/>
                <a:ea typeface="Times New Roman"/>
                <a:cs typeface="Times New Roman"/>
                <a:sym typeface="Times New Roman"/>
              </a:rPr>
              <a:t>A phrase coined by Adam Smith to describe the process that turns self-directed gain into social and economic benefits for all.</a:t>
            </a:r>
            <a:endParaRPr/>
          </a:p>
        </p:txBody>
      </p:sp>
      <p:sp>
        <p:nvSpPr>
          <p:cNvPr id="329" name="Google Shape;329;p1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330" name="Google Shape;330;p11"/>
          <p:cNvPicPr preferRelativeResize="0"/>
          <p:nvPr>
            <p:ph idx="4" type="body"/>
          </p:nvPr>
        </p:nvPicPr>
        <p:blipFill rotWithShape="1">
          <a:blip r:embed="rId3">
            <a:alphaModFix/>
          </a:blip>
          <a:srcRect b="0" l="0" r="0" t="0"/>
          <a:stretch/>
        </p:blipFill>
        <p:spPr>
          <a:xfrm>
            <a:off x="7691452" y="2743200"/>
            <a:ext cx="3499287" cy="35559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12"/>
          <p:cNvSpPr txBox="1"/>
          <p:nvPr>
            <p:ph type="title"/>
          </p:nvPr>
        </p:nvSpPr>
        <p:spPr>
          <a:xfrm>
            <a:off x="1154953"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Times New Roman"/>
              <a:buNone/>
            </a:pPr>
            <a:r>
              <a:rPr lang="en-US">
                <a:latin typeface="Times New Roman"/>
                <a:ea typeface="Times New Roman"/>
                <a:cs typeface="Times New Roman"/>
                <a:sym typeface="Times New Roman"/>
              </a:rPr>
              <a:t>Free market Capitalism </a:t>
            </a:r>
            <a:endParaRPr/>
          </a:p>
        </p:txBody>
      </p:sp>
      <p:sp>
        <p:nvSpPr>
          <p:cNvPr id="336" name="Google Shape;336;p12"/>
          <p:cNvSpPr txBox="1"/>
          <p:nvPr>
            <p:ph idx="1" type="body"/>
          </p:nvPr>
        </p:nvSpPr>
        <p:spPr>
          <a:xfrm>
            <a:off x="1154954" y="2603499"/>
            <a:ext cx="10366485" cy="3958771"/>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SzPts val="1920"/>
              <a:buFont typeface="Noto Sans Symbols"/>
              <a:buChar char="❑"/>
            </a:pPr>
            <a:r>
              <a:rPr b="1" lang="en-US" sz="2400">
                <a:solidFill>
                  <a:schemeClr val="dk1"/>
                </a:solidFill>
                <a:latin typeface="Times New Roman"/>
                <a:ea typeface="Times New Roman"/>
                <a:cs typeface="Times New Roman"/>
                <a:sym typeface="Times New Roman"/>
              </a:rPr>
              <a:t>Free market: </a:t>
            </a:r>
            <a:r>
              <a:rPr lang="en-US" sz="2400">
                <a:solidFill>
                  <a:schemeClr val="dk1"/>
                </a:solidFill>
                <a:latin typeface="Times New Roman"/>
                <a:ea typeface="Times New Roman"/>
                <a:cs typeface="Times New Roman"/>
                <a:sym typeface="Times New Roman"/>
              </a:rPr>
              <a:t>A free market is one in which decisions about what and how much to produce are made by the market. </a:t>
            </a:r>
            <a:endParaRPr/>
          </a:p>
          <a:p>
            <a:pPr indent="-342900" lvl="0" marL="342900" rtl="0" algn="l">
              <a:spcBef>
                <a:spcPts val="1000"/>
              </a:spcBef>
              <a:spcAft>
                <a:spcPts val="0"/>
              </a:spcAft>
              <a:buSzPts val="1920"/>
              <a:buFont typeface="Noto Sans Symbols"/>
              <a:buChar char="❑"/>
            </a:pPr>
            <a:r>
              <a:rPr b="1" lang="en-US" sz="2400">
                <a:solidFill>
                  <a:schemeClr val="dk1"/>
                </a:solidFill>
                <a:latin typeface="Times New Roman"/>
                <a:ea typeface="Times New Roman"/>
                <a:cs typeface="Times New Roman"/>
                <a:sym typeface="Times New Roman"/>
              </a:rPr>
              <a:t>Capitalism: </a:t>
            </a:r>
            <a:r>
              <a:rPr lang="en-US" sz="2400">
                <a:solidFill>
                  <a:schemeClr val="dk1"/>
                </a:solidFill>
                <a:latin typeface="Times New Roman"/>
                <a:ea typeface="Times New Roman"/>
                <a:cs typeface="Times New Roman"/>
                <a:sym typeface="Times New Roman"/>
              </a:rPr>
              <a:t>An economic system in which all or most of the factors of production and distribution are privately owned and operated for profit.</a:t>
            </a:r>
            <a:endParaRPr/>
          </a:p>
          <a:p>
            <a:pPr indent="-342900" lvl="0" marL="342900" rtl="0" algn="l">
              <a:spcBef>
                <a:spcPts val="1000"/>
              </a:spcBef>
              <a:spcAft>
                <a:spcPts val="0"/>
              </a:spcAft>
              <a:buSzPts val="1920"/>
              <a:buFont typeface="Noto Sans Symbols"/>
              <a:buChar char="❑"/>
            </a:pPr>
            <a:r>
              <a:rPr b="1" lang="en-US" sz="2400">
                <a:solidFill>
                  <a:schemeClr val="dk1"/>
                </a:solidFill>
                <a:latin typeface="Times New Roman"/>
                <a:ea typeface="Times New Roman"/>
                <a:cs typeface="Times New Roman"/>
                <a:sym typeface="Times New Roman"/>
              </a:rPr>
              <a:t>Foundations of Capitalism: </a:t>
            </a:r>
            <a:endParaRPr/>
          </a:p>
          <a:p>
            <a:pPr indent="-342900" lvl="0" marL="342900" rtl="0" algn="l">
              <a:spcBef>
                <a:spcPts val="0"/>
              </a:spcBef>
              <a:spcAft>
                <a:spcPts val="0"/>
              </a:spcAft>
              <a:buSzPts val="1920"/>
              <a:buFont typeface="Courier New"/>
              <a:buChar char="o"/>
            </a:pPr>
            <a:r>
              <a:rPr b="0" lang="en-US" sz="2400" u="none" strike="noStrike">
                <a:solidFill>
                  <a:srgbClr val="000000"/>
                </a:solidFill>
                <a:latin typeface="Times New Roman"/>
                <a:ea typeface="Times New Roman"/>
                <a:cs typeface="Times New Roman"/>
                <a:sym typeface="Times New Roman"/>
              </a:rPr>
              <a:t>The right to own private property.</a:t>
            </a:r>
            <a:endParaRPr/>
          </a:p>
          <a:p>
            <a:pPr indent="-342900" lvl="0" marL="342900" rtl="0" algn="l">
              <a:spcBef>
                <a:spcPts val="500"/>
              </a:spcBef>
              <a:spcAft>
                <a:spcPts val="0"/>
              </a:spcAft>
              <a:buSzPts val="1920"/>
              <a:buFont typeface="Courier New"/>
              <a:buChar char="o"/>
            </a:pPr>
            <a:r>
              <a:rPr b="0" lang="en-US" sz="2400" u="none" strike="noStrike">
                <a:solidFill>
                  <a:srgbClr val="000000"/>
                </a:solidFill>
                <a:latin typeface="Times New Roman"/>
                <a:ea typeface="Times New Roman"/>
                <a:cs typeface="Times New Roman"/>
                <a:sym typeface="Times New Roman"/>
              </a:rPr>
              <a:t>The right to own a business and keep all that business’ profits.</a:t>
            </a:r>
            <a:endParaRPr/>
          </a:p>
          <a:p>
            <a:pPr indent="-342900" lvl="0" marL="342900" rtl="0" algn="l">
              <a:spcBef>
                <a:spcPts val="500"/>
              </a:spcBef>
              <a:spcAft>
                <a:spcPts val="0"/>
              </a:spcAft>
              <a:buSzPts val="1920"/>
              <a:buFont typeface="Courier New"/>
              <a:buChar char="o"/>
            </a:pPr>
            <a:r>
              <a:rPr b="0" lang="en-US" sz="2400" u="none" strike="noStrike">
                <a:solidFill>
                  <a:srgbClr val="000000"/>
                </a:solidFill>
                <a:latin typeface="Times New Roman"/>
                <a:ea typeface="Times New Roman"/>
                <a:cs typeface="Times New Roman"/>
                <a:sym typeface="Times New Roman"/>
              </a:rPr>
              <a:t>The right to freedom of competition.</a:t>
            </a:r>
            <a:endParaRPr/>
          </a:p>
          <a:p>
            <a:pPr indent="-342900" lvl="0" marL="342900" rtl="0" algn="l">
              <a:spcBef>
                <a:spcPts val="500"/>
              </a:spcBef>
              <a:spcAft>
                <a:spcPts val="0"/>
              </a:spcAft>
              <a:buSzPts val="1920"/>
              <a:buFont typeface="Courier New"/>
              <a:buChar char="o"/>
            </a:pPr>
            <a:r>
              <a:rPr b="0" lang="en-US" sz="2400" u="none" strike="noStrike">
                <a:solidFill>
                  <a:srgbClr val="000000"/>
                </a:solidFill>
                <a:latin typeface="Times New Roman"/>
                <a:ea typeface="Times New Roman"/>
                <a:cs typeface="Times New Roman"/>
                <a:sym typeface="Times New Roman"/>
              </a:rPr>
              <a:t>The right to freedom of choice.</a:t>
            </a:r>
            <a:br>
              <a:rPr b="0" lang="en-US" sz="2400">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p:txBody>
      </p:sp>
      <p:sp>
        <p:nvSpPr>
          <p:cNvPr id="337" name="Google Shape;337;p1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13"/>
          <p:cNvSpPr txBox="1"/>
          <p:nvPr>
            <p:ph type="title"/>
          </p:nvPr>
        </p:nvSpPr>
        <p:spPr>
          <a:xfrm>
            <a:off x="1154953"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Times New Roman"/>
              <a:buNone/>
            </a:pPr>
            <a:r>
              <a:rPr lang="en-US">
                <a:latin typeface="Times New Roman"/>
                <a:ea typeface="Times New Roman"/>
                <a:cs typeface="Times New Roman"/>
                <a:sym typeface="Times New Roman"/>
              </a:rPr>
              <a:t>Socialism and Communism</a:t>
            </a:r>
            <a:endParaRPr/>
          </a:p>
        </p:txBody>
      </p:sp>
      <p:sp>
        <p:nvSpPr>
          <p:cNvPr id="343" name="Google Shape;343;p13"/>
          <p:cNvSpPr txBox="1"/>
          <p:nvPr>
            <p:ph idx="1" type="body"/>
          </p:nvPr>
        </p:nvSpPr>
        <p:spPr>
          <a:xfrm>
            <a:off x="1154954" y="2603500"/>
            <a:ext cx="10447765" cy="34163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920"/>
              <a:buFont typeface="Noto Sans Symbols"/>
              <a:buChar char="❑"/>
            </a:pPr>
            <a:r>
              <a:rPr b="1" lang="en-US" sz="2400">
                <a:latin typeface="Times New Roman"/>
                <a:ea typeface="Times New Roman"/>
                <a:cs typeface="Times New Roman"/>
                <a:sym typeface="Times New Roman"/>
              </a:rPr>
              <a:t>Socialism:</a:t>
            </a:r>
            <a:r>
              <a:rPr lang="en-US" sz="2400">
                <a:latin typeface="Times New Roman"/>
                <a:ea typeface="Times New Roman"/>
                <a:cs typeface="Times New Roman"/>
                <a:sym typeface="Times New Roman"/>
              </a:rPr>
              <a:t> An economic system based on the premise that some, if not most, basic businesses should be owned by the government so that profits can be more evenly distributed among the people.</a:t>
            </a:r>
            <a:endParaRPr/>
          </a:p>
          <a:p>
            <a:pPr indent="0" lvl="0" marL="0" rtl="0" algn="l">
              <a:spcBef>
                <a:spcPts val="1000"/>
              </a:spcBef>
              <a:spcAft>
                <a:spcPts val="0"/>
              </a:spcAft>
              <a:buSzPts val="1920"/>
              <a:buNone/>
            </a:pPr>
            <a:r>
              <a:t/>
            </a:r>
            <a:endParaRPr sz="2400">
              <a:latin typeface="Times New Roman"/>
              <a:ea typeface="Times New Roman"/>
              <a:cs typeface="Times New Roman"/>
              <a:sym typeface="Times New Roman"/>
            </a:endParaRPr>
          </a:p>
          <a:p>
            <a:pPr indent="-342900" lvl="0" marL="342900" rtl="0" algn="l">
              <a:spcBef>
                <a:spcPts val="1000"/>
              </a:spcBef>
              <a:spcAft>
                <a:spcPts val="0"/>
              </a:spcAft>
              <a:buSzPts val="1920"/>
              <a:buFont typeface="Noto Sans Symbols"/>
              <a:buChar char="❑"/>
            </a:pPr>
            <a:r>
              <a:rPr b="1" lang="en-US" sz="2400">
                <a:latin typeface="Times New Roman"/>
                <a:ea typeface="Times New Roman"/>
                <a:cs typeface="Times New Roman"/>
                <a:sym typeface="Times New Roman"/>
              </a:rPr>
              <a:t>Communism: </a:t>
            </a:r>
            <a:r>
              <a:rPr lang="en-US" sz="2400">
                <a:latin typeface="Times New Roman"/>
                <a:ea typeface="Times New Roman"/>
                <a:cs typeface="Times New Roman"/>
                <a:sym typeface="Times New Roman"/>
              </a:rPr>
              <a:t>An economic and political system in which the government makes almost all economic decisions and owns almost all the major factors of production.</a:t>
            </a:r>
            <a:endParaRPr/>
          </a:p>
        </p:txBody>
      </p:sp>
      <p:sp>
        <p:nvSpPr>
          <p:cNvPr id="344" name="Google Shape;344;p1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14"/>
          <p:cNvSpPr txBox="1"/>
          <p:nvPr>
            <p:ph type="title"/>
          </p:nvPr>
        </p:nvSpPr>
        <p:spPr>
          <a:xfrm>
            <a:off x="1154953"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Times New Roman"/>
              <a:buNone/>
            </a:pPr>
            <a:r>
              <a:rPr lang="en-US">
                <a:latin typeface="Times New Roman"/>
                <a:ea typeface="Times New Roman"/>
                <a:cs typeface="Times New Roman"/>
                <a:sym typeface="Times New Roman"/>
              </a:rPr>
              <a:t>The Trend Towards Mixed Economies</a:t>
            </a:r>
            <a:endParaRPr/>
          </a:p>
        </p:txBody>
      </p:sp>
      <p:sp>
        <p:nvSpPr>
          <p:cNvPr id="350" name="Google Shape;350;p14"/>
          <p:cNvSpPr txBox="1"/>
          <p:nvPr>
            <p:ph idx="1" type="body"/>
          </p:nvPr>
        </p:nvSpPr>
        <p:spPr>
          <a:xfrm>
            <a:off x="1154954" y="2603500"/>
            <a:ext cx="10396965" cy="385826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920"/>
              <a:buFont typeface="Noto Sans Symbols"/>
              <a:buChar char="❑"/>
            </a:pPr>
            <a:r>
              <a:rPr b="1" lang="en-US" sz="2400">
                <a:latin typeface="Times New Roman"/>
                <a:ea typeface="Times New Roman"/>
                <a:cs typeface="Times New Roman"/>
                <a:sym typeface="Times New Roman"/>
              </a:rPr>
              <a:t>Free-market economies </a:t>
            </a:r>
            <a:r>
              <a:rPr lang="en-US" sz="2400">
                <a:latin typeface="Times New Roman"/>
                <a:ea typeface="Times New Roman"/>
                <a:cs typeface="Times New Roman"/>
                <a:sym typeface="Times New Roman"/>
              </a:rPr>
              <a:t>exist when the market largely determines what goods and services get produced, who gets them, and how the economy grows.</a:t>
            </a:r>
            <a:endParaRPr/>
          </a:p>
          <a:p>
            <a:pPr indent="-342900" lvl="0" marL="342900" rtl="0" algn="l">
              <a:spcBef>
                <a:spcPts val="1000"/>
              </a:spcBef>
              <a:spcAft>
                <a:spcPts val="0"/>
              </a:spcAft>
              <a:buSzPts val="1920"/>
              <a:buFont typeface="Noto Sans Symbols"/>
              <a:buChar char="❑"/>
            </a:pPr>
            <a:r>
              <a:rPr b="1" lang="en-US" sz="2400">
                <a:latin typeface="Times New Roman"/>
                <a:ea typeface="Times New Roman"/>
                <a:cs typeface="Times New Roman"/>
                <a:sym typeface="Times New Roman"/>
              </a:rPr>
              <a:t>Command economies </a:t>
            </a:r>
            <a:r>
              <a:rPr lang="en-US" sz="2400">
                <a:latin typeface="Times New Roman"/>
                <a:ea typeface="Times New Roman"/>
                <a:cs typeface="Times New Roman"/>
                <a:sym typeface="Times New Roman"/>
              </a:rPr>
              <a:t>exist when the government largely decides what goods and services will be produced, who gets them, and how the economy will grow. </a:t>
            </a:r>
            <a:endParaRPr/>
          </a:p>
          <a:p>
            <a:pPr indent="-342900" lvl="0" marL="342900" rtl="0" algn="l">
              <a:spcBef>
                <a:spcPts val="1000"/>
              </a:spcBef>
              <a:spcAft>
                <a:spcPts val="0"/>
              </a:spcAft>
              <a:buSzPts val="1920"/>
              <a:buFont typeface="Noto Sans Symbols"/>
              <a:buChar char="❑"/>
            </a:pPr>
            <a:r>
              <a:rPr b="1" lang="en-US" sz="2400">
                <a:latin typeface="Times New Roman"/>
                <a:ea typeface="Times New Roman"/>
                <a:cs typeface="Times New Roman"/>
                <a:sym typeface="Times New Roman"/>
              </a:rPr>
              <a:t>Mixed economies </a:t>
            </a:r>
            <a:r>
              <a:rPr lang="en-US" sz="2400">
                <a:latin typeface="Times New Roman"/>
                <a:ea typeface="Times New Roman"/>
                <a:cs typeface="Times New Roman"/>
                <a:sym typeface="Times New Roman"/>
              </a:rPr>
              <a:t>have economic systems in which some allocation of resources is made by the market and some by the governm</a:t>
            </a:r>
            <a:r>
              <a:rPr lang="en-US" sz="2400">
                <a:solidFill>
                  <a:schemeClr val="dk1"/>
                </a:solidFill>
                <a:latin typeface="Times New Roman"/>
                <a:ea typeface="Times New Roman"/>
                <a:cs typeface="Times New Roman"/>
                <a:sym typeface="Times New Roman"/>
              </a:rPr>
              <a:t>ent. Most countries don’t have a name for such a system. If free-market mechanisms allocate most resources, the leaders call their system capitalism. If the government allocates most resources, the leaders call it socialism.</a:t>
            </a:r>
            <a:endParaRPr/>
          </a:p>
          <a:p>
            <a:pPr indent="-220980" lvl="0" marL="342900" rtl="0" algn="l">
              <a:spcBef>
                <a:spcPts val="1000"/>
              </a:spcBef>
              <a:spcAft>
                <a:spcPts val="0"/>
              </a:spcAft>
              <a:buSzPts val="1920"/>
              <a:buFont typeface="Noto Sans Symbols"/>
              <a:buNone/>
            </a:pPr>
            <a:r>
              <a:t/>
            </a:r>
            <a:endParaRPr sz="2400">
              <a:latin typeface="Times New Roman"/>
              <a:ea typeface="Times New Roman"/>
              <a:cs typeface="Times New Roman"/>
              <a:sym typeface="Times New Roman"/>
            </a:endParaRPr>
          </a:p>
        </p:txBody>
      </p:sp>
      <p:sp>
        <p:nvSpPr>
          <p:cNvPr id="351" name="Google Shape;351;p1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15"/>
          <p:cNvSpPr txBox="1"/>
          <p:nvPr>
            <p:ph type="title"/>
          </p:nvPr>
        </p:nvSpPr>
        <p:spPr>
          <a:xfrm>
            <a:off x="1154953"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Times New Roman"/>
              <a:buNone/>
            </a:pPr>
            <a:r>
              <a:rPr lang="en-US" sz="3600">
                <a:latin typeface="Times New Roman"/>
                <a:ea typeface="Times New Roman"/>
                <a:cs typeface="Times New Roman"/>
                <a:sym typeface="Times New Roman"/>
              </a:rPr>
              <a:t>Competition within Free Markets</a:t>
            </a:r>
            <a:br>
              <a:rPr lang="en-US" sz="3600">
                <a:latin typeface="Times New Roman"/>
                <a:ea typeface="Times New Roman"/>
                <a:cs typeface="Times New Roman"/>
                <a:sym typeface="Times New Roman"/>
              </a:rPr>
            </a:br>
            <a:endParaRPr/>
          </a:p>
        </p:txBody>
      </p:sp>
      <p:sp>
        <p:nvSpPr>
          <p:cNvPr id="357" name="Google Shape;357;p15"/>
          <p:cNvSpPr txBox="1"/>
          <p:nvPr>
            <p:ph idx="1" type="body"/>
          </p:nvPr>
        </p:nvSpPr>
        <p:spPr>
          <a:xfrm>
            <a:off x="1154954" y="2603500"/>
            <a:ext cx="10183606" cy="3502660"/>
          </a:xfrm>
          <a:prstGeom prst="rect">
            <a:avLst/>
          </a:prstGeom>
          <a:noFill/>
          <a:ln>
            <a:noFill/>
          </a:ln>
        </p:spPr>
        <p:txBody>
          <a:bodyPr anchorCtr="0" anchor="t" bIns="45700" lIns="91425" spcFirstLastPara="1" rIns="91425" wrap="square" tIns="45700">
            <a:normAutofit fontScale="92500"/>
          </a:bodyPr>
          <a:lstStyle/>
          <a:p>
            <a:pPr indent="-342900" lvl="0" marL="342900" rtl="0" algn="l">
              <a:spcBef>
                <a:spcPts val="0"/>
              </a:spcBef>
              <a:spcAft>
                <a:spcPts val="0"/>
              </a:spcAft>
              <a:buSzPct val="79999"/>
              <a:buFont typeface="Noto Sans Symbols"/>
              <a:buChar char="❑"/>
            </a:pPr>
            <a:r>
              <a:rPr b="1" lang="en-US" sz="2600">
                <a:solidFill>
                  <a:schemeClr val="dk1"/>
                </a:solidFill>
                <a:latin typeface="Times New Roman"/>
                <a:ea typeface="Times New Roman"/>
                <a:cs typeface="Times New Roman"/>
                <a:sym typeface="Times New Roman"/>
              </a:rPr>
              <a:t>Monopoly</a:t>
            </a:r>
            <a:r>
              <a:rPr lang="en-US" sz="2600">
                <a:solidFill>
                  <a:schemeClr val="dk1"/>
                </a:solidFill>
                <a:latin typeface="Times New Roman"/>
                <a:ea typeface="Times New Roman"/>
                <a:cs typeface="Times New Roman"/>
                <a:sym typeface="Times New Roman"/>
              </a:rPr>
              <a:t>: The single seller sells a product for which there are no close substitutes. In the United States, laws prohibit the creation of monopolies.</a:t>
            </a:r>
            <a:endParaRPr sz="2600">
              <a:solidFill>
                <a:schemeClr val="dk1"/>
              </a:solidFill>
              <a:latin typeface="Times New Roman"/>
              <a:ea typeface="Times New Roman"/>
              <a:cs typeface="Times New Roman"/>
              <a:sym typeface="Times New Roman"/>
            </a:endParaRPr>
          </a:p>
          <a:p>
            <a:pPr indent="-342900" lvl="0" marL="342900" rtl="0" algn="l">
              <a:spcBef>
                <a:spcPts val="1000"/>
              </a:spcBef>
              <a:spcAft>
                <a:spcPts val="0"/>
              </a:spcAft>
              <a:buSzPct val="79999"/>
              <a:buFont typeface="Noto Sans Symbols"/>
              <a:buChar char="❑"/>
            </a:pPr>
            <a:r>
              <a:rPr b="1" lang="en-US" sz="2600">
                <a:solidFill>
                  <a:schemeClr val="dk1"/>
                </a:solidFill>
                <a:latin typeface="Times New Roman"/>
                <a:ea typeface="Times New Roman"/>
                <a:cs typeface="Times New Roman"/>
                <a:sym typeface="Times New Roman"/>
              </a:rPr>
              <a:t>Oligopoly</a:t>
            </a:r>
            <a:r>
              <a:rPr lang="en-US" sz="2600">
                <a:solidFill>
                  <a:schemeClr val="dk1"/>
                </a:solidFill>
                <a:latin typeface="Times New Roman"/>
                <a:ea typeface="Times New Roman"/>
                <a:cs typeface="Times New Roman"/>
                <a:sym typeface="Times New Roman"/>
              </a:rPr>
              <a:t>: A degree of competition in which just a few sellers dominate the market.</a:t>
            </a:r>
            <a:endParaRPr/>
          </a:p>
          <a:p>
            <a:pPr indent="-342900" lvl="0" marL="342900" rtl="0" algn="l">
              <a:spcBef>
                <a:spcPts val="1000"/>
              </a:spcBef>
              <a:spcAft>
                <a:spcPts val="0"/>
              </a:spcAft>
              <a:buSzPct val="79999"/>
              <a:buFont typeface="Noto Sans Symbols"/>
              <a:buChar char="❑"/>
            </a:pPr>
            <a:r>
              <a:rPr b="1" lang="en-US" sz="2600">
                <a:solidFill>
                  <a:schemeClr val="dk1"/>
                </a:solidFill>
                <a:latin typeface="Times New Roman"/>
                <a:ea typeface="Times New Roman"/>
                <a:cs typeface="Times New Roman"/>
                <a:sym typeface="Times New Roman"/>
              </a:rPr>
              <a:t>Perfect competition</a:t>
            </a:r>
            <a:r>
              <a:rPr lang="en-US" sz="2600">
                <a:solidFill>
                  <a:schemeClr val="dk1"/>
                </a:solidFill>
                <a:latin typeface="Times New Roman"/>
                <a:ea typeface="Times New Roman"/>
                <a:cs typeface="Times New Roman"/>
                <a:sym typeface="Times New Roman"/>
              </a:rPr>
              <a:t>: It exists when there are many sellers in a market, and none is large enough to dictate the price of a product.</a:t>
            </a:r>
            <a:endParaRPr sz="2600">
              <a:solidFill>
                <a:schemeClr val="dk1"/>
              </a:solidFill>
              <a:latin typeface="Times New Roman"/>
              <a:ea typeface="Times New Roman"/>
              <a:cs typeface="Times New Roman"/>
              <a:sym typeface="Times New Roman"/>
            </a:endParaRPr>
          </a:p>
          <a:p>
            <a:pPr indent="-342900" lvl="0" marL="342900" rtl="0" algn="l">
              <a:spcBef>
                <a:spcPts val="1000"/>
              </a:spcBef>
              <a:spcAft>
                <a:spcPts val="0"/>
              </a:spcAft>
              <a:buSzPct val="79999"/>
              <a:buFont typeface="Noto Sans Symbols"/>
              <a:buChar char="❑"/>
            </a:pPr>
            <a:r>
              <a:rPr b="1" lang="en-US" sz="2600">
                <a:solidFill>
                  <a:schemeClr val="dk1"/>
                </a:solidFill>
                <a:latin typeface="Times New Roman"/>
                <a:ea typeface="Times New Roman"/>
                <a:cs typeface="Times New Roman"/>
                <a:sym typeface="Times New Roman"/>
              </a:rPr>
              <a:t>Monopolistic competition</a:t>
            </a:r>
            <a:r>
              <a:rPr lang="en-US" sz="2600">
                <a:solidFill>
                  <a:schemeClr val="dk1"/>
                </a:solidFill>
                <a:latin typeface="Times New Roman"/>
                <a:ea typeface="Times New Roman"/>
                <a:cs typeface="Times New Roman"/>
                <a:sym typeface="Times New Roman"/>
              </a:rPr>
              <a:t>: It exists when there are many sellers producing very similar products that buyers nevertheless perceive as different</a:t>
            </a:r>
            <a:r>
              <a:rPr lang="en-US"/>
              <a:t>,</a:t>
            </a:r>
            <a:endParaRPr/>
          </a:p>
        </p:txBody>
      </p:sp>
      <p:sp>
        <p:nvSpPr>
          <p:cNvPr id="358" name="Google Shape;358;p1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pic>
        <p:nvPicPr>
          <p:cNvPr id="363" name="Google Shape;363;p16"/>
          <p:cNvPicPr preferRelativeResize="0"/>
          <p:nvPr>
            <p:ph idx="1" type="body"/>
          </p:nvPr>
        </p:nvPicPr>
        <p:blipFill rotWithShape="1">
          <a:blip r:embed="rId3">
            <a:alphaModFix/>
          </a:blip>
          <a:srcRect b="0" l="0" r="0" t="0"/>
          <a:stretch/>
        </p:blipFill>
        <p:spPr>
          <a:xfrm>
            <a:off x="1773838" y="2550253"/>
            <a:ext cx="8108393" cy="3145768"/>
          </a:xfrm>
          <a:prstGeom prst="rect">
            <a:avLst/>
          </a:prstGeom>
          <a:noFill/>
          <a:ln>
            <a:noFill/>
          </a:ln>
        </p:spPr>
      </p:pic>
      <p:sp>
        <p:nvSpPr>
          <p:cNvPr id="364" name="Google Shape;364;p1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17"/>
          <p:cNvSpPr txBox="1"/>
          <p:nvPr>
            <p:ph type="title"/>
          </p:nvPr>
        </p:nvSpPr>
        <p:spPr>
          <a:xfrm>
            <a:off x="1154953"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alibri"/>
              <a:buNone/>
            </a:pPr>
            <a:r>
              <a:rPr b="1" i="0" lang="en-US" sz="3600" u="none" cap="none" strike="noStrike">
                <a:solidFill>
                  <a:schemeClr val="lt1"/>
                </a:solidFill>
                <a:latin typeface="Calibri"/>
                <a:ea typeface="Calibri"/>
                <a:cs typeface="Calibri"/>
                <a:sym typeface="Calibri"/>
              </a:rPr>
              <a:t>Implications of Theory for Behaviour of firms </a:t>
            </a:r>
            <a:br>
              <a:rPr lang="en-US">
                <a:solidFill>
                  <a:schemeClr val="lt1"/>
                </a:solidFill>
              </a:rPr>
            </a:br>
            <a:endParaRPr>
              <a:solidFill>
                <a:schemeClr val="lt1"/>
              </a:solidFill>
            </a:endParaRPr>
          </a:p>
        </p:txBody>
      </p:sp>
      <p:pic>
        <p:nvPicPr>
          <p:cNvPr id="370" name="Google Shape;370;p17"/>
          <p:cNvPicPr preferRelativeResize="0"/>
          <p:nvPr>
            <p:ph idx="1" type="body"/>
          </p:nvPr>
        </p:nvPicPr>
        <p:blipFill rotWithShape="1">
          <a:blip r:embed="rId3">
            <a:alphaModFix/>
          </a:blip>
          <a:srcRect b="0" l="0" r="0" t="0"/>
          <a:stretch/>
        </p:blipFill>
        <p:spPr>
          <a:xfrm>
            <a:off x="1283516" y="2959030"/>
            <a:ext cx="9370501" cy="3181711"/>
          </a:xfrm>
          <a:prstGeom prst="rect">
            <a:avLst/>
          </a:prstGeom>
          <a:noFill/>
          <a:ln>
            <a:noFill/>
          </a:ln>
        </p:spPr>
      </p:pic>
      <p:sp>
        <p:nvSpPr>
          <p:cNvPr id="371" name="Google Shape;371;p1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18"/>
          <p:cNvSpPr txBox="1"/>
          <p:nvPr>
            <p:ph type="title"/>
          </p:nvPr>
        </p:nvSpPr>
        <p:spPr>
          <a:xfrm>
            <a:off x="1154953"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Times New Roman"/>
              <a:buNone/>
            </a:pPr>
            <a:r>
              <a:rPr lang="en-US">
                <a:latin typeface="Times New Roman"/>
                <a:ea typeface="Times New Roman"/>
                <a:cs typeface="Times New Roman"/>
                <a:sym typeface="Times New Roman"/>
              </a:rPr>
              <a:t>Demand</a:t>
            </a:r>
            <a:endParaRPr/>
          </a:p>
        </p:txBody>
      </p:sp>
      <p:sp>
        <p:nvSpPr>
          <p:cNvPr id="377" name="Google Shape;377;p18"/>
          <p:cNvSpPr txBox="1"/>
          <p:nvPr>
            <p:ph idx="1" type="body"/>
          </p:nvPr>
        </p:nvSpPr>
        <p:spPr>
          <a:xfrm>
            <a:off x="1154954" y="2603500"/>
            <a:ext cx="10478246" cy="34163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920"/>
              <a:buFont typeface="Noto Sans Symbols"/>
              <a:buChar char="❑"/>
            </a:pPr>
            <a:r>
              <a:rPr b="1" lang="en-US" sz="2400">
                <a:solidFill>
                  <a:schemeClr val="dk1"/>
                </a:solidFill>
                <a:latin typeface="Times New Roman"/>
                <a:ea typeface="Times New Roman"/>
                <a:cs typeface="Times New Roman"/>
                <a:sym typeface="Times New Roman"/>
              </a:rPr>
              <a:t>Demand: </a:t>
            </a:r>
            <a:r>
              <a:rPr lang="en-US" sz="2400">
                <a:solidFill>
                  <a:schemeClr val="dk1"/>
                </a:solidFill>
                <a:latin typeface="Times New Roman"/>
                <a:ea typeface="Times New Roman"/>
                <a:cs typeface="Times New Roman"/>
                <a:sym typeface="Times New Roman"/>
              </a:rPr>
              <a:t>The willingness and ability of buyers to purchase different quantities of a good at different prices during a specific period of time.</a:t>
            </a:r>
            <a:endParaRPr/>
          </a:p>
          <a:p>
            <a:pPr indent="-342900" lvl="0" marL="342900" rtl="0" algn="l">
              <a:spcBef>
                <a:spcPts val="1000"/>
              </a:spcBef>
              <a:spcAft>
                <a:spcPts val="0"/>
              </a:spcAft>
              <a:buSzPts val="1920"/>
              <a:buFont typeface="Noto Sans Symbols"/>
              <a:buChar char="❑"/>
            </a:pPr>
            <a:r>
              <a:rPr b="1" lang="en-US" sz="2400">
                <a:solidFill>
                  <a:schemeClr val="dk1"/>
                </a:solidFill>
                <a:latin typeface="Times New Roman"/>
                <a:ea typeface="Times New Roman"/>
                <a:cs typeface="Times New Roman"/>
                <a:sym typeface="Times New Roman"/>
              </a:rPr>
              <a:t>Law of Demand:</a:t>
            </a:r>
            <a:r>
              <a:rPr lang="en-US" sz="2400">
                <a:solidFill>
                  <a:schemeClr val="dk1"/>
                </a:solidFill>
                <a:latin typeface="Times New Roman"/>
                <a:ea typeface="Times New Roman"/>
                <a:cs typeface="Times New Roman"/>
                <a:sym typeface="Times New Roman"/>
              </a:rPr>
              <a:t> The law of demand states that the price of a good and the quantity demanded of the good are inversely related, ceteris paribus.</a:t>
            </a:r>
            <a:endParaRPr sz="2400">
              <a:solidFill>
                <a:schemeClr val="dk1"/>
              </a:solidFill>
              <a:latin typeface="Times New Roman"/>
              <a:ea typeface="Times New Roman"/>
              <a:cs typeface="Times New Roman"/>
              <a:sym typeface="Times New Roman"/>
            </a:endParaRPr>
          </a:p>
          <a:p>
            <a:pPr indent="-342900" lvl="0" marL="342900" rtl="0" algn="l">
              <a:spcBef>
                <a:spcPts val="1000"/>
              </a:spcBef>
              <a:spcAft>
                <a:spcPts val="0"/>
              </a:spcAft>
              <a:buSzPts val="1920"/>
              <a:buFont typeface="Noto Sans Symbols"/>
              <a:buChar char="❑"/>
            </a:pPr>
            <a:r>
              <a:rPr lang="en-US" sz="2400">
                <a:solidFill>
                  <a:schemeClr val="dk1"/>
                </a:solidFill>
                <a:latin typeface="Times New Roman"/>
                <a:ea typeface="Times New Roman"/>
                <a:cs typeface="Times New Roman"/>
                <a:sym typeface="Times New Roman"/>
              </a:rPr>
              <a:t>Change in quantity demanded occurs when there is a change in price. </a:t>
            </a:r>
            <a:endParaRPr/>
          </a:p>
          <a:p>
            <a:pPr indent="-342900" lvl="0" marL="342900" rtl="0" algn="l">
              <a:spcBef>
                <a:spcPts val="1000"/>
              </a:spcBef>
              <a:spcAft>
                <a:spcPts val="0"/>
              </a:spcAft>
              <a:buSzPts val="1920"/>
              <a:buFont typeface="Noto Sans Symbols"/>
              <a:buChar char="❑"/>
            </a:pPr>
            <a:r>
              <a:rPr lang="en-US" sz="2400">
                <a:solidFill>
                  <a:schemeClr val="dk1"/>
                </a:solidFill>
                <a:latin typeface="Times New Roman"/>
                <a:ea typeface="Times New Roman"/>
                <a:cs typeface="Times New Roman"/>
                <a:sym typeface="Times New Roman"/>
              </a:rPr>
              <a:t>Change in demand occurs when a factor other than price affects the quantity demanded. </a:t>
            </a:r>
            <a:endParaRPr/>
          </a:p>
        </p:txBody>
      </p:sp>
      <p:sp>
        <p:nvSpPr>
          <p:cNvPr id="378" name="Google Shape;378;p1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19"/>
          <p:cNvSpPr txBox="1"/>
          <p:nvPr>
            <p:ph type="title"/>
          </p:nvPr>
        </p:nvSpPr>
        <p:spPr>
          <a:xfrm>
            <a:off x="1154953"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Times New Roman"/>
              <a:buNone/>
            </a:pPr>
            <a:r>
              <a:rPr lang="en-US">
                <a:latin typeface="Times New Roman"/>
                <a:ea typeface="Times New Roman"/>
                <a:cs typeface="Times New Roman"/>
                <a:sym typeface="Times New Roman"/>
              </a:rPr>
              <a:t>Demand (continued)</a:t>
            </a:r>
            <a:endParaRPr/>
          </a:p>
        </p:txBody>
      </p:sp>
      <p:sp>
        <p:nvSpPr>
          <p:cNvPr id="384" name="Google Shape;384;p1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grpSp>
        <p:nvGrpSpPr>
          <p:cNvPr id="385" name="Google Shape;385;p19"/>
          <p:cNvGrpSpPr/>
          <p:nvPr/>
        </p:nvGrpSpPr>
        <p:grpSpPr>
          <a:xfrm>
            <a:off x="1391920" y="2663666"/>
            <a:ext cx="9428480" cy="3665538"/>
            <a:chOff x="132" y="916"/>
            <a:chExt cx="5486" cy="2309"/>
          </a:xfrm>
        </p:grpSpPr>
        <p:sp>
          <p:nvSpPr>
            <p:cNvPr id="386" name="Google Shape;386;p19"/>
            <p:cNvSpPr/>
            <p:nvPr/>
          </p:nvSpPr>
          <p:spPr>
            <a:xfrm>
              <a:off x="132" y="916"/>
              <a:ext cx="5486" cy="230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387" name="Google Shape;387;p19"/>
            <p:cNvSpPr txBox="1"/>
            <p:nvPr/>
          </p:nvSpPr>
          <p:spPr>
            <a:xfrm>
              <a:off x="1676" y="2604"/>
              <a:ext cx="252" cy="1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(a)</a:t>
              </a:r>
              <a:endParaRPr/>
            </a:p>
          </p:txBody>
        </p:sp>
        <p:sp>
          <p:nvSpPr>
            <p:cNvPr id="388" name="Google Shape;388;p19"/>
            <p:cNvSpPr txBox="1"/>
            <p:nvPr/>
          </p:nvSpPr>
          <p:spPr>
            <a:xfrm>
              <a:off x="4592" y="3031"/>
              <a:ext cx="258" cy="1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(b)</a:t>
              </a:r>
              <a:endParaRPr/>
            </a:p>
          </p:txBody>
        </p:sp>
        <p:pic>
          <p:nvPicPr>
            <p:cNvPr descr="D:\ESWORK\SWPUB\Arnold PPT\Art\Art Ch03\arn17456_0301.jpg" id="389" name="Google Shape;389;p19"/>
            <p:cNvPicPr preferRelativeResize="0"/>
            <p:nvPr/>
          </p:nvPicPr>
          <p:blipFill rotWithShape="1">
            <a:blip r:embed="rId3">
              <a:alphaModFix/>
            </a:blip>
            <a:srcRect b="0" l="0" r="0" t="0"/>
            <a:stretch/>
          </p:blipFill>
          <p:spPr>
            <a:xfrm>
              <a:off x="3559" y="1026"/>
              <a:ext cx="1970" cy="1996"/>
            </a:xfrm>
            <a:prstGeom prst="rect">
              <a:avLst/>
            </a:prstGeom>
            <a:noFill/>
            <a:ln>
              <a:noFill/>
            </a:ln>
          </p:spPr>
        </p:pic>
        <p:pic>
          <p:nvPicPr>
            <p:cNvPr descr="D:\ESWORK\SWPUB\Arnold PPT\Art\Art Ch03\Ch03 Exhibit 1 table.jpg" id="390" name="Google Shape;390;p19"/>
            <p:cNvPicPr preferRelativeResize="0"/>
            <p:nvPr/>
          </p:nvPicPr>
          <p:blipFill rotWithShape="1">
            <a:blip r:embed="rId4">
              <a:alphaModFix/>
            </a:blip>
            <a:srcRect b="0" l="0" r="0" t="0"/>
            <a:stretch/>
          </p:blipFill>
          <p:spPr>
            <a:xfrm>
              <a:off x="235" y="997"/>
              <a:ext cx="3136" cy="1482"/>
            </a:xfrm>
            <a:prstGeom prst="rect">
              <a:avLst/>
            </a:prstGeom>
            <a:noFill/>
            <a:ln>
              <a:noFill/>
            </a:ln>
          </p:spPr>
        </p:pic>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20"/>
          <p:cNvSpPr txBox="1"/>
          <p:nvPr>
            <p:ph type="title"/>
          </p:nvPr>
        </p:nvSpPr>
        <p:spPr>
          <a:xfrm>
            <a:off x="1154953"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Times New Roman"/>
              <a:buNone/>
            </a:pPr>
            <a:r>
              <a:rPr lang="en-US">
                <a:latin typeface="Times New Roman"/>
                <a:ea typeface="Times New Roman"/>
                <a:cs typeface="Times New Roman"/>
                <a:sym typeface="Times New Roman"/>
              </a:rPr>
              <a:t>Demand (continued)</a:t>
            </a:r>
            <a:endParaRPr/>
          </a:p>
        </p:txBody>
      </p:sp>
      <p:sp>
        <p:nvSpPr>
          <p:cNvPr id="396" name="Google Shape;396;p2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grpSp>
        <p:nvGrpSpPr>
          <p:cNvPr id="397" name="Google Shape;397;p20"/>
          <p:cNvGrpSpPr/>
          <p:nvPr/>
        </p:nvGrpSpPr>
        <p:grpSpPr>
          <a:xfrm>
            <a:off x="1154952" y="2600960"/>
            <a:ext cx="9634968" cy="4064000"/>
            <a:chOff x="1500" y="1117"/>
            <a:chExt cx="2759" cy="2083"/>
          </a:xfrm>
        </p:grpSpPr>
        <p:sp>
          <p:nvSpPr>
            <p:cNvPr id="398" name="Google Shape;398;p20"/>
            <p:cNvSpPr/>
            <p:nvPr/>
          </p:nvSpPr>
          <p:spPr>
            <a:xfrm>
              <a:off x="1500" y="1117"/>
              <a:ext cx="2759" cy="208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400">
                <a:solidFill>
                  <a:schemeClr val="dk1"/>
                </a:solidFill>
                <a:latin typeface="Arial"/>
                <a:ea typeface="Arial"/>
                <a:cs typeface="Arial"/>
                <a:sym typeface="Arial"/>
              </a:endParaRPr>
            </a:p>
          </p:txBody>
        </p:sp>
        <p:pic>
          <p:nvPicPr>
            <p:cNvPr descr="D:\ESWORK\SWPUB\Arnold PPT\Art\Art Ch03\arn17456_0305.jpg" id="399" name="Google Shape;399;p20"/>
            <p:cNvPicPr preferRelativeResize="0"/>
            <p:nvPr/>
          </p:nvPicPr>
          <p:blipFill rotWithShape="1">
            <a:blip r:embed="rId3">
              <a:alphaModFix/>
            </a:blip>
            <a:srcRect b="0" l="0" r="0" t="0"/>
            <a:stretch/>
          </p:blipFill>
          <p:spPr>
            <a:xfrm>
              <a:off x="1535" y="1150"/>
              <a:ext cx="2690" cy="2019"/>
            </a:xfrm>
            <a:prstGeom prst="rect">
              <a:avLst/>
            </a:prstGeom>
            <a:noFill/>
            <a:ln>
              <a:noFill/>
            </a:ln>
          </p:spPr>
        </p:pic>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21"/>
          <p:cNvSpPr txBox="1"/>
          <p:nvPr>
            <p:ph type="title"/>
          </p:nvPr>
        </p:nvSpPr>
        <p:spPr>
          <a:xfrm>
            <a:off x="1154953"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Times New Roman"/>
              <a:buNone/>
            </a:pPr>
            <a:r>
              <a:rPr lang="en-US">
                <a:latin typeface="Times New Roman"/>
                <a:ea typeface="Times New Roman"/>
                <a:cs typeface="Times New Roman"/>
                <a:sym typeface="Times New Roman"/>
              </a:rPr>
              <a:t>Factors affecting Demand</a:t>
            </a:r>
            <a:endParaRPr/>
          </a:p>
        </p:txBody>
      </p:sp>
      <p:sp>
        <p:nvSpPr>
          <p:cNvPr id="405" name="Google Shape;405;p21"/>
          <p:cNvSpPr txBox="1"/>
          <p:nvPr>
            <p:ph idx="1" type="body"/>
          </p:nvPr>
        </p:nvSpPr>
        <p:spPr>
          <a:xfrm>
            <a:off x="1154954" y="2418079"/>
            <a:ext cx="10508726" cy="4144192"/>
          </a:xfrm>
          <a:prstGeom prst="rect">
            <a:avLst/>
          </a:prstGeom>
          <a:noFill/>
          <a:ln>
            <a:noFill/>
          </a:ln>
        </p:spPr>
        <p:txBody>
          <a:bodyPr anchorCtr="0" anchor="t" bIns="45700" lIns="91425" spcFirstLastPara="1" rIns="91425" wrap="square" tIns="45700">
            <a:normAutofit fontScale="92500"/>
          </a:bodyPr>
          <a:lstStyle/>
          <a:p>
            <a:pPr indent="-342900" lvl="0" marL="342900" rtl="0" algn="l">
              <a:spcBef>
                <a:spcPts val="0"/>
              </a:spcBef>
              <a:spcAft>
                <a:spcPts val="0"/>
              </a:spcAft>
              <a:buSzPct val="80000"/>
              <a:buFont typeface="Noto Sans Symbols"/>
              <a:buChar char="❑"/>
            </a:pPr>
            <a:r>
              <a:rPr b="1" lang="en-US" sz="2400">
                <a:solidFill>
                  <a:schemeClr val="dk1"/>
                </a:solidFill>
                <a:latin typeface="Times New Roman"/>
                <a:ea typeface="Times New Roman"/>
                <a:cs typeface="Times New Roman"/>
                <a:sym typeface="Times New Roman"/>
              </a:rPr>
              <a:t>Income: </a:t>
            </a:r>
            <a:r>
              <a:rPr lang="en-US" sz="2400">
                <a:solidFill>
                  <a:schemeClr val="dk1"/>
                </a:solidFill>
                <a:latin typeface="Times New Roman"/>
                <a:ea typeface="Times New Roman"/>
                <a:cs typeface="Times New Roman"/>
                <a:sym typeface="Times New Roman"/>
              </a:rPr>
              <a:t>As a person’s income changes (increases or decreases), his or her demand for a particular good may rise, fall or remain constant.</a:t>
            </a:r>
            <a:endParaRPr/>
          </a:p>
          <a:p>
            <a:pPr indent="-342900" lvl="0" marL="342900" rtl="0" algn="l">
              <a:spcBef>
                <a:spcPts val="1000"/>
              </a:spcBef>
              <a:spcAft>
                <a:spcPts val="0"/>
              </a:spcAft>
              <a:buSzPct val="80000"/>
              <a:buFont typeface="Courier New"/>
              <a:buChar char="o"/>
            </a:pPr>
            <a:r>
              <a:rPr lang="en-US" sz="2400">
                <a:solidFill>
                  <a:schemeClr val="dk1"/>
                </a:solidFill>
                <a:latin typeface="Times New Roman"/>
                <a:ea typeface="Times New Roman"/>
                <a:cs typeface="Times New Roman"/>
                <a:sym typeface="Times New Roman"/>
              </a:rPr>
              <a:t>Normal goods</a:t>
            </a:r>
            <a:endParaRPr/>
          </a:p>
          <a:p>
            <a:pPr indent="-342900" lvl="0" marL="342900" rtl="0" algn="l">
              <a:spcBef>
                <a:spcPts val="1000"/>
              </a:spcBef>
              <a:spcAft>
                <a:spcPts val="0"/>
              </a:spcAft>
              <a:buSzPct val="80000"/>
              <a:buFont typeface="Courier New"/>
              <a:buChar char="o"/>
            </a:pPr>
            <a:r>
              <a:rPr lang="en-US" sz="2400">
                <a:solidFill>
                  <a:schemeClr val="dk1"/>
                </a:solidFill>
                <a:latin typeface="Times New Roman"/>
                <a:ea typeface="Times New Roman"/>
                <a:cs typeface="Times New Roman"/>
                <a:sym typeface="Times New Roman"/>
              </a:rPr>
              <a:t>Inferior goods</a:t>
            </a:r>
            <a:endParaRPr/>
          </a:p>
          <a:p>
            <a:pPr indent="-342900" lvl="0" marL="342900" rtl="0" algn="l">
              <a:spcBef>
                <a:spcPts val="1000"/>
              </a:spcBef>
              <a:spcAft>
                <a:spcPts val="0"/>
              </a:spcAft>
              <a:buSzPct val="80000"/>
              <a:buFont typeface="Courier New"/>
              <a:buChar char="o"/>
            </a:pPr>
            <a:r>
              <a:rPr lang="en-US" sz="2400">
                <a:solidFill>
                  <a:schemeClr val="dk1"/>
                </a:solidFill>
                <a:latin typeface="Times New Roman"/>
                <a:ea typeface="Times New Roman"/>
                <a:cs typeface="Times New Roman"/>
                <a:sym typeface="Times New Roman"/>
              </a:rPr>
              <a:t>Neutral goods</a:t>
            </a:r>
            <a:endParaRPr/>
          </a:p>
          <a:p>
            <a:pPr indent="-342900" lvl="0" marL="342900" rtl="0" algn="l">
              <a:spcBef>
                <a:spcPts val="1000"/>
              </a:spcBef>
              <a:spcAft>
                <a:spcPts val="0"/>
              </a:spcAft>
              <a:buSzPct val="80000"/>
              <a:buFont typeface="Noto Sans Symbols"/>
              <a:buChar char="❑"/>
            </a:pPr>
            <a:r>
              <a:rPr b="1" lang="en-US" sz="2400">
                <a:solidFill>
                  <a:schemeClr val="dk1"/>
                </a:solidFill>
                <a:latin typeface="Times New Roman"/>
                <a:ea typeface="Times New Roman"/>
                <a:cs typeface="Times New Roman"/>
                <a:sym typeface="Times New Roman"/>
              </a:rPr>
              <a:t>Preferences:</a:t>
            </a:r>
            <a:r>
              <a:rPr lang="en-US" sz="2400">
                <a:solidFill>
                  <a:schemeClr val="dk1"/>
                </a:solidFill>
                <a:latin typeface="Times New Roman"/>
                <a:ea typeface="Times New Roman"/>
                <a:cs typeface="Times New Roman"/>
                <a:sym typeface="Times New Roman"/>
              </a:rPr>
              <a:t> Change in preferences in favor of the good increases demand for the good (ceteris paribus); change in preferences away from the good decreases demand ceteris paribus</a:t>
            </a:r>
            <a:endParaRPr/>
          </a:p>
          <a:p>
            <a:pPr indent="-342900" lvl="0" marL="342900" rtl="0" algn="l">
              <a:spcBef>
                <a:spcPts val="1000"/>
              </a:spcBef>
              <a:spcAft>
                <a:spcPts val="0"/>
              </a:spcAft>
              <a:buSzPct val="80000"/>
              <a:buFont typeface="Noto Sans Symbols"/>
              <a:buChar char="❑"/>
            </a:pPr>
            <a:r>
              <a:rPr b="1" lang="en-US" sz="2400">
                <a:solidFill>
                  <a:schemeClr val="dk1"/>
                </a:solidFill>
                <a:latin typeface="Times New Roman"/>
                <a:ea typeface="Times New Roman"/>
                <a:cs typeface="Times New Roman"/>
                <a:sym typeface="Times New Roman"/>
              </a:rPr>
              <a:t>Number of buyers: </a:t>
            </a:r>
            <a:r>
              <a:rPr lang="en-US" sz="2400">
                <a:solidFill>
                  <a:schemeClr val="dk1"/>
                </a:solidFill>
                <a:latin typeface="Times New Roman"/>
                <a:ea typeface="Times New Roman"/>
                <a:cs typeface="Times New Roman"/>
                <a:sym typeface="Times New Roman"/>
              </a:rPr>
              <a:t>The number of buyers might increase due to a higher birth rate, increased migration, etc.; if the number of buyers increases then demand will increase</a:t>
            </a:r>
            <a:endParaRPr/>
          </a:p>
        </p:txBody>
      </p:sp>
      <p:sp>
        <p:nvSpPr>
          <p:cNvPr id="406" name="Google Shape;406;p2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22"/>
          <p:cNvSpPr txBox="1"/>
          <p:nvPr>
            <p:ph type="title"/>
          </p:nvPr>
        </p:nvSpPr>
        <p:spPr>
          <a:xfrm>
            <a:off x="1154953"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Times New Roman"/>
              <a:buNone/>
            </a:pPr>
            <a:r>
              <a:rPr lang="en-US">
                <a:latin typeface="Times New Roman"/>
                <a:ea typeface="Times New Roman"/>
                <a:cs typeface="Times New Roman"/>
                <a:sym typeface="Times New Roman"/>
              </a:rPr>
              <a:t>Factors affecting Demand (continued)</a:t>
            </a:r>
            <a:endParaRPr/>
          </a:p>
        </p:txBody>
      </p:sp>
      <p:sp>
        <p:nvSpPr>
          <p:cNvPr id="412" name="Google Shape;412;p22"/>
          <p:cNvSpPr txBox="1"/>
          <p:nvPr>
            <p:ph idx="1" type="body"/>
          </p:nvPr>
        </p:nvSpPr>
        <p:spPr>
          <a:xfrm>
            <a:off x="985520" y="2603500"/>
            <a:ext cx="10418579" cy="3716020"/>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SzPts val="1920"/>
              <a:buFont typeface="Noto Sans Symbols"/>
              <a:buChar char="❑"/>
            </a:pPr>
            <a:r>
              <a:rPr b="1" lang="en-US" sz="2400">
                <a:solidFill>
                  <a:schemeClr val="dk1"/>
                </a:solidFill>
                <a:latin typeface="Times New Roman"/>
                <a:ea typeface="Times New Roman"/>
                <a:cs typeface="Times New Roman"/>
                <a:sym typeface="Times New Roman"/>
              </a:rPr>
              <a:t>Prices of related goods:</a:t>
            </a:r>
            <a:endParaRPr/>
          </a:p>
          <a:p>
            <a:pPr indent="-342900" lvl="0" marL="342900" rtl="0" algn="l">
              <a:spcBef>
                <a:spcPts val="1000"/>
              </a:spcBef>
              <a:spcAft>
                <a:spcPts val="0"/>
              </a:spcAft>
              <a:buSzPts val="1920"/>
              <a:buFont typeface="Courier New"/>
              <a:buChar char="o"/>
            </a:pPr>
            <a:r>
              <a:rPr lang="en-US" sz="2400">
                <a:solidFill>
                  <a:schemeClr val="dk1"/>
                </a:solidFill>
                <a:latin typeface="Times New Roman"/>
                <a:ea typeface="Times New Roman"/>
                <a:cs typeface="Times New Roman"/>
                <a:sym typeface="Times New Roman"/>
              </a:rPr>
              <a:t>Substitute goods satisfy similar needs. If two goods are substitutes, the demand for one good increases as the price of the other good rises. </a:t>
            </a:r>
            <a:endParaRPr/>
          </a:p>
          <a:p>
            <a:pPr indent="-342900" lvl="0" marL="342900" rtl="0" algn="l">
              <a:spcBef>
                <a:spcPts val="1000"/>
              </a:spcBef>
              <a:spcAft>
                <a:spcPts val="0"/>
              </a:spcAft>
              <a:buSzPts val="1920"/>
              <a:buFont typeface="Courier New"/>
              <a:buChar char="o"/>
            </a:pPr>
            <a:r>
              <a:rPr lang="en-US" sz="2400">
                <a:solidFill>
                  <a:schemeClr val="dk1"/>
                </a:solidFill>
                <a:latin typeface="Times New Roman"/>
                <a:ea typeface="Times New Roman"/>
                <a:cs typeface="Times New Roman"/>
                <a:sym typeface="Times New Roman"/>
              </a:rPr>
              <a:t>Complements are consumed together. If two goods are complements, the demand for one rises as the price of the other falls.</a:t>
            </a:r>
            <a:endParaRPr/>
          </a:p>
          <a:p>
            <a:pPr indent="-342900" lvl="0" marL="342900" rtl="0" algn="l">
              <a:spcBef>
                <a:spcPts val="1000"/>
              </a:spcBef>
              <a:spcAft>
                <a:spcPts val="0"/>
              </a:spcAft>
              <a:buSzPts val="1920"/>
              <a:buFont typeface="Noto Sans Symbols"/>
              <a:buChar char="❑"/>
            </a:pPr>
            <a:r>
              <a:rPr b="1" lang="en-US" sz="2400">
                <a:solidFill>
                  <a:schemeClr val="dk1"/>
                </a:solidFill>
                <a:latin typeface="Times New Roman"/>
                <a:ea typeface="Times New Roman"/>
                <a:cs typeface="Times New Roman"/>
                <a:sym typeface="Times New Roman"/>
              </a:rPr>
              <a:t>Expectations of future price</a:t>
            </a:r>
            <a:r>
              <a:rPr lang="en-US" sz="2400">
                <a:solidFill>
                  <a:schemeClr val="dk1"/>
                </a:solidFill>
                <a:latin typeface="Times New Roman"/>
                <a:ea typeface="Times New Roman"/>
                <a:cs typeface="Times New Roman"/>
                <a:sym typeface="Times New Roman"/>
              </a:rPr>
              <a:t>: If buyers expect the price to increase in the future, then the current demand will increase. If we expect that the price of rice might increase in the future, then we are likely to purchase rice now and store them for future use</a:t>
            </a:r>
            <a:endParaRPr/>
          </a:p>
        </p:txBody>
      </p:sp>
      <p:sp>
        <p:nvSpPr>
          <p:cNvPr id="413" name="Google Shape;413;p2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23"/>
          <p:cNvSpPr txBox="1"/>
          <p:nvPr>
            <p:ph type="title"/>
          </p:nvPr>
        </p:nvSpPr>
        <p:spPr>
          <a:xfrm>
            <a:off x="1154953"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Times New Roman"/>
              <a:buNone/>
            </a:pPr>
            <a:r>
              <a:rPr lang="en-US">
                <a:latin typeface="Times New Roman"/>
                <a:ea typeface="Times New Roman"/>
                <a:cs typeface="Times New Roman"/>
                <a:sym typeface="Times New Roman"/>
              </a:rPr>
              <a:t>Supply</a:t>
            </a:r>
            <a:endParaRPr/>
          </a:p>
        </p:txBody>
      </p:sp>
      <p:sp>
        <p:nvSpPr>
          <p:cNvPr id="419" name="Google Shape;419;p23"/>
          <p:cNvSpPr txBox="1"/>
          <p:nvPr>
            <p:ph idx="1" type="body"/>
          </p:nvPr>
        </p:nvSpPr>
        <p:spPr>
          <a:xfrm>
            <a:off x="1154954" y="2603500"/>
            <a:ext cx="10600166" cy="362458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920"/>
              <a:buFont typeface="Noto Sans Symbols"/>
              <a:buChar char="❑"/>
            </a:pPr>
            <a:r>
              <a:rPr b="1" lang="en-US" sz="2400">
                <a:solidFill>
                  <a:schemeClr val="dk1"/>
                </a:solidFill>
                <a:latin typeface="Times New Roman"/>
                <a:ea typeface="Times New Roman"/>
                <a:cs typeface="Times New Roman"/>
                <a:sym typeface="Times New Roman"/>
              </a:rPr>
              <a:t>Supply</a:t>
            </a:r>
            <a:r>
              <a:rPr lang="en-US" sz="2400">
                <a:solidFill>
                  <a:schemeClr val="dk1"/>
                </a:solidFill>
                <a:latin typeface="Times New Roman"/>
                <a:ea typeface="Times New Roman"/>
                <a:cs typeface="Times New Roman"/>
                <a:sym typeface="Times New Roman"/>
              </a:rPr>
              <a:t>: The willingness and ability of sellers to produce and offer to sell different quantities of a good at different prices during a specific period of time.</a:t>
            </a:r>
            <a:endParaRPr/>
          </a:p>
          <a:p>
            <a:pPr indent="-342900" lvl="0" marL="342900" rtl="0" algn="l">
              <a:spcBef>
                <a:spcPts val="1000"/>
              </a:spcBef>
              <a:spcAft>
                <a:spcPts val="0"/>
              </a:spcAft>
              <a:buSzPts val="1920"/>
              <a:buFont typeface="Noto Sans Symbols"/>
              <a:buChar char="❑"/>
            </a:pPr>
            <a:r>
              <a:rPr b="1" lang="en-US" sz="2400">
                <a:solidFill>
                  <a:schemeClr val="dk1"/>
                </a:solidFill>
                <a:latin typeface="Times New Roman"/>
                <a:ea typeface="Times New Roman"/>
                <a:cs typeface="Times New Roman"/>
                <a:sym typeface="Times New Roman"/>
              </a:rPr>
              <a:t>Law of Supply: </a:t>
            </a:r>
            <a:r>
              <a:rPr lang="en-US" sz="2400">
                <a:solidFill>
                  <a:schemeClr val="dk1"/>
                </a:solidFill>
                <a:latin typeface="Times New Roman"/>
                <a:ea typeface="Times New Roman"/>
                <a:cs typeface="Times New Roman"/>
                <a:sym typeface="Times New Roman"/>
              </a:rPr>
              <a:t>The law of supply states that the price of a good and the quantity supplied of the good are directly related, ceteris paribus</a:t>
            </a:r>
            <a:endParaRPr sz="2400">
              <a:solidFill>
                <a:schemeClr val="dk1"/>
              </a:solidFill>
              <a:latin typeface="Times New Roman"/>
              <a:ea typeface="Times New Roman"/>
              <a:cs typeface="Times New Roman"/>
              <a:sym typeface="Times New Roman"/>
            </a:endParaRPr>
          </a:p>
          <a:p>
            <a:pPr indent="-342900" lvl="0" marL="342900" rtl="0" algn="l">
              <a:spcBef>
                <a:spcPts val="1000"/>
              </a:spcBef>
              <a:spcAft>
                <a:spcPts val="0"/>
              </a:spcAft>
              <a:buSzPts val="1920"/>
              <a:buFont typeface="Noto Sans Symbols"/>
              <a:buChar char="❑"/>
            </a:pPr>
            <a:r>
              <a:rPr lang="en-US" sz="2400">
                <a:solidFill>
                  <a:schemeClr val="dk1"/>
                </a:solidFill>
                <a:latin typeface="Times New Roman"/>
                <a:ea typeface="Times New Roman"/>
                <a:cs typeface="Times New Roman"/>
                <a:sym typeface="Times New Roman"/>
              </a:rPr>
              <a:t>Change in quantity supplied occurs when there is a change in the market price of the product </a:t>
            </a:r>
            <a:endParaRPr/>
          </a:p>
          <a:p>
            <a:pPr indent="-342900" lvl="0" marL="342900" rtl="0" algn="l">
              <a:spcBef>
                <a:spcPts val="1000"/>
              </a:spcBef>
              <a:spcAft>
                <a:spcPts val="0"/>
              </a:spcAft>
              <a:buSzPts val="1920"/>
              <a:buFont typeface="Noto Sans Symbols"/>
              <a:buChar char="❑"/>
            </a:pPr>
            <a:r>
              <a:rPr lang="en-US" sz="2400">
                <a:solidFill>
                  <a:schemeClr val="dk1"/>
                </a:solidFill>
                <a:latin typeface="Times New Roman"/>
                <a:ea typeface="Times New Roman"/>
                <a:cs typeface="Times New Roman"/>
                <a:sym typeface="Times New Roman"/>
              </a:rPr>
              <a:t>Change in supply is caused by a determinant other than the price</a:t>
            </a:r>
            <a:endParaRPr/>
          </a:p>
          <a:p>
            <a:pPr indent="-251459" lvl="0" marL="342900" rtl="0" algn="l">
              <a:spcBef>
                <a:spcPts val="1000"/>
              </a:spcBef>
              <a:spcAft>
                <a:spcPts val="0"/>
              </a:spcAft>
              <a:buSzPts val="1440"/>
              <a:buNone/>
            </a:pPr>
            <a:r>
              <a:t/>
            </a:r>
            <a:endParaRPr/>
          </a:p>
        </p:txBody>
      </p:sp>
      <p:sp>
        <p:nvSpPr>
          <p:cNvPr id="420" name="Google Shape;420;p2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24"/>
          <p:cNvSpPr txBox="1"/>
          <p:nvPr>
            <p:ph type="title"/>
          </p:nvPr>
        </p:nvSpPr>
        <p:spPr>
          <a:xfrm>
            <a:off x="1154953"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Times New Roman"/>
              <a:buNone/>
            </a:pPr>
            <a:r>
              <a:rPr lang="en-US">
                <a:latin typeface="Times New Roman"/>
                <a:ea typeface="Times New Roman"/>
                <a:cs typeface="Times New Roman"/>
                <a:sym typeface="Times New Roman"/>
              </a:rPr>
              <a:t>Supply (continued)</a:t>
            </a:r>
            <a:endParaRPr/>
          </a:p>
        </p:txBody>
      </p:sp>
      <p:sp>
        <p:nvSpPr>
          <p:cNvPr id="426" name="Google Shape;426;p2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427" name="Google Shape;427;p24"/>
          <p:cNvPicPr preferRelativeResize="0"/>
          <p:nvPr/>
        </p:nvPicPr>
        <p:blipFill rotWithShape="1">
          <a:blip r:embed="rId3">
            <a:alphaModFix/>
          </a:blip>
          <a:srcRect b="0" l="0" r="0" t="0"/>
          <a:stretch/>
        </p:blipFill>
        <p:spPr>
          <a:xfrm>
            <a:off x="1828800" y="2436388"/>
            <a:ext cx="8422640" cy="415946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25"/>
          <p:cNvSpPr txBox="1"/>
          <p:nvPr>
            <p:ph type="title"/>
          </p:nvPr>
        </p:nvSpPr>
        <p:spPr>
          <a:xfrm>
            <a:off x="1154953"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Times New Roman"/>
              <a:buNone/>
            </a:pPr>
            <a:r>
              <a:rPr lang="en-US">
                <a:latin typeface="Times New Roman"/>
                <a:ea typeface="Times New Roman"/>
                <a:cs typeface="Times New Roman"/>
                <a:sym typeface="Times New Roman"/>
              </a:rPr>
              <a:t>Factors affecting Supply</a:t>
            </a:r>
            <a:endParaRPr/>
          </a:p>
        </p:txBody>
      </p:sp>
      <p:sp>
        <p:nvSpPr>
          <p:cNvPr id="433" name="Google Shape;433;p25"/>
          <p:cNvSpPr txBox="1"/>
          <p:nvPr>
            <p:ph idx="1" type="body"/>
          </p:nvPr>
        </p:nvSpPr>
        <p:spPr>
          <a:xfrm>
            <a:off x="1154954" y="2603500"/>
            <a:ext cx="10427446" cy="42545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920"/>
              <a:buFont typeface="Noto Sans Symbols"/>
              <a:buChar char="❑"/>
            </a:pPr>
            <a:r>
              <a:rPr b="1" lang="en-US" sz="2400">
                <a:solidFill>
                  <a:schemeClr val="dk1"/>
                </a:solidFill>
                <a:latin typeface="Times New Roman"/>
                <a:ea typeface="Times New Roman"/>
                <a:cs typeface="Times New Roman"/>
                <a:sym typeface="Times New Roman"/>
              </a:rPr>
              <a:t>Input prices: </a:t>
            </a:r>
            <a:r>
              <a:rPr lang="en-US" sz="2400">
                <a:solidFill>
                  <a:schemeClr val="dk1"/>
                </a:solidFill>
                <a:latin typeface="Times New Roman"/>
                <a:ea typeface="Times New Roman"/>
                <a:cs typeface="Times New Roman"/>
                <a:sym typeface="Times New Roman"/>
              </a:rPr>
              <a:t>For example, ice-cream</a:t>
            </a:r>
            <a:endParaRPr/>
          </a:p>
          <a:p>
            <a:pPr indent="-342900" lvl="0" marL="342900" rtl="0" algn="l">
              <a:spcBef>
                <a:spcPts val="1000"/>
              </a:spcBef>
              <a:spcAft>
                <a:spcPts val="0"/>
              </a:spcAft>
              <a:buSzPts val="1920"/>
              <a:buFont typeface="Noto Sans Symbols"/>
              <a:buChar char="❑"/>
            </a:pPr>
            <a:r>
              <a:rPr b="1" lang="en-US" sz="2400">
                <a:solidFill>
                  <a:schemeClr val="dk1"/>
                </a:solidFill>
                <a:latin typeface="Times New Roman"/>
                <a:ea typeface="Times New Roman"/>
                <a:cs typeface="Times New Roman"/>
                <a:sym typeface="Times New Roman"/>
              </a:rPr>
              <a:t>Technology: </a:t>
            </a:r>
            <a:r>
              <a:rPr lang="en-US" sz="2400">
                <a:solidFill>
                  <a:schemeClr val="dk1"/>
                </a:solidFill>
                <a:latin typeface="Times New Roman"/>
                <a:ea typeface="Times New Roman"/>
                <a:cs typeface="Times New Roman"/>
                <a:sym typeface="Times New Roman"/>
              </a:rPr>
              <a:t>Due to technological improvement the same output can be produced using fewer resources so the cost of production decreases. Technological advancement can increase supply.</a:t>
            </a:r>
            <a:endParaRPr/>
          </a:p>
          <a:p>
            <a:pPr indent="-342900" lvl="0" marL="342900" rtl="0" algn="l">
              <a:spcBef>
                <a:spcPts val="1000"/>
              </a:spcBef>
              <a:spcAft>
                <a:spcPts val="0"/>
              </a:spcAft>
              <a:buSzPts val="1920"/>
              <a:buFont typeface="Noto Sans Symbols"/>
              <a:buChar char="❑"/>
            </a:pPr>
            <a:r>
              <a:rPr b="1" lang="en-US" sz="2400">
                <a:solidFill>
                  <a:schemeClr val="dk1"/>
                </a:solidFill>
                <a:latin typeface="Times New Roman"/>
                <a:ea typeface="Times New Roman"/>
                <a:cs typeface="Times New Roman"/>
                <a:sym typeface="Times New Roman"/>
              </a:rPr>
              <a:t>Expectations of future prices: </a:t>
            </a:r>
            <a:r>
              <a:rPr lang="en-US" sz="2400">
                <a:solidFill>
                  <a:schemeClr val="dk1"/>
                </a:solidFill>
                <a:latin typeface="Times New Roman"/>
                <a:ea typeface="Times New Roman"/>
                <a:cs typeface="Times New Roman"/>
                <a:sym typeface="Times New Roman"/>
              </a:rPr>
              <a:t>If a seller expects the price of the goods being sold will increase in the future, then instead of selling the goods now, the seller is likely to sell the goods in the future. </a:t>
            </a:r>
            <a:endParaRPr/>
          </a:p>
          <a:p>
            <a:pPr indent="-342900" lvl="0" marL="342900" rtl="0" algn="l">
              <a:spcBef>
                <a:spcPts val="1000"/>
              </a:spcBef>
              <a:spcAft>
                <a:spcPts val="0"/>
              </a:spcAft>
              <a:buSzPts val="1920"/>
              <a:buFont typeface="Noto Sans Symbols"/>
              <a:buChar char="❑"/>
            </a:pPr>
            <a:r>
              <a:rPr b="1" lang="en-US" sz="2400">
                <a:solidFill>
                  <a:schemeClr val="dk1"/>
                </a:solidFill>
                <a:latin typeface="Times New Roman"/>
                <a:ea typeface="Times New Roman"/>
                <a:cs typeface="Times New Roman"/>
                <a:sym typeface="Times New Roman"/>
              </a:rPr>
              <a:t>Number of Sellers: </a:t>
            </a:r>
            <a:r>
              <a:rPr lang="en-US" sz="2400">
                <a:solidFill>
                  <a:schemeClr val="dk1"/>
                </a:solidFill>
                <a:latin typeface="Times New Roman"/>
                <a:ea typeface="Times New Roman"/>
                <a:cs typeface="Times New Roman"/>
                <a:sym typeface="Times New Roman"/>
              </a:rPr>
              <a:t>If the number of sellers falls, then supply will also fall. </a:t>
            </a:r>
            <a:endParaRPr/>
          </a:p>
        </p:txBody>
      </p:sp>
      <p:sp>
        <p:nvSpPr>
          <p:cNvPr id="434" name="Google Shape;434;p2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26"/>
          <p:cNvSpPr txBox="1"/>
          <p:nvPr>
            <p:ph type="title"/>
          </p:nvPr>
        </p:nvSpPr>
        <p:spPr>
          <a:xfrm>
            <a:off x="1154953"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Times New Roman"/>
              <a:buNone/>
            </a:pPr>
            <a:r>
              <a:rPr lang="en-US">
                <a:latin typeface="Times New Roman"/>
                <a:ea typeface="Times New Roman"/>
                <a:cs typeface="Times New Roman"/>
                <a:sym typeface="Times New Roman"/>
              </a:rPr>
              <a:t>Equilibrium</a:t>
            </a:r>
            <a:endParaRPr/>
          </a:p>
        </p:txBody>
      </p:sp>
      <p:sp>
        <p:nvSpPr>
          <p:cNvPr id="440" name="Google Shape;440;p26"/>
          <p:cNvSpPr txBox="1"/>
          <p:nvPr>
            <p:ph idx="1" type="body"/>
          </p:nvPr>
        </p:nvSpPr>
        <p:spPr>
          <a:xfrm>
            <a:off x="853440" y="2603500"/>
            <a:ext cx="10688319" cy="34163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920"/>
              <a:buFont typeface="Noto Sans Symbols"/>
              <a:buChar char="❑"/>
            </a:pPr>
            <a:r>
              <a:rPr b="1" lang="en-US" sz="2400">
                <a:solidFill>
                  <a:schemeClr val="dk1"/>
                </a:solidFill>
                <a:latin typeface="Times New Roman"/>
                <a:ea typeface="Times New Roman"/>
                <a:cs typeface="Times New Roman"/>
                <a:sym typeface="Times New Roman"/>
              </a:rPr>
              <a:t>Equilibrium point: </a:t>
            </a:r>
            <a:r>
              <a:rPr lang="en-US" sz="2400">
                <a:solidFill>
                  <a:schemeClr val="dk1"/>
                </a:solidFill>
                <a:latin typeface="Times New Roman"/>
                <a:ea typeface="Times New Roman"/>
                <a:cs typeface="Times New Roman"/>
                <a:sym typeface="Times New Roman"/>
              </a:rPr>
              <a:t>The equilibrium point (E) is where the demand and supply curves meet (i.e. Qd =Qs). </a:t>
            </a:r>
            <a:endParaRPr/>
          </a:p>
          <a:p>
            <a:pPr indent="-342900" lvl="0" marL="342900" rtl="0" algn="l">
              <a:spcBef>
                <a:spcPts val="1000"/>
              </a:spcBef>
              <a:spcAft>
                <a:spcPts val="0"/>
              </a:spcAft>
              <a:buSzPts val="1920"/>
              <a:buFont typeface="Noto Sans Symbols"/>
              <a:buChar char="❑"/>
            </a:pPr>
            <a:r>
              <a:rPr b="1" lang="en-US" sz="2400">
                <a:solidFill>
                  <a:schemeClr val="dk1"/>
                </a:solidFill>
                <a:latin typeface="Times New Roman"/>
                <a:ea typeface="Times New Roman"/>
                <a:cs typeface="Times New Roman"/>
                <a:sym typeface="Times New Roman"/>
              </a:rPr>
              <a:t>Equilibrium price:</a:t>
            </a:r>
            <a:r>
              <a:rPr lang="en-US" sz="2400">
                <a:solidFill>
                  <a:schemeClr val="dk1"/>
                </a:solidFill>
                <a:latin typeface="Times New Roman"/>
                <a:ea typeface="Times New Roman"/>
                <a:cs typeface="Times New Roman"/>
                <a:sym typeface="Times New Roman"/>
              </a:rPr>
              <a:t> The price that balances demand and supply.</a:t>
            </a:r>
            <a:endParaRPr/>
          </a:p>
          <a:p>
            <a:pPr indent="-342900" lvl="0" marL="342900" rtl="0" algn="l">
              <a:spcBef>
                <a:spcPts val="1000"/>
              </a:spcBef>
              <a:spcAft>
                <a:spcPts val="0"/>
              </a:spcAft>
              <a:buSzPts val="1920"/>
              <a:buFont typeface="Noto Sans Symbols"/>
              <a:buChar char="❑"/>
            </a:pPr>
            <a:r>
              <a:rPr b="1" lang="en-US" sz="2400">
                <a:solidFill>
                  <a:schemeClr val="dk1"/>
                </a:solidFill>
                <a:latin typeface="Times New Roman"/>
                <a:ea typeface="Times New Roman"/>
                <a:cs typeface="Times New Roman"/>
                <a:sym typeface="Times New Roman"/>
              </a:rPr>
              <a:t>Equilibrium quantity: </a:t>
            </a:r>
            <a:r>
              <a:rPr lang="en-US" sz="2400">
                <a:solidFill>
                  <a:schemeClr val="dk1"/>
                </a:solidFill>
                <a:latin typeface="Times New Roman"/>
                <a:ea typeface="Times New Roman"/>
                <a:cs typeface="Times New Roman"/>
                <a:sym typeface="Times New Roman"/>
              </a:rPr>
              <a:t>The quantity that balances demand and supply. </a:t>
            </a:r>
            <a:endParaRPr/>
          </a:p>
        </p:txBody>
      </p:sp>
      <p:sp>
        <p:nvSpPr>
          <p:cNvPr id="441" name="Google Shape;441;p2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27"/>
          <p:cNvSpPr txBox="1"/>
          <p:nvPr>
            <p:ph type="title"/>
          </p:nvPr>
        </p:nvSpPr>
        <p:spPr>
          <a:xfrm>
            <a:off x="1154953"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Times New Roman"/>
              <a:buNone/>
            </a:pPr>
            <a:r>
              <a:rPr lang="en-US">
                <a:latin typeface="Times New Roman"/>
                <a:ea typeface="Times New Roman"/>
                <a:cs typeface="Times New Roman"/>
                <a:sym typeface="Times New Roman"/>
              </a:rPr>
              <a:t>Equilibrium (continued)</a:t>
            </a:r>
            <a:endParaRPr/>
          </a:p>
        </p:txBody>
      </p:sp>
      <p:pic>
        <p:nvPicPr>
          <p:cNvPr id="447" name="Google Shape;447;p27"/>
          <p:cNvPicPr preferRelativeResize="0"/>
          <p:nvPr>
            <p:ph idx="1" type="body"/>
          </p:nvPr>
        </p:nvPicPr>
        <p:blipFill rotWithShape="1">
          <a:blip r:embed="rId3">
            <a:alphaModFix/>
          </a:blip>
          <a:srcRect b="0" l="0" r="0" t="0"/>
          <a:stretch/>
        </p:blipFill>
        <p:spPr>
          <a:xfrm>
            <a:off x="1584960" y="2822497"/>
            <a:ext cx="9479279" cy="3739773"/>
          </a:xfrm>
          <a:prstGeom prst="rect">
            <a:avLst/>
          </a:prstGeom>
          <a:noFill/>
          <a:ln>
            <a:noFill/>
          </a:ln>
        </p:spPr>
      </p:pic>
      <p:sp>
        <p:nvSpPr>
          <p:cNvPr id="448" name="Google Shape;448;p2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28"/>
          <p:cNvSpPr txBox="1"/>
          <p:nvPr>
            <p:ph type="title"/>
          </p:nvPr>
        </p:nvSpPr>
        <p:spPr>
          <a:xfrm>
            <a:off x="1154953"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Times New Roman"/>
              <a:buNone/>
            </a:pPr>
            <a:r>
              <a:rPr lang="en-US">
                <a:latin typeface="Times New Roman"/>
                <a:ea typeface="Times New Roman"/>
                <a:cs typeface="Times New Roman"/>
                <a:sym typeface="Times New Roman"/>
              </a:rPr>
              <a:t>References</a:t>
            </a:r>
            <a:endParaRPr/>
          </a:p>
        </p:txBody>
      </p:sp>
      <p:sp>
        <p:nvSpPr>
          <p:cNvPr id="454" name="Google Shape;454;p28"/>
          <p:cNvSpPr txBox="1"/>
          <p:nvPr>
            <p:ph idx="1" type="body"/>
          </p:nvPr>
        </p:nvSpPr>
        <p:spPr>
          <a:xfrm>
            <a:off x="1154954" y="2603500"/>
            <a:ext cx="10630645" cy="34163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920"/>
              <a:buFont typeface="Noto Sans Symbols"/>
              <a:buChar char="❑"/>
            </a:pPr>
            <a:r>
              <a:rPr lang="en-US" sz="2400">
                <a:solidFill>
                  <a:schemeClr val="dk1"/>
                </a:solidFill>
                <a:latin typeface="Times New Roman"/>
                <a:ea typeface="Times New Roman"/>
                <a:cs typeface="Times New Roman"/>
                <a:sym typeface="Times New Roman"/>
              </a:rPr>
              <a:t>Arnold, R. A. (2014) </a:t>
            </a:r>
            <a:r>
              <a:rPr i="1" lang="en-US" sz="2400">
                <a:solidFill>
                  <a:schemeClr val="dk1"/>
                </a:solidFill>
                <a:latin typeface="Times New Roman"/>
                <a:ea typeface="Times New Roman"/>
                <a:cs typeface="Times New Roman"/>
                <a:sym typeface="Times New Roman"/>
              </a:rPr>
              <a:t>Macroeconomics </a:t>
            </a:r>
            <a:r>
              <a:rPr lang="en-US" sz="2400">
                <a:solidFill>
                  <a:schemeClr val="dk1"/>
                </a:solidFill>
                <a:latin typeface="Times New Roman"/>
                <a:ea typeface="Times New Roman"/>
                <a:cs typeface="Times New Roman"/>
                <a:sym typeface="Times New Roman"/>
              </a:rPr>
              <a:t>(11</a:t>
            </a:r>
            <a:r>
              <a:rPr baseline="30000" lang="en-US" sz="2400">
                <a:solidFill>
                  <a:schemeClr val="dk1"/>
                </a:solidFill>
                <a:latin typeface="Times New Roman"/>
                <a:ea typeface="Times New Roman"/>
                <a:cs typeface="Times New Roman"/>
                <a:sym typeface="Times New Roman"/>
              </a:rPr>
              <a:t>th</a:t>
            </a:r>
            <a:r>
              <a:rPr lang="en-US" sz="2400">
                <a:solidFill>
                  <a:schemeClr val="dk1"/>
                </a:solidFill>
                <a:latin typeface="Times New Roman"/>
                <a:ea typeface="Times New Roman"/>
                <a:cs typeface="Times New Roman"/>
                <a:sym typeface="Times New Roman"/>
              </a:rPr>
              <a:t> ed.). South-Western.</a:t>
            </a:r>
            <a:endParaRPr/>
          </a:p>
          <a:p>
            <a:pPr indent="-342900" lvl="0" marL="342900" rtl="0" algn="l">
              <a:spcBef>
                <a:spcPts val="1000"/>
              </a:spcBef>
              <a:spcAft>
                <a:spcPts val="0"/>
              </a:spcAft>
              <a:buSzPts val="1920"/>
              <a:buFont typeface="Noto Sans Symbols"/>
              <a:buChar char="❑"/>
            </a:pPr>
            <a:r>
              <a:rPr lang="en-US" sz="2400">
                <a:solidFill>
                  <a:schemeClr val="dk1"/>
                </a:solidFill>
                <a:latin typeface="Times New Roman"/>
                <a:ea typeface="Times New Roman"/>
                <a:cs typeface="Times New Roman"/>
                <a:sym typeface="Times New Roman"/>
              </a:rPr>
              <a:t>Mankiw, N.G. (2018) </a:t>
            </a:r>
            <a:r>
              <a:rPr i="1" lang="en-US" sz="2400">
                <a:solidFill>
                  <a:schemeClr val="dk1"/>
                </a:solidFill>
                <a:latin typeface="Times New Roman"/>
                <a:ea typeface="Times New Roman"/>
                <a:cs typeface="Times New Roman"/>
                <a:sym typeface="Times New Roman"/>
              </a:rPr>
              <a:t>Principles of Microeconomics (</a:t>
            </a:r>
            <a:r>
              <a:rPr lang="en-US" sz="2400">
                <a:solidFill>
                  <a:schemeClr val="dk1"/>
                </a:solidFill>
                <a:latin typeface="Times New Roman"/>
                <a:ea typeface="Times New Roman"/>
                <a:cs typeface="Times New Roman"/>
                <a:sym typeface="Times New Roman"/>
              </a:rPr>
              <a:t>8</a:t>
            </a:r>
            <a:r>
              <a:rPr baseline="30000" lang="en-US" sz="2400">
                <a:solidFill>
                  <a:schemeClr val="dk1"/>
                </a:solidFill>
                <a:latin typeface="Times New Roman"/>
                <a:ea typeface="Times New Roman"/>
                <a:cs typeface="Times New Roman"/>
                <a:sym typeface="Times New Roman"/>
              </a:rPr>
              <a:t>th</a:t>
            </a:r>
            <a:r>
              <a:rPr lang="en-US" sz="2400">
                <a:solidFill>
                  <a:schemeClr val="dk1"/>
                </a:solidFill>
                <a:latin typeface="Times New Roman"/>
                <a:ea typeface="Times New Roman"/>
                <a:cs typeface="Times New Roman"/>
                <a:sym typeface="Times New Roman"/>
              </a:rPr>
              <a:t> ed.). Cengage Learning.</a:t>
            </a:r>
            <a:endParaRPr/>
          </a:p>
          <a:p>
            <a:pPr indent="-342900" lvl="0" marL="342900" rtl="0" algn="l">
              <a:spcBef>
                <a:spcPts val="1000"/>
              </a:spcBef>
              <a:spcAft>
                <a:spcPts val="0"/>
              </a:spcAft>
              <a:buSzPts val="1920"/>
              <a:buFont typeface="Noto Sans Symbols"/>
              <a:buChar char="❑"/>
            </a:pPr>
            <a:r>
              <a:rPr lang="en-US" sz="2400">
                <a:solidFill>
                  <a:schemeClr val="dk1"/>
                </a:solidFill>
                <a:latin typeface="Times New Roman"/>
                <a:ea typeface="Times New Roman"/>
                <a:cs typeface="Times New Roman"/>
                <a:sym typeface="Times New Roman"/>
              </a:rPr>
              <a:t>Nickels, W. G., McHugh, J. M. &amp; McHugh, S. (2014) </a:t>
            </a:r>
            <a:r>
              <a:rPr i="1" lang="en-US" sz="2400">
                <a:solidFill>
                  <a:schemeClr val="dk1"/>
                </a:solidFill>
                <a:latin typeface="Times New Roman"/>
                <a:ea typeface="Times New Roman"/>
                <a:cs typeface="Times New Roman"/>
                <a:sym typeface="Times New Roman"/>
              </a:rPr>
              <a:t>Understanding Business</a:t>
            </a:r>
            <a:r>
              <a:rPr lang="en-US" sz="2400">
                <a:solidFill>
                  <a:schemeClr val="dk1"/>
                </a:solidFill>
                <a:latin typeface="Times New Roman"/>
                <a:ea typeface="Times New Roman"/>
                <a:cs typeface="Times New Roman"/>
                <a:sym typeface="Times New Roman"/>
              </a:rPr>
              <a:t> (11</a:t>
            </a:r>
            <a:r>
              <a:rPr baseline="30000" lang="en-US" sz="2400">
                <a:solidFill>
                  <a:schemeClr val="dk1"/>
                </a:solidFill>
                <a:latin typeface="Times New Roman"/>
                <a:ea typeface="Times New Roman"/>
                <a:cs typeface="Times New Roman"/>
                <a:sym typeface="Times New Roman"/>
              </a:rPr>
              <a:t>th</a:t>
            </a:r>
            <a:r>
              <a:rPr lang="en-US" sz="2400">
                <a:solidFill>
                  <a:schemeClr val="dk1"/>
                </a:solidFill>
                <a:latin typeface="Times New Roman"/>
                <a:ea typeface="Times New Roman"/>
                <a:cs typeface="Times New Roman"/>
                <a:sym typeface="Times New Roman"/>
              </a:rPr>
              <a:t> ed.). McGraw-Hill. </a:t>
            </a:r>
            <a:endParaRPr/>
          </a:p>
          <a:p>
            <a:pPr indent="-251459" lvl="0" marL="342900" rtl="0" algn="l">
              <a:spcBef>
                <a:spcPts val="1000"/>
              </a:spcBef>
              <a:spcAft>
                <a:spcPts val="0"/>
              </a:spcAft>
              <a:buSzPts val="1440"/>
              <a:buFont typeface="Noto Sans Symbols"/>
              <a:buNone/>
            </a:pPr>
            <a:r>
              <a:t/>
            </a:r>
            <a:endParaRPr/>
          </a:p>
        </p:txBody>
      </p:sp>
      <p:sp>
        <p:nvSpPr>
          <p:cNvPr id="455" name="Google Shape;455;p2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29"/>
          <p:cNvSpPr txBox="1"/>
          <p:nvPr>
            <p:ph idx="1" type="body"/>
          </p:nvPr>
        </p:nvSpPr>
        <p:spPr>
          <a:xfrm>
            <a:off x="1154955" y="2603500"/>
            <a:ext cx="8761412" cy="34163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1920"/>
              <a:buNone/>
            </a:pPr>
            <a:r>
              <a:t/>
            </a:r>
            <a:endParaRPr sz="2400">
              <a:latin typeface="Times New Roman"/>
              <a:ea typeface="Times New Roman"/>
              <a:cs typeface="Times New Roman"/>
              <a:sym typeface="Times New Roman"/>
            </a:endParaRPr>
          </a:p>
          <a:p>
            <a:pPr indent="0" lvl="0" marL="0" rtl="0" algn="ctr">
              <a:spcBef>
                <a:spcPts val="1000"/>
              </a:spcBef>
              <a:spcAft>
                <a:spcPts val="0"/>
              </a:spcAft>
              <a:buSzPts val="1920"/>
              <a:buNone/>
            </a:pPr>
            <a:r>
              <a:t/>
            </a:r>
            <a:endParaRPr sz="2400">
              <a:latin typeface="Times New Roman"/>
              <a:ea typeface="Times New Roman"/>
              <a:cs typeface="Times New Roman"/>
              <a:sym typeface="Times New Roman"/>
            </a:endParaRPr>
          </a:p>
          <a:p>
            <a:pPr indent="0" lvl="0" marL="0" rtl="0" algn="ctr">
              <a:spcBef>
                <a:spcPts val="1000"/>
              </a:spcBef>
              <a:spcAft>
                <a:spcPts val="0"/>
              </a:spcAft>
              <a:buSzPts val="1920"/>
              <a:buNone/>
            </a:pPr>
            <a:r>
              <a:rPr lang="en-US" sz="2400">
                <a:latin typeface="Times New Roman"/>
                <a:ea typeface="Times New Roman"/>
                <a:cs typeface="Times New Roman"/>
                <a:sym typeface="Times New Roman"/>
              </a:rPr>
              <a:t>Thank you</a:t>
            </a:r>
            <a:endParaRPr/>
          </a:p>
        </p:txBody>
      </p:sp>
      <p:sp>
        <p:nvSpPr>
          <p:cNvPr id="461" name="Google Shape;461;p2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30"/>
          <p:cNvSpPr txBox="1"/>
          <p:nvPr>
            <p:ph idx="1" type="body"/>
          </p:nvPr>
        </p:nvSpPr>
        <p:spPr>
          <a:xfrm>
            <a:off x="762000" y="2603500"/>
            <a:ext cx="10576559" cy="34163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Font typeface="Courier New"/>
              <a:buChar char="o"/>
            </a:pPr>
            <a:r>
              <a:rPr b="0" i="1" lang="en-US" sz="2000">
                <a:solidFill>
                  <a:srgbClr val="3B3B3B"/>
                </a:solidFill>
                <a:latin typeface="Times New Roman"/>
                <a:ea typeface="Times New Roman"/>
                <a:cs typeface="Times New Roman"/>
                <a:sym typeface="Times New Roman"/>
              </a:rPr>
              <a:t>It is not from the benevolence of the butcher, the brewer, or the baker that we expect our dinner, but from their regard for their own interest.</a:t>
            </a:r>
            <a:br>
              <a:rPr b="0" i="1" lang="en-US" sz="2000">
                <a:solidFill>
                  <a:srgbClr val="3B3B3B"/>
                </a:solidFill>
                <a:latin typeface="Times New Roman"/>
                <a:ea typeface="Times New Roman"/>
                <a:cs typeface="Times New Roman"/>
                <a:sym typeface="Times New Roman"/>
              </a:rPr>
            </a:br>
            <a:r>
              <a:rPr b="1" i="0" lang="en-US" sz="2000">
                <a:solidFill>
                  <a:srgbClr val="3B3B3B"/>
                </a:solidFill>
                <a:latin typeface="Times New Roman"/>
                <a:ea typeface="Times New Roman"/>
                <a:cs typeface="Times New Roman"/>
                <a:sym typeface="Times New Roman"/>
              </a:rPr>
              <a:t>-Adam Smith</a:t>
            </a:r>
            <a:br>
              <a:rPr lang="en-US" sz="2000">
                <a:latin typeface="Times New Roman"/>
                <a:ea typeface="Times New Roman"/>
                <a:cs typeface="Times New Roman"/>
                <a:sym typeface="Times New Roman"/>
              </a:rPr>
            </a:br>
            <a:br>
              <a:rPr lang="en-US" sz="2000">
                <a:latin typeface="Times New Roman"/>
                <a:ea typeface="Times New Roman"/>
                <a:cs typeface="Times New Roman"/>
                <a:sym typeface="Times New Roman"/>
              </a:rPr>
            </a:br>
            <a:br>
              <a:rPr lang="en-US" sz="2000">
                <a:latin typeface="Times New Roman"/>
                <a:ea typeface="Times New Roman"/>
                <a:cs typeface="Times New Roman"/>
                <a:sym typeface="Times New Roman"/>
              </a:rPr>
            </a:br>
            <a:r>
              <a:rPr b="0" i="1" lang="en-US" sz="2000">
                <a:solidFill>
                  <a:srgbClr val="3B3B3B"/>
                </a:solidFill>
                <a:latin typeface="Times New Roman"/>
                <a:ea typeface="Times New Roman"/>
                <a:cs typeface="Times New Roman"/>
                <a:sym typeface="Times New Roman"/>
              </a:rPr>
              <a:t>When men are employed they are best contented.</a:t>
            </a:r>
            <a:br>
              <a:rPr b="0" i="1" lang="en-US" sz="2000">
                <a:solidFill>
                  <a:srgbClr val="3B3B3B"/>
                </a:solidFill>
                <a:latin typeface="Times New Roman"/>
                <a:ea typeface="Times New Roman"/>
                <a:cs typeface="Times New Roman"/>
                <a:sym typeface="Times New Roman"/>
              </a:rPr>
            </a:br>
            <a:r>
              <a:rPr b="1" i="0" lang="en-US" sz="2000">
                <a:solidFill>
                  <a:srgbClr val="3B3B3B"/>
                </a:solidFill>
                <a:latin typeface="Times New Roman"/>
                <a:ea typeface="Times New Roman"/>
                <a:cs typeface="Times New Roman"/>
                <a:sym typeface="Times New Roman"/>
              </a:rPr>
              <a:t>- Benjamin Franklin</a:t>
            </a:r>
            <a:endParaRPr sz="2000">
              <a:latin typeface="Times New Roman"/>
              <a:ea typeface="Times New Roman"/>
              <a:cs typeface="Times New Roman"/>
              <a:sym typeface="Times New Roman"/>
            </a:endParaRPr>
          </a:p>
        </p:txBody>
      </p:sp>
      <p:sp>
        <p:nvSpPr>
          <p:cNvPr id="467" name="Google Shape;467;p3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Ion Boardroom">
  <a:themeElements>
    <a:clrScheme name="Ion Boardroom">
      <a:dk1>
        <a:srgbClr val="000000"/>
      </a:dk1>
      <a:lt1>
        <a:srgbClr val="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2022-10-14T14:39:19Z</dcterms:created>
  <dc:creator>prioty_t@outlook.com</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