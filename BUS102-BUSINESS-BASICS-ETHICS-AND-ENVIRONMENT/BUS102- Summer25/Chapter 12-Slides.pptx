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9144000"/>
  <p:notesSz cx="6858000" cy="9144000"/>
  <p:embeddedFontLs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iWTOoKnGEAVlBbw1pRozYo7MaO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CenturyGothic-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CenturyGothic-italic.fntdata"/><Relationship Id="rId10" Type="http://schemas.openxmlformats.org/officeDocument/2006/relationships/slide" Target="slides/slide3.xml"/><Relationship Id="rId32" Type="http://schemas.openxmlformats.org/officeDocument/2006/relationships/font" Target="fonts/CenturyGothic-bold.fntdata"/><Relationship Id="rId13" Type="http://schemas.openxmlformats.org/officeDocument/2006/relationships/slide" Target="slides/slide6.xml"/><Relationship Id="rId35" Type="http://customschemas.google.com/relationships/presentationmetadata" Target="metadata"/><Relationship Id="rId12" Type="http://schemas.openxmlformats.org/officeDocument/2006/relationships/slide" Target="slides/slide5.xml"/><Relationship Id="rId34" Type="http://schemas.openxmlformats.org/officeDocument/2006/relationships/font" Target="fonts/CenturyGothic-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If this PowerPoint presentation contains mathematical equations, you may need to check that your computer has the following installed:</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 MathType Plugin</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 Math Player (free versions available)</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 NVDA Reader (free versions available)</a:t>
            </a:r>
            <a:endParaRPr/>
          </a:p>
        </p:txBody>
      </p:sp>
      <p:sp>
        <p:nvSpPr>
          <p:cNvPr id="238" name="Google Shape;238;p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i="1" lang="en-US" sz="1200"/>
              <a:t>R&amp;D=research and development, HR= human resource, PR=public relation</a:t>
            </a:r>
            <a:endParaRPr/>
          </a:p>
        </p:txBody>
      </p:sp>
      <p:sp>
        <p:nvSpPr>
          <p:cNvPr id="245" name="Google Shape;245;p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286" name="Google Shape;2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412" name="Google Shape;41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454" name="Google Shape;45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Manufacturing products are mostly tangible. On the other hand services are mostly related to actions. </a:t>
            </a:r>
            <a:endParaRPr/>
          </a:p>
        </p:txBody>
      </p:sp>
      <p:sp>
        <p:nvSpPr>
          <p:cNvPr id="489" name="Google Shape;489;p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lang="en-US"/>
              <a:t>These are some real life examples of manufacturing and service firms </a:t>
            </a:r>
            <a:endParaRPr/>
          </a:p>
        </p:txBody>
      </p:sp>
      <p:sp>
        <p:nvSpPr>
          <p:cNvPr id="512" name="Google Shape;512;p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518" name="Google Shape;51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524" name="Google Shape;52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591" name="Google Shape;5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597" name="Google Shape;59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03" name="Google Shape;60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58" name="Google Shape;65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63" name="Google Shape;66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1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200"/>
              <a:buFont typeface="Times New Roman"/>
              <a:buNone/>
            </a:pPr>
            <a:r>
              <a:rPr lang="en-US">
                <a:solidFill>
                  <a:srgbClr val="000000"/>
                </a:solidFill>
                <a:latin typeface="Times New Roman"/>
                <a:ea typeface="Times New Roman"/>
                <a:cs typeface="Times New Roman"/>
                <a:sym typeface="Times New Roman"/>
              </a:rPr>
              <a:t>Notes:</a:t>
            </a:r>
            <a:endParaRPr/>
          </a:p>
          <a:p>
            <a:pPr indent="0" lvl="0" marL="0" rtl="0" algn="l">
              <a:lnSpc>
                <a:spcPct val="100000"/>
              </a:lnSpc>
              <a:spcBef>
                <a:spcPts val="0"/>
              </a:spcBef>
              <a:spcAft>
                <a:spcPts val="0"/>
              </a:spcAft>
              <a:buClr>
                <a:srgbClr val="000000"/>
              </a:buClr>
              <a:buSzPts val="1200"/>
              <a:buFont typeface="Times New Roman"/>
              <a:buChar char="•"/>
            </a:pPr>
            <a:r>
              <a:rPr lang="en-US">
                <a:solidFill>
                  <a:srgbClr val="000000"/>
                </a:solidFill>
                <a:latin typeface="Times New Roman"/>
                <a:ea typeface="Times New Roman"/>
                <a:cs typeface="Times New Roman"/>
                <a:sym typeface="Times New Roman"/>
              </a:rPr>
              <a:t>Supply chain involves everybody, from the customer all the way to the last supplier.</a:t>
            </a:r>
            <a:endParaRPr/>
          </a:p>
          <a:p>
            <a:pPr indent="0" lvl="0" marL="0" rtl="0" algn="l">
              <a:lnSpc>
                <a:spcPct val="100000"/>
              </a:lnSpc>
              <a:spcBef>
                <a:spcPts val="0"/>
              </a:spcBef>
              <a:spcAft>
                <a:spcPts val="0"/>
              </a:spcAft>
              <a:buClr>
                <a:srgbClr val="000000"/>
              </a:buClr>
              <a:buSzPts val="1200"/>
              <a:buFont typeface="Times New Roman"/>
              <a:buChar char="•"/>
            </a:pPr>
            <a:r>
              <a:rPr lang="en-US">
                <a:solidFill>
                  <a:srgbClr val="000000"/>
                </a:solidFill>
                <a:latin typeface="Times New Roman"/>
                <a:ea typeface="Times New Roman"/>
                <a:cs typeface="Times New Roman"/>
                <a:sym typeface="Times New Roman"/>
              </a:rPr>
              <a:t>Key flows in the supply chain are - information, product, and cash. It is through these flows that a supply chain fills a customer order. The management of these flows is key to the success or failure of a firm. Give Dell &amp; Compaq example, Amazon &amp; Borders example to bring out the fact that all supply chain interaction is through these flows.</a:t>
            </a:r>
            <a:endParaRPr/>
          </a:p>
        </p:txBody>
      </p:sp>
      <p:sp>
        <p:nvSpPr>
          <p:cNvPr id="670" name="Google Shape;670;p1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77" name="Google Shape;67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1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84" name="Google Shape;68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90" name="Google Shape;69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696" name="Google Shape;69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702" name="Google Shape;70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708" name="Google Shape;7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714" name="Google Shape;71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a:p>
        </p:txBody>
      </p:sp>
      <p:sp>
        <p:nvSpPr>
          <p:cNvPr id="720" name="Google Shape;72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15" name="Shape 15"/>
        <p:cNvGrpSpPr/>
        <p:nvPr/>
      </p:nvGrpSpPr>
      <p:grpSpPr>
        <a:xfrm>
          <a:off x="0" y="0"/>
          <a:ext cx="0" cy="0"/>
          <a:chOff x="0" y="0"/>
          <a:chExt cx="0" cy="0"/>
        </a:xfrm>
      </p:grpSpPr>
      <p:sp>
        <p:nvSpPr>
          <p:cNvPr id="16" name="Google Shape;16;p29"/>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 name="Google Shape;17;p29"/>
          <p:cNvSpPr txBox="1"/>
          <p:nvPr>
            <p:ph idx="1" type="body"/>
          </p:nvPr>
        </p:nvSpPr>
        <p:spPr>
          <a:xfrm>
            <a:off x="457200" y="816429"/>
            <a:ext cx="8229600" cy="478970"/>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18" name="Google Shape;18;p29"/>
          <p:cNvSpPr txBox="1"/>
          <p:nvPr>
            <p:ph idx="2" type="body"/>
          </p:nvPr>
        </p:nvSpPr>
        <p:spPr>
          <a:xfrm>
            <a:off x="5029200" y="1600200"/>
            <a:ext cx="3657600" cy="1600198"/>
          </a:xfrm>
          <a:prstGeom prst="rect">
            <a:avLst/>
          </a:prstGeom>
          <a:noFill/>
          <a:ln>
            <a:noFill/>
          </a:ln>
        </p:spPr>
        <p:txBody>
          <a:bodyPr anchorCtr="0" anchor="b"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4400"/>
              <a:buFont typeface="Noto Sans Symbols"/>
              <a:buNone/>
              <a:defRPr b="0" i="0" sz="4400" u="none" cap="none" strike="noStrike">
                <a:solidFill>
                  <a:schemeClr val="dk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9pPr>
          </a:lstStyle>
          <a:p/>
        </p:txBody>
      </p:sp>
      <p:sp>
        <p:nvSpPr>
          <p:cNvPr id="19" name="Google Shape;19;p29"/>
          <p:cNvSpPr txBox="1"/>
          <p:nvPr>
            <p:ph idx="3" type="body"/>
          </p:nvPr>
        </p:nvSpPr>
        <p:spPr>
          <a:xfrm>
            <a:off x="5029200" y="3200400"/>
            <a:ext cx="3657600" cy="2925763"/>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200"/>
              <a:buFont typeface="Arial"/>
              <a:buNone/>
              <a:defRPr b="0" i="0" sz="2200" u="none" cap="none" strike="noStrike">
                <a:solidFill>
                  <a:schemeClr val="dk1"/>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0" name="Google Shape;20;p29"/>
          <p:cNvSpPr txBox="1"/>
          <p:nvPr>
            <p:ph idx="11" type="ftr"/>
          </p:nvPr>
        </p:nvSpPr>
        <p:spPr>
          <a:xfrm>
            <a:off x="93969" y="6165337"/>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 name="Google Shape;21;p29"/>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p29"/>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29"/>
          <p:cNvSpPr txBox="1"/>
          <p:nvPr>
            <p:ph idx="4" type="body"/>
          </p:nvPr>
        </p:nvSpPr>
        <p:spPr>
          <a:xfrm>
            <a:off x="474779" y="1500547"/>
            <a:ext cx="8229600" cy="205153"/>
          </a:xfrm>
          <a:prstGeom prst="rect">
            <a:avLst/>
          </a:prstGeom>
          <a:noFill/>
          <a:ln>
            <a:noFill/>
          </a:ln>
        </p:spPr>
        <p:txBody>
          <a:bodyPr anchorCtr="0" anchor="t" bIns="91425" lIns="91425" spcFirstLastPara="1" rIns="91425" wrap="square" tIns="91425">
            <a:normAutofit/>
          </a:bodyPr>
          <a:lstStyle>
            <a:lvl1pPr indent="-228600" lvl="0" marL="457200" marR="0" algn="l">
              <a:lnSpc>
                <a:spcPct val="9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9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9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54"/>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4"/>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 name="Google Shape;27;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8" name="Google Shape;28;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9" name="Google Shape;29;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4" name="Google Shape;34;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5" name="Google Shape;35;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0" name="Google Shape;40;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1" name="Google Shape;41;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5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7" name="Google Shape;47;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8" name="Google Shape;48;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5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5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5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6" name="Google Shape;56;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7" name="Google Shape;57;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5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1" name="Google Shape;61;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2" name="Google Shape;62;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5" name="Google Shape;65;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6" name="Google Shape;66;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0" name="Google Shape;70;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1" name="Google Shape;71;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2" name="Google Shape;72;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3" name="Google Shape;73;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p:nvPr>
            <p:ph idx="2" type="pic"/>
          </p:nvPr>
        </p:nvSpPr>
        <p:spPr>
          <a:xfrm>
            <a:off x="3887391" y="987426"/>
            <a:ext cx="4629150" cy="4873625"/>
          </a:xfrm>
          <a:prstGeom prst="rect">
            <a:avLst/>
          </a:prstGeom>
          <a:noFill/>
          <a:ln>
            <a:noFill/>
          </a:ln>
        </p:spPr>
      </p:sp>
      <p:sp>
        <p:nvSpPr>
          <p:cNvPr id="77" name="Google Shape;77;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8" name="Google Shape;78;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9" name="Google Shape;79;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0" name="Google Shape;80;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5" name="Google Shape;85;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6" name="Google Shape;86;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6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0" name="Google Shape;90;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1" name="Google Shape;91;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2" name="Google Shape;92;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E5E5E5"/>
        </a:solidFill>
      </p:bgPr>
    </p:bg>
    <p:spTree>
      <p:nvGrpSpPr>
        <p:cNvPr id="117" name="Shape 117"/>
        <p:cNvGrpSpPr/>
        <p:nvPr/>
      </p:nvGrpSpPr>
      <p:grpSpPr>
        <a:xfrm>
          <a:off x="0" y="0"/>
          <a:ext cx="0" cy="0"/>
          <a:chOff x="0" y="0"/>
          <a:chExt cx="0" cy="0"/>
        </a:xfrm>
      </p:grpSpPr>
      <p:sp>
        <p:nvSpPr>
          <p:cNvPr id="118" name="Google Shape;118;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 name="Google Shape;119;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SzPts val="2240"/>
              <a:buNone/>
              <a:defRPr/>
            </a:lvl1pPr>
            <a:lvl2pPr lvl="1" algn="ctr">
              <a:lnSpc>
                <a:spcPct val="100000"/>
              </a:lnSpc>
              <a:spcBef>
                <a:spcPts val="600"/>
              </a:spcBef>
              <a:spcAft>
                <a:spcPts val="0"/>
              </a:spcAft>
              <a:buSzPts val="2100"/>
              <a:buNone/>
              <a:defRPr/>
            </a:lvl2pPr>
            <a:lvl3pPr lvl="2" algn="ctr">
              <a:lnSpc>
                <a:spcPct val="100000"/>
              </a:lnSpc>
              <a:spcBef>
                <a:spcPts val="560"/>
              </a:spcBef>
              <a:spcAft>
                <a:spcPts val="0"/>
              </a:spcAft>
              <a:buSzPts val="1960"/>
              <a:buNone/>
              <a:defRPr/>
            </a:lvl3pPr>
            <a:lvl4pPr lvl="3" algn="ctr">
              <a:lnSpc>
                <a:spcPct val="100000"/>
              </a:lnSpc>
              <a:spcBef>
                <a:spcPts val="480"/>
              </a:spcBef>
              <a:spcAft>
                <a:spcPts val="0"/>
              </a:spcAft>
              <a:buSzPts val="1680"/>
              <a:buNone/>
              <a:defRPr/>
            </a:lvl4pPr>
            <a:lvl5pPr lvl="4" algn="ctr">
              <a:lnSpc>
                <a:spcPct val="100000"/>
              </a:lnSpc>
              <a:spcBef>
                <a:spcPts val="480"/>
              </a:spcBef>
              <a:spcAft>
                <a:spcPts val="0"/>
              </a:spcAft>
              <a:buSzPts val="1680"/>
              <a:buNone/>
              <a:defRPr/>
            </a:lvl5pPr>
            <a:lvl6pPr lvl="5" algn="ctr">
              <a:lnSpc>
                <a:spcPct val="100000"/>
              </a:lnSpc>
              <a:spcBef>
                <a:spcPts val="480"/>
              </a:spcBef>
              <a:spcAft>
                <a:spcPts val="0"/>
              </a:spcAft>
              <a:buSzPts val="1680"/>
              <a:buNone/>
              <a:defRPr/>
            </a:lvl6pPr>
            <a:lvl7pPr lvl="6" algn="ctr">
              <a:lnSpc>
                <a:spcPct val="100000"/>
              </a:lnSpc>
              <a:spcBef>
                <a:spcPts val="480"/>
              </a:spcBef>
              <a:spcAft>
                <a:spcPts val="0"/>
              </a:spcAft>
              <a:buSzPts val="1680"/>
              <a:buNone/>
              <a:defRPr/>
            </a:lvl7pPr>
            <a:lvl8pPr lvl="7" algn="ctr">
              <a:lnSpc>
                <a:spcPct val="100000"/>
              </a:lnSpc>
              <a:spcBef>
                <a:spcPts val="480"/>
              </a:spcBef>
              <a:spcAft>
                <a:spcPts val="0"/>
              </a:spcAft>
              <a:buSzPts val="1680"/>
              <a:buNone/>
              <a:defRPr/>
            </a:lvl8pPr>
            <a:lvl9pPr lvl="8" algn="ctr">
              <a:lnSpc>
                <a:spcPct val="100000"/>
              </a:lnSpc>
              <a:spcBef>
                <a:spcPts val="480"/>
              </a:spcBef>
              <a:spcAft>
                <a:spcPts val="0"/>
              </a:spcAft>
              <a:buSzPts val="168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rgbClr val="CCCCCC"/>
        </a:solidFill>
      </p:bgPr>
    </p:bg>
    <p:spTree>
      <p:nvGrpSpPr>
        <p:cNvPr id="121" name="Shape 121"/>
        <p:cNvGrpSpPr/>
        <p:nvPr/>
      </p:nvGrpSpPr>
      <p:grpSpPr>
        <a:xfrm>
          <a:off x="0" y="0"/>
          <a:ext cx="0" cy="0"/>
          <a:chOff x="0" y="0"/>
          <a:chExt cx="0" cy="0"/>
        </a:xfrm>
      </p:grpSpPr>
      <p:sp>
        <p:nvSpPr>
          <p:cNvPr id="122" name="Google Shape;122;p33"/>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3" name="Google Shape;123;p33"/>
          <p:cNvSpPr txBox="1"/>
          <p:nvPr>
            <p:ph idx="1" type="body"/>
          </p:nvPr>
        </p:nvSpPr>
        <p:spPr>
          <a:xfrm>
            <a:off x="381000" y="1238250"/>
            <a:ext cx="8739188" cy="4941888"/>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308610" lvl="4" marL="2286000" algn="l">
              <a:lnSpc>
                <a:spcPct val="100000"/>
              </a:lnSpc>
              <a:spcBef>
                <a:spcPts val="360"/>
              </a:spcBef>
              <a:spcAft>
                <a:spcPts val="0"/>
              </a:spcAft>
              <a:buSzPts val="1260"/>
              <a:buChar char="∙"/>
              <a:defRPr/>
            </a:lvl5pPr>
            <a:lvl6pPr indent="-308610" lvl="5" marL="2743200" algn="l">
              <a:lnSpc>
                <a:spcPct val="100000"/>
              </a:lnSpc>
              <a:spcBef>
                <a:spcPts val="360"/>
              </a:spcBef>
              <a:spcAft>
                <a:spcPts val="0"/>
              </a:spcAft>
              <a:buSzPts val="1260"/>
              <a:buChar char="∙"/>
              <a:defRPr/>
            </a:lvl6pPr>
            <a:lvl7pPr indent="-308610" lvl="6" marL="3200400" algn="l">
              <a:lnSpc>
                <a:spcPct val="100000"/>
              </a:lnSpc>
              <a:spcBef>
                <a:spcPts val="360"/>
              </a:spcBef>
              <a:spcAft>
                <a:spcPts val="0"/>
              </a:spcAft>
              <a:buSzPts val="1260"/>
              <a:buChar char="∙"/>
              <a:defRPr/>
            </a:lvl7pPr>
            <a:lvl8pPr indent="-308609" lvl="7" marL="3657600" algn="l">
              <a:lnSpc>
                <a:spcPct val="100000"/>
              </a:lnSpc>
              <a:spcBef>
                <a:spcPts val="360"/>
              </a:spcBef>
              <a:spcAft>
                <a:spcPts val="0"/>
              </a:spcAft>
              <a:buSzPts val="1260"/>
              <a:buChar char="∙"/>
              <a:defRPr/>
            </a:lvl8pPr>
            <a:lvl9pPr indent="-308609" lvl="8" marL="4114800" algn="l">
              <a:lnSpc>
                <a:spcPct val="100000"/>
              </a:lnSpc>
              <a:spcBef>
                <a:spcPts val="360"/>
              </a:spcBef>
              <a:spcAft>
                <a:spcPts val="0"/>
              </a:spcAft>
              <a:buSzPts val="126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 name="Google Shape;126;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1400"/>
              <a:buNone/>
              <a:defRPr sz="2000"/>
            </a:lvl1pPr>
            <a:lvl2pPr indent="-228600" lvl="1" marL="914400" algn="l">
              <a:lnSpc>
                <a:spcPct val="100000"/>
              </a:lnSpc>
              <a:spcBef>
                <a:spcPts val="360"/>
              </a:spcBef>
              <a:spcAft>
                <a:spcPts val="0"/>
              </a:spcAft>
              <a:buSzPts val="1260"/>
              <a:buNone/>
              <a:defRPr sz="1800"/>
            </a:lvl2pPr>
            <a:lvl3pPr indent="-228600" lvl="2" marL="1371600" algn="l">
              <a:lnSpc>
                <a:spcPct val="100000"/>
              </a:lnSpc>
              <a:spcBef>
                <a:spcPts val="320"/>
              </a:spcBef>
              <a:spcAft>
                <a:spcPts val="0"/>
              </a:spcAft>
              <a:buSzPts val="1120"/>
              <a:buNone/>
              <a:defRPr sz="1600"/>
            </a:lvl3pPr>
            <a:lvl4pPr indent="-228600" lvl="3" marL="1828800" algn="l">
              <a:lnSpc>
                <a:spcPct val="100000"/>
              </a:lnSpc>
              <a:spcBef>
                <a:spcPts val="280"/>
              </a:spcBef>
              <a:spcAft>
                <a:spcPts val="0"/>
              </a:spcAft>
              <a:buSzPts val="980"/>
              <a:buNone/>
              <a:defRPr sz="1400"/>
            </a:lvl4pPr>
            <a:lvl5pPr indent="-228600" lvl="4" marL="2286000" algn="l">
              <a:lnSpc>
                <a:spcPct val="100000"/>
              </a:lnSpc>
              <a:spcBef>
                <a:spcPts val="280"/>
              </a:spcBef>
              <a:spcAft>
                <a:spcPts val="0"/>
              </a:spcAft>
              <a:buSzPts val="980"/>
              <a:buNone/>
              <a:defRPr sz="1400"/>
            </a:lvl5pPr>
            <a:lvl6pPr indent="-228600" lvl="5" marL="2743200" algn="l">
              <a:lnSpc>
                <a:spcPct val="100000"/>
              </a:lnSpc>
              <a:spcBef>
                <a:spcPts val="280"/>
              </a:spcBef>
              <a:spcAft>
                <a:spcPts val="0"/>
              </a:spcAft>
              <a:buSzPts val="980"/>
              <a:buNone/>
              <a:defRPr sz="1400"/>
            </a:lvl6pPr>
            <a:lvl7pPr indent="-228600" lvl="6" marL="3200400" algn="l">
              <a:lnSpc>
                <a:spcPct val="100000"/>
              </a:lnSpc>
              <a:spcBef>
                <a:spcPts val="280"/>
              </a:spcBef>
              <a:spcAft>
                <a:spcPts val="0"/>
              </a:spcAft>
              <a:buSzPts val="980"/>
              <a:buNone/>
              <a:defRPr sz="1400"/>
            </a:lvl7pPr>
            <a:lvl8pPr indent="-228600" lvl="7" marL="3657600" algn="l">
              <a:lnSpc>
                <a:spcPct val="100000"/>
              </a:lnSpc>
              <a:spcBef>
                <a:spcPts val="280"/>
              </a:spcBef>
              <a:spcAft>
                <a:spcPts val="0"/>
              </a:spcAft>
              <a:buSzPts val="980"/>
              <a:buNone/>
              <a:defRPr sz="1400"/>
            </a:lvl8pPr>
            <a:lvl9pPr indent="-228600" lvl="8" marL="4114800" algn="l">
              <a:lnSpc>
                <a:spcPct val="100000"/>
              </a:lnSpc>
              <a:spcBef>
                <a:spcPts val="280"/>
              </a:spcBef>
              <a:spcAft>
                <a:spcPts val="0"/>
              </a:spcAft>
              <a:buSzPts val="980"/>
              <a:buNone/>
              <a:defRPr sz="1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7" name="Shape 127"/>
        <p:cNvGrpSpPr/>
        <p:nvPr/>
      </p:nvGrpSpPr>
      <p:grpSpPr>
        <a:xfrm>
          <a:off x="0" y="0"/>
          <a:ext cx="0" cy="0"/>
          <a:chOff x="0" y="0"/>
          <a:chExt cx="0" cy="0"/>
        </a:xfrm>
      </p:grpSpPr>
      <p:sp>
        <p:nvSpPr>
          <p:cNvPr id="128" name="Google Shape;128;p47"/>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 name="Google Shape;129;p47"/>
          <p:cNvSpPr txBox="1"/>
          <p:nvPr>
            <p:ph idx="1" type="body"/>
          </p:nvPr>
        </p:nvSpPr>
        <p:spPr>
          <a:xfrm>
            <a:off x="381000" y="1238250"/>
            <a:ext cx="4292600" cy="4941888"/>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08610" lvl="3" marL="1828800" algn="l">
              <a:lnSpc>
                <a:spcPct val="100000"/>
              </a:lnSpc>
              <a:spcBef>
                <a:spcPts val="360"/>
              </a:spcBef>
              <a:spcAft>
                <a:spcPts val="0"/>
              </a:spcAft>
              <a:buSzPts val="1260"/>
              <a:buChar char="∙"/>
              <a:defRPr sz="1800"/>
            </a:lvl4pPr>
            <a:lvl5pPr indent="-308610" lvl="4" marL="2286000" algn="l">
              <a:lnSpc>
                <a:spcPct val="100000"/>
              </a:lnSpc>
              <a:spcBef>
                <a:spcPts val="360"/>
              </a:spcBef>
              <a:spcAft>
                <a:spcPts val="0"/>
              </a:spcAft>
              <a:buSzPts val="1260"/>
              <a:buChar char="∙"/>
              <a:defRPr sz="1800"/>
            </a:lvl5pPr>
            <a:lvl6pPr indent="-308610" lvl="5" marL="2743200" algn="l">
              <a:lnSpc>
                <a:spcPct val="100000"/>
              </a:lnSpc>
              <a:spcBef>
                <a:spcPts val="360"/>
              </a:spcBef>
              <a:spcAft>
                <a:spcPts val="0"/>
              </a:spcAft>
              <a:buSzPts val="1260"/>
              <a:buChar char="∙"/>
              <a:defRPr sz="1800"/>
            </a:lvl6pPr>
            <a:lvl7pPr indent="-308610" lvl="6" marL="3200400" algn="l">
              <a:lnSpc>
                <a:spcPct val="100000"/>
              </a:lnSpc>
              <a:spcBef>
                <a:spcPts val="360"/>
              </a:spcBef>
              <a:spcAft>
                <a:spcPts val="0"/>
              </a:spcAft>
              <a:buSzPts val="1260"/>
              <a:buChar char="∙"/>
              <a:defRPr sz="1800"/>
            </a:lvl7pPr>
            <a:lvl8pPr indent="-308609" lvl="7" marL="3657600" algn="l">
              <a:lnSpc>
                <a:spcPct val="100000"/>
              </a:lnSpc>
              <a:spcBef>
                <a:spcPts val="360"/>
              </a:spcBef>
              <a:spcAft>
                <a:spcPts val="0"/>
              </a:spcAft>
              <a:buSzPts val="1260"/>
              <a:buChar char="∙"/>
              <a:defRPr sz="1800"/>
            </a:lvl8pPr>
            <a:lvl9pPr indent="-308609" lvl="8" marL="4114800" algn="l">
              <a:lnSpc>
                <a:spcPct val="100000"/>
              </a:lnSpc>
              <a:spcBef>
                <a:spcPts val="360"/>
              </a:spcBef>
              <a:spcAft>
                <a:spcPts val="0"/>
              </a:spcAft>
              <a:buSzPts val="1260"/>
              <a:buChar char="∙"/>
              <a:defRPr sz="1800"/>
            </a:lvl9pPr>
          </a:lstStyle>
          <a:p/>
        </p:txBody>
      </p:sp>
      <p:sp>
        <p:nvSpPr>
          <p:cNvPr id="130" name="Google Shape;130;p47"/>
          <p:cNvSpPr txBox="1"/>
          <p:nvPr>
            <p:ph idx="2" type="body"/>
          </p:nvPr>
        </p:nvSpPr>
        <p:spPr>
          <a:xfrm>
            <a:off x="4826000" y="1238250"/>
            <a:ext cx="4294188" cy="4941888"/>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08610" lvl="3" marL="1828800" algn="l">
              <a:lnSpc>
                <a:spcPct val="100000"/>
              </a:lnSpc>
              <a:spcBef>
                <a:spcPts val="360"/>
              </a:spcBef>
              <a:spcAft>
                <a:spcPts val="0"/>
              </a:spcAft>
              <a:buSzPts val="1260"/>
              <a:buChar char="∙"/>
              <a:defRPr sz="1800"/>
            </a:lvl4pPr>
            <a:lvl5pPr indent="-308610" lvl="4" marL="2286000" algn="l">
              <a:lnSpc>
                <a:spcPct val="100000"/>
              </a:lnSpc>
              <a:spcBef>
                <a:spcPts val="360"/>
              </a:spcBef>
              <a:spcAft>
                <a:spcPts val="0"/>
              </a:spcAft>
              <a:buSzPts val="1260"/>
              <a:buChar char="∙"/>
              <a:defRPr sz="1800"/>
            </a:lvl5pPr>
            <a:lvl6pPr indent="-308610" lvl="5" marL="2743200" algn="l">
              <a:lnSpc>
                <a:spcPct val="100000"/>
              </a:lnSpc>
              <a:spcBef>
                <a:spcPts val="360"/>
              </a:spcBef>
              <a:spcAft>
                <a:spcPts val="0"/>
              </a:spcAft>
              <a:buSzPts val="1260"/>
              <a:buChar char="∙"/>
              <a:defRPr sz="1800"/>
            </a:lvl6pPr>
            <a:lvl7pPr indent="-308610" lvl="6" marL="3200400" algn="l">
              <a:lnSpc>
                <a:spcPct val="100000"/>
              </a:lnSpc>
              <a:spcBef>
                <a:spcPts val="360"/>
              </a:spcBef>
              <a:spcAft>
                <a:spcPts val="0"/>
              </a:spcAft>
              <a:buSzPts val="1260"/>
              <a:buChar char="∙"/>
              <a:defRPr sz="1800"/>
            </a:lvl7pPr>
            <a:lvl8pPr indent="-308609" lvl="7" marL="3657600" algn="l">
              <a:lnSpc>
                <a:spcPct val="100000"/>
              </a:lnSpc>
              <a:spcBef>
                <a:spcPts val="360"/>
              </a:spcBef>
              <a:spcAft>
                <a:spcPts val="0"/>
              </a:spcAft>
              <a:buSzPts val="1260"/>
              <a:buChar char="∙"/>
              <a:defRPr sz="1800"/>
            </a:lvl8pPr>
            <a:lvl9pPr indent="-308609" lvl="8" marL="4114800" algn="l">
              <a:lnSpc>
                <a:spcPct val="100000"/>
              </a:lnSpc>
              <a:spcBef>
                <a:spcPts val="360"/>
              </a:spcBef>
              <a:spcAft>
                <a:spcPts val="0"/>
              </a:spcAft>
              <a:buSzPts val="1260"/>
              <a:buChar char="∙"/>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1" name="Shape 131"/>
        <p:cNvGrpSpPr/>
        <p:nvPr/>
      </p:nvGrpSpPr>
      <p:grpSpPr>
        <a:xfrm>
          <a:off x="0" y="0"/>
          <a:ext cx="0" cy="0"/>
          <a:chOff x="0" y="0"/>
          <a:chExt cx="0" cy="0"/>
        </a:xfrm>
      </p:grpSpPr>
      <p:sp>
        <p:nvSpPr>
          <p:cNvPr id="132" name="Google Shape;13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3" name="Google Shape;133;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120"/>
              <a:buNone/>
              <a:defRPr b="1" sz="1600"/>
            </a:lvl4pPr>
            <a:lvl5pPr indent="-228600" lvl="4" marL="2286000" algn="l">
              <a:lnSpc>
                <a:spcPct val="100000"/>
              </a:lnSpc>
              <a:spcBef>
                <a:spcPts val="320"/>
              </a:spcBef>
              <a:spcAft>
                <a:spcPts val="0"/>
              </a:spcAft>
              <a:buSzPts val="1120"/>
              <a:buNone/>
              <a:defRPr b="1" sz="1600"/>
            </a:lvl5pPr>
            <a:lvl6pPr indent="-228600" lvl="5" marL="2743200" algn="l">
              <a:lnSpc>
                <a:spcPct val="100000"/>
              </a:lnSpc>
              <a:spcBef>
                <a:spcPts val="320"/>
              </a:spcBef>
              <a:spcAft>
                <a:spcPts val="0"/>
              </a:spcAft>
              <a:buSzPts val="1120"/>
              <a:buNone/>
              <a:defRPr b="1" sz="1600"/>
            </a:lvl6pPr>
            <a:lvl7pPr indent="-228600" lvl="6" marL="3200400" algn="l">
              <a:lnSpc>
                <a:spcPct val="100000"/>
              </a:lnSpc>
              <a:spcBef>
                <a:spcPts val="320"/>
              </a:spcBef>
              <a:spcAft>
                <a:spcPts val="0"/>
              </a:spcAft>
              <a:buSzPts val="1120"/>
              <a:buNone/>
              <a:defRPr b="1" sz="1600"/>
            </a:lvl7pPr>
            <a:lvl8pPr indent="-228600" lvl="7" marL="3657600" algn="l">
              <a:lnSpc>
                <a:spcPct val="100000"/>
              </a:lnSpc>
              <a:spcBef>
                <a:spcPts val="320"/>
              </a:spcBef>
              <a:spcAft>
                <a:spcPts val="0"/>
              </a:spcAft>
              <a:buSzPts val="1120"/>
              <a:buNone/>
              <a:defRPr b="1" sz="1600"/>
            </a:lvl8pPr>
            <a:lvl9pPr indent="-228600" lvl="8" marL="4114800" algn="l">
              <a:lnSpc>
                <a:spcPct val="100000"/>
              </a:lnSpc>
              <a:spcBef>
                <a:spcPts val="320"/>
              </a:spcBef>
              <a:spcAft>
                <a:spcPts val="0"/>
              </a:spcAft>
              <a:buSzPts val="1120"/>
              <a:buNone/>
              <a:defRPr b="1" sz="1600"/>
            </a:lvl9pPr>
          </a:lstStyle>
          <a:p/>
        </p:txBody>
      </p:sp>
      <p:sp>
        <p:nvSpPr>
          <p:cNvPr id="134" name="Google Shape;134;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299719" lvl="3" marL="1828800" algn="l">
              <a:lnSpc>
                <a:spcPct val="100000"/>
              </a:lnSpc>
              <a:spcBef>
                <a:spcPts val="320"/>
              </a:spcBef>
              <a:spcAft>
                <a:spcPts val="0"/>
              </a:spcAft>
              <a:buSzPts val="1120"/>
              <a:buChar char="∙"/>
              <a:defRPr sz="1600"/>
            </a:lvl4pPr>
            <a:lvl5pPr indent="-299720" lvl="4" marL="2286000" algn="l">
              <a:lnSpc>
                <a:spcPct val="100000"/>
              </a:lnSpc>
              <a:spcBef>
                <a:spcPts val="320"/>
              </a:spcBef>
              <a:spcAft>
                <a:spcPts val="0"/>
              </a:spcAft>
              <a:buSzPts val="1120"/>
              <a:buChar char="∙"/>
              <a:defRPr sz="1600"/>
            </a:lvl5pPr>
            <a:lvl6pPr indent="-299720" lvl="5" marL="2743200" algn="l">
              <a:lnSpc>
                <a:spcPct val="100000"/>
              </a:lnSpc>
              <a:spcBef>
                <a:spcPts val="320"/>
              </a:spcBef>
              <a:spcAft>
                <a:spcPts val="0"/>
              </a:spcAft>
              <a:buSzPts val="1120"/>
              <a:buChar char="∙"/>
              <a:defRPr sz="1600"/>
            </a:lvl6pPr>
            <a:lvl7pPr indent="-299720" lvl="6" marL="3200400" algn="l">
              <a:lnSpc>
                <a:spcPct val="100000"/>
              </a:lnSpc>
              <a:spcBef>
                <a:spcPts val="320"/>
              </a:spcBef>
              <a:spcAft>
                <a:spcPts val="0"/>
              </a:spcAft>
              <a:buSzPts val="1120"/>
              <a:buChar char="∙"/>
              <a:defRPr sz="1600"/>
            </a:lvl7pPr>
            <a:lvl8pPr indent="-299720" lvl="7" marL="3657600" algn="l">
              <a:lnSpc>
                <a:spcPct val="100000"/>
              </a:lnSpc>
              <a:spcBef>
                <a:spcPts val="320"/>
              </a:spcBef>
              <a:spcAft>
                <a:spcPts val="0"/>
              </a:spcAft>
              <a:buSzPts val="1120"/>
              <a:buChar char="∙"/>
              <a:defRPr sz="1600"/>
            </a:lvl8pPr>
            <a:lvl9pPr indent="-299720" lvl="8" marL="4114800" algn="l">
              <a:lnSpc>
                <a:spcPct val="100000"/>
              </a:lnSpc>
              <a:spcBef>
                <a:spcPts val="320"/>
              </a:spcBef>
              <a:spcAft>
                <a:spcPts val="0"/>
              </a:spcAft>
              <a:buSzPts val="1120"/>
              <a:buChar char="∙"/>
              <a:defRPr sz="1600"/>
            </a:lvl9pPr>
          </a:lstStyle>
          <a:p/>
        </p:txBody>
      </p:sp>
      <p:sp>
        <p:nvSpPr>
          <p:cNvPr id="135" name="Google Shape;135;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120"/>
              <a:buNone/>
              <a:defRPr b="1" sz="1600"/>
            </a:lvl4pPr>
            <a:lvl5pPr indent="-228600" lvl="4" marL="2286000" algn="l">
              <a:lnSpc>
                <a:spcPct val="100000"/>
              </a:lnSpc>
              <a:spcBef>
                <a:spcPts val="320"/>
              </a:spcBef>
              <a:spcAft>
                <a:spcPts val="0"/>
              </a:spcAft>
              <a:buSzPts val="1120"/>
              <a:buNone/>
              <a:defRPr b="1" sz="1600"/>
            </a:lvl5pPr>
            <a:lvl6pPr indent="-228600" lvl="5" marL="2743200" algn="l">
              <a:lnSpc>
                <a:spcPct val="100000"/>
              </a:lnSpc>
              <a:spcBef>
                <a:spcPts val="320"/>
              </a:spcBef>
              <a:spcAft>
                <a:spcPts val="0"/>
              </a:spcAft>
              <a:buSzPts val="1120"/>
              <a:buNone/>
              <a:defRPr b="1" sz="1600"/>
            </a:lvl6pPr>
            <a:lvl7pPr indent="-228600" lvl="6" marL="3200400" algn="l">
              <a:lnSpc>
                <a:spcPct val="100000"/>
              </a:lnSpc>
              <a:spcBef>
                <a:spcPts val="320"/>
              </a:spcBef>
              <a:spcAft>
                <a:spcPts val="0"/>
              </a:spcAft>
              <a:buSzPts val="1120"/>
              <a:buNone/>
              <a:defRPr b="1" sz="1600"/>
            </a:lvl7pPr>
            <a:lvl8pPr indent="-228600" lvl="7" marL="3657600" algn="l">
              <a:lnSpc>
                <a:spcPct val="100000"/>
              </a:lnSpc>
              <a:spcBef>
                <a:spcPts val="320"/>
              </a:spcBef>
              <a:spcAft>
                <a:spcPts val="0"/>
              </a:spcAft>
              <a:buSzPts val="1120"/>
              <a:buNone/>
              <a:defRPr b="1" sz="1600"/>
            </a:lvl8pPr>
            <a:lvl9pPr indent="-228600" lvl="8" marL="4114800" algn="l">
              <a:lnSpc>
                <a:spcPct val="100000"/>
              </a:lnSpc>
              <a:spcBef>
                <a:spcPts val="320"/>
              </a:spcBef>
              <a:spcAft>
                <a:spcPts val="0"/>
              </a:spcAft>
              <a:buSzPts val="1120"/>
              <a:buNone/>
              <a:defRPr b="1" sz="1600"/>
            </a:lvl9pPr>
          </a:lstStyle>
          <a:p/>
        </p:txBody>
      </p:sp>
      <p:sp>
        <p:nvSpPr>
          <p:cNvPr id="136" name="Google Shape;136;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299719" lvl="3" marL="1828800" algn="l">
              <a:lnSpc>
                <a:spcPct val="100000"/>
              </a:lnSpc>
              <a:spcBef>
                <a:spcPts val="320"/>
              </a:spcBef>
              <a:spcAft>
                <a:spcPts val="0"/>
              </a:spcAft>
              <a:buSzPts val="1120"/>
              <a:buChar char="∙"/>
              <a:defRPr sz="1600"/>
            </a:lvl4pPr>
            <a:lvl5pPr indent="-299720" lvl="4" marL="2286000" algn="l">
              <a:lnSpc>
                <a:spcPct val="100000"/>
              </a:lnSpc>
              <a:spcBef>
                <a:spcPts val="320"/>
              </a:spcBef>
              <a:spcAft>
                <a:spcPts val="0"/>
              </a:spcAft>
              <a:buSzPts val="1120"/>
              <a:buChar char="∙"/>
              <a:defRPr sz="1600"/>
            </a:lvl5pPr>
            <a:lvl6pPr indent="-299720" lvl="5" marL="2743200" algn="l">
              <a:lnSpc>
                <a:spcPct val="100000"/>
              </a:lnSpc>
              <a:spcBef>
                <a:spcPts val="320"/>
              </a:spcBef>
              <a:spcAft>
                <a:spcPts val="0"/>
              </a:spcAft>
              <a:buSzPts val="1120"/>
              <a:buChar char="∙"/>
              <a:defRPr sz="1600"/>
            </a:lvl6pPr>
            <a:lvl7pPr indent="-299720" lvl="6" marL="3200400" algn="l">
              <a:lnSpc>
                <a:spcPct val="100000"/>
              </a:lnSpc>
              <a:spcBef>
                <a:spcPts val="320"/>
              </a:spcBef>
              <a:spcAft>
                <a:spcPts val="0"/>
              </a:spcAft>
              <a:buSzPts val="1120"/>
              <a:buChar char="∙"/>
              <a:defRPr sz="1600"/>
            </a:lvl7pPr>
            <a:lvl8pPr indent="-299720" lvl="7" marL="3657600" algn="l">
              <a:lnSpc>
                <a:spcPct val="100000"/>
              </a:lnSpc>
              <a:spcBef>
                <a:spcPts val="320"/>
              </a:spcBef>
              <a:spcAft>
                <a:spcPts val="0"/>
              </a:spcAft>
              <a:buSzPts val="1120"/>
              <a:buChar char="∙"/>
              <a:defRPr sz="1600"/>
            </a:lvl8pPr>
            <a:lvl9pPr indent="-299720" lvl="8" marL="4114800" algn="l">
              <a:lnSpc>
                <a:spcPct val="100000"/>
              </a:lnSpc>
              <a:spcBef>
                <a:spcPts val="320"/>
              </a:spcBef>
              <a:spcAft>
                <a:spcPts val="0"/>
              </a:spcAft>
              <a:buSzPts val="1120"/>
              <a:buChar char="∙"/>
              <a:defRPr sz="1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7" name="Shape 137"/>
        <p:cNvGrpSpPr/>
        <p:nvPr/>
      </p:nvGrpSpPr>
      <p:grpSpPr>
        <a:xfrm>
          <a:off x="0" y="0"/>
          <a:ext cx="0" cy="0"/>
          <a:chOff x="0" y="0"/>
          <a:chExt cx="0" cy="0"/>
        </a:xfrm>
      </p:grpSpPr>
      <p:sp>
        <p:nvSpPr>
          <p:cNvPr id="138" name="Google Shape;138;p49"/>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sp>
        <p:nvSpPr>
          <p:cNvPr id="140" name="Google Shape;140;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1" name="Google Shape;141;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lnSpc>
                <a:spcPct val="100000"/>
              </a:lnSpc>
              <a:spcBef>
                <a:spcPts val="640"/>
              </a:spcBef>
              <a:spcAft>
                <a:spcPts val="0"/>
              </a:spcAft>
              <a:buSzPts val="2240"/>
              <a:buChar char="∙"/>
              <a:defRPr sz="3200"/>
            </a:lvl1pPr>
            <a:lvl2pPr indent="-353060" lvl="1" marL="914400" algn="l">
              <a:lnSpc>
                <a:spcPct val="100000"/>
              </a:lnSpc>
              <a:spcBef>
                <a:spcPts val="560"/>
              </a:spcBef>
              <a:spcAft>
                <a:spcPts val="0"/>
              </a:spcAft>
              <a:buSzPts val="1960"/>
              <a:buChar char="∙"/>
              <a:defRPr sz="2800"/>
            </a:lvl2pPr>
            <a:lvl3pPr indent="-335280" lvl="2" marL="1371600" algn="l">
              <a:lnSpc>
                <a:spcPct val="100000"/>
              </a:lnSpc>
              <a:spcBef>
                <a:spcPts val="480"/>
              </a:spcBef>
              <a:spcAft>
                <a:spcPts val="0"/>
              </a:spcAft>
              <a:buSzPts val="1680"/>
              <a:buChar char="∙"/>
              <a:defRPr sz="2400"/>
            </a:lvl3pPr>
            <a:lvl4pPr indent="-317500" lvl="3" marL="1828800" algn="l">
              <a:lnSpc>
                <a:spcPct val="100000"/>
              </a:lnSpc>
              <a:spcBef>
                <a:spcPts val="400"/>
              </a:spcBef>
              <a:spcAft>
                <a:spcPts val="0"/>
              </a:spcAft>
              <a:buSzPts val="1400"/>
              <a:buChar char="∙"/>
              <a:defRPr sz="2000"/>
            </a:lvl4pPr>
            <a:lvl5pPr indent="-317500" lvl="4" marL="2286000" algn="l">
              <a:lnSpc>
                <a:spcPct val="100000"/>
              </a:lnSpc>
              <a:spcBef>
                <a:spcPts val="400"/>
              </a:spcBef>
              <a:spcAft>
                <a:spcPts val="0"/>
              </a:spcAft>
              <a:buSzPts val="1400"/>
              <a:buChar char="∙"/>
              <a:defRPr sz="2000"/>
            </a:lvl5pPr>
            <a:lvl6pPr indent="-317500" lvl="5" marL="2743200" algn="l">
              <a:lnSpc>
                <a:spcPct val="100000"/>
              </a:lnSpc>
              <a:spcBef>
                <a:spcPts val="400"/>
              </a:spcBef>
              <a:spcAft>
                <a:spcPts val="0"/>
              </a:spcAft>
              <a:buSzPts val="1400"/>
              <a:buChar char="∙"/>
              <a:defRPr sz="2000"/>
            </a:lvl6pPr>
            <a:lvl7pPr indent="-317500" lvl="6" marL="3200400" algn="l">
              <a:lnSpc>
                <a:spcPct val="100000"/>
              </a:lnSpc>
              <a:spcBef>
                <a:spcPts val="400"/>
              </a:spcBef>
              <a:spcAft>
                <a:spcPts val="0"/>
              </a:spcAft>
              <a:buSzPts val="1400"/>
              <a:buChar char="∙"/>
              <a:defRPr sz="2000"/>
            </a:lvl7pPr>
            <a:lvl8pPr indent="-317500" lvl="7" marL="3657600" algn="l">
              <a:lnSpc>
                <a:spcPct val="100000"/>
              </a:lnSpc>
              <a:spcBef>
                <a:spcPts val="400"/>
              </a:spcBef>
              <a:spcAft>
                <a:spcPts val="0"/>
              </a:spcAft>
              <a:buSzPts val="1400"/>
              <a:buChar char="∙"/>
              <a:defRPr sz="2000"/>
            </a:lvl8pPr>
            <a:lvl9pPr indent="-317500" lvl="8" marL="4114800" algn="l">
              <a:lnSpc>
                <a:spcPct val="100000"/>
              </a:lnSpc>
              <a:spcBef>
                <a:spcPts val="400"/>
              </a:spcBef>
              <a:spcAft>
                <a:spcPts val="0"/>
              </a:spcAft>
              <a:buSzPts val="1400"/>
              <a:buChar char="∙"/>
              <a:defRPr sz="2000"/>
            </a:lvl9pPr>
          </a:lstStyle>
          <a:p/>
        </p:txBody>
      </p:sp>
      <p:sp>
        <p:nvSpPr>
          <p:cNvPr id="142" name="Google Shape;142;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30"/>
              <a:buNone/>
              <a:defRPr sz="900"/>
            </a:lvl4pPr>
            <a:lvl5pPr indent="-228600" lvl="4" marL="2286000" algn="l">
              <a:lnSpc>
                <a:spcPct val="100000"/>
              </a:lnSpc>
              <a:spcBef>
                <a:spcPts val="180"/>
              </a:spcBef>
              <a:spcAft>
                <a:spcPts val="0"/>
              </a:spcAft>
              <a:buSzPts val="630"/>
              <a:buNone/>
              <a:defRPr sz="900"/>
            </a:lvl5pPr>
            <a:lvl6pPr indent="-228600" lvl="5" marL="2743200" algn="l">
              <a:lnSpc>
                <a:spcPct val="100000"/>
              </a:lnSpc>
              <a:spcBef>
                <a:spcPts val="180"/>
              </a:spcBef>
              <a:spcAft>
                <a:spcPts val="0"/>
              </a:spcAft>
              <a:buSzPts val="630"/>
              <a:buNone/>
              <a:defRPr sz="900"/>
            </a:lvl6pPr>
            <a:lvl7pPr indent="-228600" lvl="6" marL="3200400" algn="l">
              <a:lnSpc>
                <a:spcPct val="100000"/>
              </a:lnSpc>
              <a:spcBef>
                <a:spcPts val="180"/>
              </a:spcBef>
              <a:spcAft>
                <a:spcPts val="0"/>
              </a:spcAft>
              <a:buSzPts val="630"/>
              <a:buNone/>
              <a:defRPr sz="900"/>
            </a:lvl7pPr>
            <a:lvl8pPr indent="-228600" lvl="7" marL="3657600" algn="l">
              <a:lnSpc>
                <a:spcPct val="100000"/>
              </a:lnSpc>
              <a:spcBef>
                <a:spcPts val="180"/>
              </a:spcBef>
              <a:spcAft>
                <a:spcPts val="0"/>
              </a:spcAft>
              <a:buSzPts val="630"/>
              <a:buNone/>
              <a:defRPr sz="900"/>
            </a:lvl8pPr>
            <a:lvl9pPr indent="-228600" lvl="8" marL="4114800" algn="l">
              <a:lnSpc>
                <a:spcPct val="100000"/>
              </a:lnSpc>
              <a:spcBef>
                <a:spcPts val="180"/>
              </a:spcBef>
              <a:spcAft>
                <a:spcPts val="0"/>
              </a:spcAft>
              <a:buSzPts val="630"/>
              <a:buNone/>
              <a:defRPr sz="9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3" name="Shape 143"/>
        <p:cNvGrpSpPr/>
        <p:nvPr/>
      </p:nvGrpSpPr>
      <p:grpSpPr>
        <a:xfrm>
          <a:off x="0" y="0"/>
          <a:ext cx="0" cy="0"/>
          <a:chOff x="0" y="0"/>
          <a:chExt cx="0" cy="0"/>
        </a:xfrm>
      </p:grpSpPr>
      <p:sp>
        <p:nvSpPr>
          <p:cNvPr id="144" name="Google Shape;144;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5" name="Google Shape;145;p51"/>
          <p:cNvSpPr/>
          <p:nvPr>
            <p:ph idx="2" type="pic"/>
          </p:nvPr>
        </p:nvSpPr>
        <p:spPr>
          <a:xfrm>
            <a:off x="1792288" y="612775"/>
            <a:ext cx="5486400" cy="4114800"/>
          </a:xfrm>
          <a:prstGeom prst="rect">
            <a:avLst/>
          </a:prstGeom>
          <a:noFill/>
          <a:ln>
            <a:noFill/>
          </a:ln>
        </p:spPr>
      </p:sp>
      <p:sp>
        <p:nvSpPr>
          <p:cNvPr id="146" name="Google Shape;146;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30"/>
              <a:buNone/>
              <a:defRPr sz="900"/>
            </a:lvl4pPr>
            <a:lvl5pPr indent="-228600" lvl="4" marL="2286000" algn="l">
              <a:lnSpc>
                <a:spcPct val="100000"/>
              </a:lnSpc>
              <a:spcBef>
                <a:spcPts val="180"/>
              </a:spcBef>
              <a:spcAft>
                <a:spcPts val="0"/>
              </a:spcAft>
              <a:buSzPts val="630"/>
              <a:buNone/>
              <a:defRPr sz="900"/>
            </a:lvl5pPr>
            <a:lvl6pPr indent="-228600" lvl="5" marL="2743200" algn="l">
              <a:lnSpc>
                <a:spcPct val="100000"/>
              </a:lnSpc>
              <a:spcBef>
                <a:spcPts val="180"/>
              </a:spcBef>
              <a:spcAft>
                <a:spcPts val="0"/>
              </a:spcAft>
              <a:buSzPts val="630"/>
              <a:buNone/>
              <a:defRPr sz="900"/>
            </a:lvl6pPr>
            <a:lvl7pPr indent="-228600" lvl="6" marL="3200400" algn="l">
              <a:lnSpc>
                <a:spcPct val="100000"/>
              </a:lnSpc>
              <a:spcBef>
                <a:spcPts val="180"/>
              </a:spcBef>
              <a:spcAft>
                <a:spcPts val="0"/>
              </a:spcAft>
              <a:buSzPts val="630"/>
              <a:buNone/>
              <a:defRPr sz="900"/>
            </a:lvl7pPr>
            <a:lvl8pPr indent="-228600" lvl="7" marL="3657600" algn="l">
              <a:lnSpc>
                <a:spcPct val="100000"/>
              </a:lnSpc>
              <a:spcBef>
                <a:spcPts val="180"/>
              </a:spcBef>
              <a:spcAft>
                <a:spcPts val="0"/>
              </a:spcAft>
              <a:buSzPts val="630"/>
              <a:buNone/>
              <a:defRPr sz="900"/>
            </a:lvl8pPr>
            <a:lvl9pPr indent="-228600" lvl="8" marL="4114800" algn="l">
              <a:lnSpc>
                <a:spcPct val="100000"/>
              </a:lnSpc>
              <a:spcBef>
                <a:spcPts val="180"/>
              </a:spcBef>
              <a:spcAft>
                <a:spcPts val="0"/>
              </a:spcAft>
              <a:buSzPts val="630"/>
              <a:buNone/>
              <a:defRPr sz="9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47" name="Shape 147"/>
        <p:cNvGrpSpPr/>
        <p:nvPr/>
      </p:nvGrpSpPr>
      <p:grpSpPr>
        <a:xfrm>
          <a:off x="0" y="0"/>
          <a:ext cx="0" cy="0"/>
          <a:chOff x="0" y="0"/>
          <a:chExt cx="0" cy="0"/>
        </a:xfrm>
      </p:grpSpPr>
      <p:sp>
        <p:nvSpPr>
          <p:cNvPr id="148" name="Google Shape;148;p52"/>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9" name="Google Shape;149;p52"/>
          <p:cNvSpPr txBox="1"/>
          <p:nvPr>
            <p:ph idx="1" type="body"/>
          </p:nvPr>
        </p:nvSpPr>
        <p:spPr>
          <a:xfrm rot="5400000">
            <a:off x="2279650" y="-660400"/>
            <a:ext cx="4941888" cy="8739188"/>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308610" lvl="4" marL="2286000" algn="l">
              <a:lnSpc>
                <a:spcPct val="100000"/>
              </a:lnSpc>
              <a:spcBef>
                <a:spcPts val="360"/>
              </a:spcBef>
              <a:spcAft>
                <a:spcPts val="0"/>
              </a:spcAft>
              <a:buSzPts val="1260"/>
              <a:buChar char="∙"/>
              <a:defRPr/>
            </a:lvl5pPr>
            <a:lvl6pPr indent="-308610" lvl="5" marL="2743200" algn="l">
              <a:lnSpc>
                <a:spcPct val="100000"/>
              </a:lnSpc>
              <a:spcBef>
                <a:spcPts val="360"/>
              </a:spcBef>
              <a:spcAft>
                <a:spcPts val="0"/>
              </a:spcAft>
              <a:buSzPts val="1260"/>
              <a:buChar char="∙"/>
              <a:defRPr/>
            </a:lvl6pPr>
            <a:lvl7pPr indent="-308610" lvl="6" marL="3200400" algn="l">
              <a:lnSpc>
                <a:spcPct val="100000"/>
              </a:lnSpc>
              <a:spcBef>
                <a:spcPts val="360"/>
              </a:spcBef>
              <a:spcAft>
                <a:spcPts val="0"/>
              </a:spcAft>
              <a:buSzPts val="1260"/>
              <a:buChar char="∙"/>
              <a:defRPr/>
            </a:lvl7pPr>
            <a:lvl8pPr indent="-308609" lvl="7" marL="3657600" algn="l">
              <a:lnSpc>
                <a:spcPct val="100000"/>
              </a:lnSpc>
              <a:spcBef>
                <a:spcPts val="360"/>
              </a:spcBef>
              <a:spcAft>
                <a:spcPts val="0"/>
              </a:spcAft>
              <a:buSzPts val="1260"/>
              <a:buChar char="∙"/>
              <a:defRPr/>
            </a:lvl8pPr>
            <a:lvl9pPr indent="-308609" lvl="8" marL="4114800" algn="l">
              <a:lnSpc>
                <a:spcPct val="100000"/>
              </a:lnSpc>
              <a:spcBef>
                <a:spcPts val="360"/>
              </a:spcBef>
              <a:spcAft>
                <a:spcPts val="0"/>
              </a:spcAft>
              <a:buSzPts val="126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50" name="Shape 150"/>
        <p:cNvGrpSpPr/>
        <p:nvPr/>
      </p:nvGrpSpPr>
      <p:grpSpPr>
        <a:xfrm>
          <a:off x="0" y="0"/>
          <a:ext cx="0" cy="0"/>
          <a:chOff x="0" y="0"/>
          <a:chExt cx="0" cy="0"/>
        </a:xfrm>
      </p:grpSpPr>
      <p:sp>
        <p:nvSpPr>
          <p:cNvPr id="151" name="Google Shape;151;p53"/>
          <p:cNvSpPr txBox="1"/>
          <p:nvPr>
            <p:ph type="title"/>
          </p:nvPr>
        </p:nvSpPr>
        <p:spPr>
          <a:xfrm rot="5400000">
            <a:off x="4939506" y="1975644"/>
            <a:ext cx="6122988" cy="228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 name="Google Shape;152;p53"/>
          <p:cNvSpPr txBox="1"/>
          <p:nvPr>
            <p:ph idx="1" type="body"/>
          </p:nvPr>
        </p:nvSpPr>
        <p:spPr>
          <a:xfrm rot="5400000">
            <a:off x="291306" y="-234156"/>
            <a:ext cx="6122988" cy="67056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08610" lvl="3" marL="1828800" algn="l">
              <a:lnSpc>
                <a:spcPct val="100000"/>
              </a:lnSpc>
              <a:spcBef>
                <a:spcPts val="360"/>
              </a:spcBef>
              <a:spcAft>
                <a:spcPts val="0"/>
              </a:spcAft>
              <a:buSzPts val="1260"/>
              <a:buChar char="∙"/>
              <a:defRPr/>
            </a:lvl4pPr>
            <a:lvl5pPr indent="-308610" lvl="4" marL="2286000" algn="l">
              <a:lnSpc>
                <a:spcPct val="100000"/>
              </a:lnSpc>
              <a:spcBef>
                <a:spcPts val="360"/>
              </a:spcBef>
              <a:spcAft>
                <a:spcPts val="0"/>
              </a:spcAft>
              <a:buSzPts val="1260"/>
              <a:buChar char="∙"/>
              <a:defRPr/>
            </a:lvl5pPr>
            <a:lvl6pPr indent="-308610" lvl="5" marL="2743200" algn="l">
              <a:lnSpc>
                <a:spcPct val="100000"/>
              </a:lnSpc>
              <a:spcBef>
                <a:spcPts val="360"/>
              </a:spcBef>
              <a:spcAft>
                <a:spcPts val="0"/>
              </a:spcAft>
              <a:buSzPts val="1260"/>
              <a:buChar char="∙"/>
              <a:defRPr/>
            </a:lvl6pPr>
            <a:lvl7pPr indent="-308610" lvl="6" marL="3200400" algn="l">
              <a:lnSpc>
                <a:spcPct val="100000"/>
              </a:lnSpc>
              <a:spcBef>
                <a:spcPts val="360"/>
              </a:spcBef>
              <a:spcAft>
                <a:spcPts val="0"/>
              </a:spcAft>
              <a:buSzPts val="1260"/>
              <a:buChar char="∙"/>
              <a:defRPr/>
            </a:lvl7pPr>
            <a:lvl8pPr indent="-308609" lvl="7" marL="3657600" algn="l">
              <a:lnSpc>
                <a:spcPct val="100000"/>
              </a:lnSpc>
              <a:spcBef>
                <a:spcPts val="360"/>
              </a:spcBef>
              <a:spcAft>
                <a:spcPts val="0"/>
              </a:spcAft>
              <a:buSzPts val="1260"/>
              <a:buChar char="∙"/>
              <a:defRPr/>
            </a:lvl8pPr>
            <a:lvl9pPr indent="-308609" lvl="8" marL="4114800" algn="l">
              <a:lnSpc>
                <a:spcPct val="100000"/>
              </a:lnSpc>
              <a:spcBef>
                <a:spcPts val="360"/>
              </a:spcBef>
              <a:spcAft>
                <a:spcPts val="0"/>
              </a:spcAft>
              <a:buSzPts val="126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0" name="Shape 160"/>
        <p:cNvGrpSpPr/>
        <p:nvPr/>
      </p:nvGrpSpPr>
      <p:grpSpPr>
        <a:xfrm>
          <a:off x="0" y="0"/>
          <a:ext cx="0" cy="0"/>
          <a:chOff x="0" y="0"/>
          <a:chExt cx="0" cy="0"/>
        </a:xfrm>
      </p:grpSpPr>
      <p:sp>
        <p:nvSpPr>
          <p:cNvPr id="161" name="Google Shape;161;p3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2" name="Google Shape;162;p35"/>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3" name="Shape 163"/>
        <p:cNvGrpSpPr/>
        <p:nvPr/>
      </p:nvGrpSpPr>
      <p:grpSpPr>
        <a:xfrm>
          <a:off x="0" y="0"/>
          <a:ext cx="0" cy="0"/>
          <a:chOff x="0" y="0"/>
          <a:chExt cx="0" cy="0"/>
        </a:xfrm>
      </p:grpSpPr>
      <p:sp>
        <p:nvSpPr>
          <p:cNvPr id="164" name="Google Shape;164;p36"/>
          <p:cNvSpPr/>
          <p:nvPr/>
        </p:nvSpPr>
        <p:spPr>
          <a:xfrm>
            <a:off x="0" y="0"/>
            <a:ext cx="9144000" cy="3886200"/>
          </a:xfrm>
          <a:prstGeom prst="rect">
            <a:avLst/>
          </a:prstGeom>
          <a:solidFill>
            <a:srgbClr val="007FA3"/>
          </a:solidFill>
          <a:ln cap="flat" cmpd="sng" w="25400">
            <a:solidFill>
              <a:srgbClr val="007F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5" name="Google Shape;165;p36"/>
          <p:cNvSpPr txBox="1"/>
          <p:nvPr>
            <p:ph type="ctrTitle"/>
          </p:nvPr>
        </p:nvSpPr>
        <p:spPr>
          <a:xfrm>
            <a:off x="685800" y="762000"/>
            <a:ext cx="7772400" cy="28384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lt1"/>
              </a:buClr>
              <a:buSzPts val="3600"/>
              <a:buFont typeface="Times New Roman"/>
              <a:buNone/>
              <a:defRPr b="1" i="0" sz="3600" u="none" cap="none" strike="noStrike">
                <a:solidFill>
                  <a:schemeClr val="lt1"/>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66" name="Google Shape;166;p36"/>
          <p:cNvSpPr txBox="1"/>
          <p:nvPr>
            <p:ph idx="1" type="subTitle"/>
          </p:nvPr>
        </p:nvSpPr>
        <p:spPr>
          <a:xfrm>
            <a:off x="674687" y="3962400"/>
            <a:ext cx="7794625" cy="17526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1800"/>
              <a:buFont typeface="Arial"/>
              <a:buNone/>
              <a:defRPr b="0" i="0" sz="1800" u="none" cap="none" strike="noStrike">
                <a:solidFill>
                  <a:schemeClr val="dk1"/>
                </a:solidFill>
                <a:latin typeface="Arial"/>
                <a:ea typeface="Arial"/>
                <a:cs typeface="Arial"/>
                <a:sym typeface="Arial"/>
              </a:defRPr>
            </a:lvl1pPr>
            <a:lvl2pPr lvl="1"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2pPr>
            <a:lvl3pPr lvl="2" marR="0" algn="ctr">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lvl="3"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4pPr>
            <a:lvl5pPr lvl="4" marR="0" algn="ctr">
              <a:lnSpc>
                <a:spcPct val="100000"/>
              </a:lnSpc>
              <a:spcBef>
                <a:spcPts val="6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5pPr>
            <a:lvl6pPr lvl="5"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6pPr>
            <a:lvl7pPr lvl="6"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7pPr>
            <a:lvl8pPr lvl="7"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8pPr>
            <a:lvl9pPr lvl="8" marR="0" algn="ctr">
              <a:lnSpc>
                <a:spcPct val="100000"/>
              </a:lnSpc>
              <a:spcBef>
                <a:spcPts val="300"/>
              </a:spcBef>
              <a:spcAft>
                <a:spcPts val="0"/>
              </a:spcAft>
              <a:buClr>
                <a:srgbClr val="007FA3"/>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167" name="Google Shape;167;p36"/>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68" name="Google Shape;168;p36"/>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69" name="Google Shape;169;p36"/>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p:cSld name="Figure + Caption">
    <p:spTree>
      <p:nvGrpSpPr>
        <p:cNvPr id="170" name="Shape 170"/>
        <p:cNvGrpSpPr/>
        <p:nvPr/>
      </p:nvGrpSpPr>
      <p:grpSpPr>
        <a:xfrm>
          <a:off x="0" y="0"/>
          <a:ext cx="0" cy="0"/>
          <a:chOff x="0" y="0"/>
          <a:chExt cx="0" cy="0"/>
        </a:xfrm>
      </p:grpSpPr>
      <p:sp>
        <p:nvSpPr>
          <p:cNvPr id="171" name="Google Shape;171;p37"/>
          <p:cNvSpPr txBox="1"/>
          <p:nvPr>
            <p:ph type="title"/>
          </p:nvPr>
        </p:nvSpPr>
        <p:spPr>
          <a:xfrm>
            <a:off x="457200" y="228600"/>
            <a:ext cx="8229600" cy="1066799"/>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2" name="Google Shape;172;p37"/>
          <p:cNvSpPr txBox="1"/>
          <p:nvPr>
            <p:ph idx="1" type="body"/>
          </p:nvPr>
        </p:nvSpPr>
        <p:spPr>
          <a:xfrm>
            <a:off x="457200" y="5368160"/>
            <a:ext cx="8229600" cy="916856"/>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800"/>
              <a:buFont typeface="Arial"/>
              <a:buNone/>
              <a:defRPr b="0" i="0" sz="8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73" name="Google Shape;173;p37"/>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74" name="Google Shape;174;p37"/>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75" name="Google Shape;175;p37"/>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5 Content">
  <p:cSld name="1_Title and 5 Content">
    <p:spTree>
      <p:nvGrpSpPr>
        <p:cNvPr id="176" name="Shape 176"/>
        <p:cNvGrpSpPr/>
        <p:nvPr/>
      </p:nvGrpSpPr>
      <p:grpSpPr>
        <a:xfrm>
          <a:off x="0" y="0"/>
          <a:ext cx="0" cy="0"/>
          <a:chOff x="0" y="0"/>
          <a:chExt cx="0" cy="0"/>
        </a:xfrm>
      </p:grpSpPr>
      <p:sp>
        <p:nvSpPr>
          <p:cNvPr id="177" name="Google Shape;177;p3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78" name="Google Shape;178;p38"/>
          <p:cNvSpPr txBox="1"/>
          <p:nvPr>
            <p:ph idx="1" type="body"/>
          </p:nvPr>
        </p:nvSpPr>
        <p:spPr>
          <a:xfrm>
            <a:off x="457200" y="1600201"/>
            <a:ext cx="8229600" cy="5334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79" name="Google Shape;179;p38"/>
          <p:cNvSpPr txBox="1"/>
          <p:nvPr>
            <p:ph idx="2" type="body"/>
          </p:nvPr>
        </p:nvSpPr>
        <p:spPr>
          <a:xfrm>
            <a:off x="457200" y="2278063"/>
            <a:ext cx="8229600" cy="558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0" name="Google Shape;180;p38"/>
          <p:cNvSpPr txBox="1"/>
          <p:nvPr>
            <p:ph idx="3" type="body"/>
          </p:nvPr>
        </p:nvSpPr>
        <p:spPr>
          <a:xfrm>
            <a:off x="457200" y="2954338"/>
            <a:ext cx="8232775" cy="6096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1" name="Google Shape;181;p38"/>
          <p:cNvSpPr txBox="1"/>
          <p:nvPr>
            <p:ph idx="4" type="body"/>
          </p:nvPr>
        </p:nvSpPr>
        <p:spPr>
          <a:xfrm>
            <a:off x="457200" y="3733800"/>
            <a:ext cx="8229600" cy="5508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2" name="Google Shape;182;p38"/>
          <p:cNvSpPr txBox="1"/>
          <p:nvPr>
            <p:ph idx="5" type="body"/>
          </p:nvPr>
        </p:nvSpPr>
        <p:spPr>
          <a:xfrm>
            <a:off x="457200" y="4427538"/>
            <a:ext cx="8229600" cy="652462"/>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3" name="Google Shape;183;p38"/>
          <p:cNvSpPr txBox="1"/>
          <p:nvPr>
            <p:ph idx="6" type="body"/>
          </p:nvPr>
        </p:nvSpPr>
        <p:spPr>
          <a:xfrm>
            <a:off x="457200" y="5181600"/>
            <a:ext cx="8229600" cy="5000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5 Content">
  <p:cSld name="2_Title and 5 Content">
    <p:spTree>
      <p:nvGrpSpPr>
        <p:cNvPr id="184" name="Shape 184"/>
        <p:cNvGrpSpPr/>
        <p:nvPr/>
      </p:nvGrpSpPr>
      <p:grpSpPr>
        <a:xfrm>
          <a:off x="0" y="0"/>
          <a:ext cx="0" cy="0"/>
          <a:chOff x="0" y="0"/>
          <a:chExt cx="0" cy="0"/>
        </a:xfrm>
      </p:grpSpPr>
      <p:sp>
        <p:nvSpPr>
          <p:cNvPr id="185" name="Google Shape;185;p3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86" name="Google Shape;186;p39"/>
          <p:cNvSpPr txBox="1"/>
          <p:nvPr>
            <p:ph idx="1" type="body"/>
          </p:nvPr>
        </p:nvSpPr>
        <p:spPr>
          <a:xfrm>
            <a:off x="457200" y="1600201"/>
            <a:ext cx="8229600" cy="533400"/>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87" name="Google Shape;187;p39"/>
          <p:cNvSpPr txBox="1"/>
          <p:nvPr>
            <p:ph idx="2" type="body"/>
          </p:nvPr>
        </p:nvSpPr>
        <p:spPr>
          <a:xfrm>
            <a:off x="457200" y="2278063"/>
            <a:ext cx="8229600" cy="558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8" name="Google Shape;188;p39"/>
          <p:cNvSpPr txBox="1"/>
          <p:nvPr>
            <p:ph idx="3" type="body"/>
          </p:nvPr>
        </p:nvSpPr>
        <p:spPr>
          <a:xfrm>
            <a:off x="457200" y="2954338"/>
            <a:ext cx="8232775" cy="6096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89" name="Google Shape;189;p39"/>
          <p:cNvSpPr txBox="1"/>
          <p:nvPr>
            <p:ph idx="4" type="body"/>
          </p:nvPr>
        </p:nvSpPr>
        <p:spPr>
          <a:xfrm>
            <a:off x="457200" y="3733800"/>
            <a:ext cx="8229600" cy="5508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0" name="Google Shape;190;p39"/>
          <p:cNvSpPr txBox="1"/>
          <p:nvPr>
            <p:ph idx="5" type="body"/>
          </p:nvPr>
        </p:nvSpPr>
        <p:spPr>
          <a:xfrm>
            <a:off x="457200" y="4427538"/>
            <a:ext cx="8229600" cy="652462"/>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1" name="Google Shape;191;p39"/>
          <p:cNvSpPr txBox="1"/>
          <p:nvPr>
            <p:ph idx="6" type="body"/>
          </p:nvPr>
        </p:nvSpPr>
        <p:spPr>
          <a:xfrm>
            <a:off x="457200" y="5181600"/>
            <a:ext cx="8229600" cy="500063"/>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500"/>
              </a:spcBef>
              <a:spcAft>
                <a:spcPts val="0"/>
              </a:spcAft>
              <a:buSzPts val="16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2" name="Google Shape;192;p39"/>
          <p:cNvSpPr txBox="1"/>
          <p:nvPr>
            <p:ph idx="7" type="body"/>
          </p:nvPr>
        </p:nvSpPr>
        <p:spPr>
          <a:xfrm>
            <a:off x="457200" y="5811838"/>
            <a:ext cx="8229600" cy="4572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30200" lvl="1" marL="914400" algn="l">
              <a:lnSpc>
                <a:spcPct val="100000"/>
              </a:lnSpc>
              <a:spcBef>
                <a:spcPts val="600"/>
              </a:spcBef>
              <a:spcAft>
                <a:spcPts val="0"/>
              </a:spcAft>
              <a:buSzPts val="16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3" name="Google Shape;193;p39"/>
          <p:cNvSpPr txBox="1"/>
          <p:nvPr>
            <p:ph idx="8" type="body"/>
          </p:nvPr>
        </p:nvSpPr>
        <p:spPr>
          <a:xfrm>
            <a:off x="3657601" y="6418263"/>
            <a:ext cx="479834"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4" name="Google Shape;194;p39"/>
          <p:cNvSpPr txBox="1"/>
          <p:nvPr>
            <p:ph idx="9" type="body"/>
          </p:nvPr>
        </p:nvSpPr>
        <p:spPr>
          <a:xfrm>
            <a:off x="5503863" y="6418263"/>
            <a:ext cx="453317"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5" name="Google Shape;195;p39"/>
          <p:cNvSpPr txBox="1"/>
          <p:nvPr>
            <p:ph idx="13" type="body"/>
          </p:nvPr>
        </p:nvSpPr>
        <p:spPr>
          <a:xfrm>
            <a:off x="7200900" y="6418263"/>
            <a:ext cx="576027"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
        <p:nvSpPr>
          <p:cNvPr id="196" name="Google Shape;196;p39"/>
          <p:cNvSpPr txBox="1"/>
          <p:nvPr>
            <p:ph idx="14" type="body"/>
          </p:nvPr>
        </p:nvSpPr>
        <p:spPr>
          <a:xfrm flipH="1">
            <a:off x="7976101" y="6418263"/>
            <a:ext cx="778599" cy="29845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15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300"/>
              </a:spcBef>
              <a:spcAft>
                <a:spcPts val="0"/>
              </a:spcAft>
              <a:buSzPts val="1800"/>
              <a:buChar char="•"/>
              <a:defRPr/>
            </a:lvl6pPr>
            <a:lvl7pPr indent="-342900" lvl="6" marL="3200400" algn="l">
              <a:lnSpc>
                <a:spcPct val="100000"/>
              </a:lnSpc>
              <a:spcBef>
                <a:spcPts val="300"/>
              </a:spcBef>
              <a:spcAft>
                <a:spcPts val="0"/>
              </a:spcAft>
              <a:buSzPts val="1800"/>
              <a:buChar char="•"/>
              <a:defRPr/>
            </a:lvl7pPr>
            <a:lvl8pPr indent="-342900" lvl="7" marL="3657600" algn="l">
              <a:lnSpc>
                <a:spcPct val="100000"/>
              </a:lnSpc>
              <a:spcBef>
                <a:spcPts val="300"/>
              </a:spcBef>
              <a:spcAft>
                <a:spcPts val="0"/>
              </a:spcAft>
              <a:buSzPts val="1800"/>
              <a:buChar char="•"/>
              <a:defRPr/>
            </a:lvl8pPr>
            <a:lvl9pPr indent="-342900" lvl="8" marL="4114800" algn="l">
              <a:lnSpc>
                <a:spcPct val="100000"/>
              </a:lnSpc>
              <a:spcBef>
                <a:spcPts val="300"/>
              </a:spcBef>
              <a:spcAft>
                <a:spcPts val="0"/>
              </a:spcAft>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p:cSld name="Chapter Opener">
    <p:spTree>
      <p:nvGrpSpPr>
        <p:cNvPr id="197" name="Shape 197"/>
        <p:cNvGrpSpPr/>
        <p:nvPr/>
      </p:nvGrpSpPr>
      <p:grpSpPr>
        <a:xfrm>
          <a:off x="0" y="0"/>
          <a:ext cx="0" cy="0"/>
          <a:chOff x="0" y="0"/>
          <a:chExt cx="0" cy="0"/>
        </a:xfrm>
      </p:grpSpPr>
      <p:sp>
        <p:nvSpPr>
          <p:cNvPr id="198" name="Google Shape;198;p40"/>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99" name="Google Shape;199;p40"/>
          <p:cNvSpPr txBox="1"/>
          <p:nvPr>
            <p:ph idx="1" type="body"/>
          </p:nvPr>
        </p:nvSpPr>
        <p:spPr>
          <a:xfrm>
            <a:off x="457200" y="816429"/>
            <a:ext cx="8229600" cy="47897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000"/>
              <a:buFont typeface="Arial"/>
              <a:buNone/>
              <a:defRPr b="0" i="0" sz="20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200" name="Google Shape;200;p40"/>
          <p:cNvSpPr txBox="1"/>
          <p:nvPr>
            <p:ph idx="2" type="body"/>
          </p:nvPr>
        </p:nvSpPr>
        <p:spPr>
          <a:xfrm>
            <a:off x="5029200" y="1600200"/>
            <a:ext cx="3657600" cy="1600198"/>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4400"/>
              <a:buFont typeface="Noto Sans Symbols"/>
              <a:buNone/>
              <a:defRPr b="0" i="0" sz="44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4400"/>
              <a:buFont typeface="Arial"/>
              <a:buNone/>
              <a:defRPr b="0" i="0" sz="4400" u="none" cap="none" strike="noStrike">
                <a:solidFill>
                  <a:schemeClr val="dk1"/>
                </a:solidFill>
                <a:latin typeface="Arial"/>
                <a:ea typeface="Arial"/>
                <a:cs typeface="Arial"/>
                <a:sym typeface="Arial"/>
              </a:defRPr>
            </a:lvl9pPr>
          </a:lstStyle>
          <a:p/>
        </p:txBody>
      </p:sp>
      <p:sp>
        <p:nvSpPr>
          <p:cNvPr id="201" name="Google Shape;201;p40"/>
          <p:cNvSpPr txBox="1"/>
          <p:nvPr>
            <p:ph idx="3" type="body"/>
          </p:nvPr>
        </p:nvSpPr>
        <p:spPr>
          <a:xfrm>
            <a:off x="5029200" y="3200400"/>
            <a:ext cx="3657600" cy="292576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2200"/>
              <a:buFont typeface="Arial"/>
              <a:buNone/>
              <a:defRPr b="0" i="0" sz="2200" u="none" cap="none" strike="noStrike">
                <a:solidFill>
                  <a:schemeClr val="dk1"/>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1600"/>
              <a:buFont typeface="Noto Sans Symbols"/>
              <a:buNone/>
              <a:defRPr b="0" i="0" sz="1600" u="none" cap="none" strike="noStrike">
                <a:solidFill>
                  <a:schemeClr val="dk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202" name="Google Shape;202;p40"/>
          <p:cNvSpPr txBox="1"/>
          <p:nvPr>
            <p:ph idx="11" type="ftr"/>
          </p:nvPr>
        </p:nvSpPr>
        <p:spPr>
          <a:xfrm>
            <a:off x="93969" y="6165337"/>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03" name="Google Shape;203;p40"/>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04" name="Google Shape;204;p40"/>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earning Objectives and Content">
  <p:cSld name="Title + Learning Objectives and Content">
    <p:spTree>
      <p:nvGrpSpPr>
        <p:cNvPr id="205" name="Shape 205"/>
        <p:cNvGrpSpPr/>
        <p:nvPr/>
      </p:nvGrpSpPr>
      <p:grpSpPr>
        <a:xfrm>
          <a:off x="0" y="0"/>
          <a:ext cx="0" cy="0"/>
          <a:chOff x="0" y="0"/>
          <a:chExt cx="0" cy="0"/>
        </a:xfrm>
      </p:grpSpPr>
      <p:sp>
        <p:nvSpPr>
          <p:cNvPr id="206" name="Google Shape;206;p41"/>
          <p:cNvSpPr txBox="1"/>
          <p:nvPr>
            <p:ph type="title"/>
          </p:nvPr>
        </p:nvSpPr>
        <p:spPr>
          <a:xfrm>
            <a:off x="457200" y="215371"/>
            <a:ext cx="8229600" cy="622828"/>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07" name="Google Shape;207;p41"/>
          <p:cNvSpPr txBox="1"/>
          <p:nvPr>
            <p:ph idx="1" type="body"/>
          </p:nvPr>
        </p:nvSpPr>
        <p:spPr>
          <a:xfrm>
            <a:off x="457200" y="816429"/>
            <a:ext cx="8229600" cy="402769"/>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600"/>
              <a:buFont typeface="Arial"/>
              <a:buNone/>
              <a:defRPr b="0" i="0" sz="1600" u="none" cap="none" strike="noStrike">
                <a:solidFill>
                  <a:srgbClr val="007FA3"/>
                </a:solidFill>
                <a:latin typeface="Arial"/>
                <a:ea typeface="Arial"/>
                <a:cs typeface="Arial"/>
                <a:sym typeface="Arial"/>
              </a:defRPr>
            </a:lvl1pPr>
            <a:lvl2pPr indent="-228600" lvl="1" marL="914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2pPr>
            <a:lvl3pPr indent="-228600" lvl="2" marL="1371600" marR="0" algn="l">
              <a:lnSpc>
                <a:spcPct val="100000"/>
              </a:lnSpc>
              <a:spcBef>
                <a:spcPts val="0"/>
              </a:spcBef>
              <a:spcAft>
                <a:spcPts val="0"/>
              </a:spcAft>
              <a:buClr>
                <a:srgbClr val="007FA3"/>
              </a:buClr>
              <a:buSzPts val="2400"/>
              <a:buFont typeface="Noto Sans Symbols"/>
              <a:buNone/>
              <a:defRPr b="0" i="0" sz="2400" u="none" cap="none" strike="noStrike">
                <a:solidFill>
                  <a:schemeClr val="lt1"/>
                </a:solidFill>
                <a:latin typeface="Arial"/>
                <a:ea typeface="Arial"/>
                <a:cs typeface="Arial"/>
                <a:sym typeface="Arial"/>
              </a:defRPr>
            </a:lvl3pPr>
            <a:lvl4pPr indent="-228600" lvl="3" marL="1828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4pPr>
            <a:lvl5pPr indent="-228600" lvl="4" marL="22860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5pPr>
            <a:lvl6pPr indent="-228600" lvl="5" marL="27432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6pPr>
            <a:lvl7pPr indent="-228600" lvl="6" marL="32004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7pPr>
            <a:lvl8pPr indent="-228600" lvl="7" marL="36576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8pPr>
            <a:lvl9pPr indent="-228600" lvl="8" marL="4114800" marR="0" algn="l">
              <a:lnSpc>
                <a:spcPct val="100000"/>
              </a:lnSpc>
              <a:spcBef>
                <a:spcPts val="0"/>
              </a:spcBef>
              <a:spcAft>
                <a:spcPts val="0"/>
              </a:spcAft>
              <a:buClr>
                <a:srgbClr val="007FA3"/>
              </a:buClr>
              <a:buSzPts val="2400"/>
              <a:buFont typeface="Arial"/>
              <a:buNone/>
              <a:defRPr b="0" i="0" sz="2400" u="none" cap="none" strike="noStrike">
                <a:solidFill>
                  <a:schemeClr val="lt1"/>
                </a:solidFill>
                <a:latin typeface="Arial"/>
                <a:ea typeface="Arial"/>
                <a:cs typeface="Arial"/>
                <a:sym typeface="Arial"/>
              </a:defRPr>
            </a:lvl9pPr>
          </a:lstStyle>
          <a:p/>
        </p:txBody>
      </p:sp>
      <p:sp>
        <p:nvSpPr>
          <p:cNvPr id="208" name="Google Shape;208;p41"/>
          <p:cNvSpPr txBox="1"/>
          <p:nvPr>
            <p:ph idx="2"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09" name="Google Shape;209;p41"/>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0" name="Google Shape;210;p41"/>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1" name="Google Shape;211;p41"/>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2" name="Shape 212"/>
        <p:cNvGrpSpPr/>
        <p:nvPr/>
      </p:nvGrpSpPr>
      <p:grpSpPr>
        <a:xfrm>
          <a:off x="0" y="0"/>
          <a:ext cx="0" cy="0"/>
          <a:chOff x="0" y="0"/>
          <a:chExt cx="0" cy="0"/>
        </a:xfrm>
      </p:grpSpPr>
      <p:sp>
        <p:nvSpPr>
          <p:cNvPr id="213" name="Google Shape;213;p42"/>
          <p:cNvSpPr txBox="1"/>
          <p:nvPr>
            <p:ph type="title"/>
          </p:nvPr>
        </p:nvSpPr>
        <p:spPr>
          <a:xfrm>
            <a:off x="685800" y="1447800"/>
            <a:ext cx="7772400" cy="2152651"/>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14" name="Google Shape;214;p42"/>
          <p:cNvSpPr txBox="1"/>
          <p:nvPr>
            <p:ph idx="1" type="body"/>
          </p:nvPr>
        </p:nvSpPr>
        <p:spPr>
          <a:xfrm>
            <a:off x="674687" y="3962400"/>
            <a:ext cx="7794626" cy="17526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0"/>
              </a:spcBef>
              <a:spcAft>
                <a:spcPts val="0"/>
              </a:spcAft>
              <a:buClr>
                <a:srgbClr val="007FA3"/>
              </a:buClr>
              <a:buSzPts val="1600"/>
              <a:buFont typeface="Arial"/>
              <a:buNone/>
              <a:defRPr b="0" i="0" sz="1600" u="none" cap="none" strike="noStrike">
                <a:solidFill>
                  <a:srgbClr val="007FA3"/>
                </a:solidFill>
                <a:latin typeface="Arial"/>
                <a:ea typeface="Arial"/>
                <a:cs typeface="Arial"/>
                <a:sym typeface="Arial"/>
              </a:defRPr>
            </a:lvl1pPr>
            <a:lvl2pPr indent="-228600" lvl="1" marL="914400" marR="0" algn="l">
              <a:lnSpc>
                <a:spcPct val="100000"/>
              </a:lnSpc>
              <a:spcBef>
                <a:spcPts val="600"/>
              </a:spcBef>
              <a:spcAft>
                <a:spcPts val="0"/>
              </a:spcAft>
              <a:buClr>
                <a:srgbClr val="007FA3"/>
              </a:buClr>
              <a:buSzPts val="1800"/>
              <a:buFont typeface="Arial"/>
              <a:buNone/>
              <a:defRPr b="0" i="0" sz="1800" u="none" cap="none" strike="noStrike">
                <a:solidFill>
                  <a:srgbClr val="888888"/>
                </a:solidFill>
                <a:latin typeface="Arial"/>
                <a:ea typeface="Arial"/>
                <a:cs typeface="Arial"/>
                <a:sym typeface="Arial"/>
              </a:defRPr>
            </a:lvl2pPr>
            <a:lvl3pPr indent="-228600" lvl="2" marL="1371600" marR="0" algn="l">
              <a:lnSpc>
                <a:spcPct val="100000"/>
              </a:lnSpc>
              <a:spcBef>
                <a:spcPts val="600"/>
              </a:spcBef>
              <a:spcAft>
                <a:spcPts val="0"/>
              </a:spcAft>
              <a:buClr>
                <a:srgbClr val="007FA3"/>
              </a:buClr>
              <a:buSzPts val="1600"/>
              <a:buFont typeface="Noto Sans Symbols"/>
              <a:buNone/>
              <a:defRPr b="0" i="0" sz="1600" u="none" cap="none" strike="noStrike">
                <a:solidFill>
                  <a:srgbClr val="888888"/>
                </a:solidFill>
                <a:latin typeface="Arial"/>
                <a:ea typeface="Arial"/>
                <a:cs typeface="Arial"/>
                <a:sym typeface="Arial"/>
              </a:defRPr>
            </a:lvl3pPr>
            <a:lvl4pPr indent="-228600" lvl="3" marL="18288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4pPr>
            <a:lvl5pPr indent="-228600" lvl="4" marL="2286000" marR="0" algn="l">
              <a:lnSpc>
                <a:spcPct val="100000"/>
              </a:lnSpc>
              <a:spcBef>
                <a:spcPts val="6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5pPr>
            <a:lvl6pPr indent="-228600" lvl="5" marL="27432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6pPr>
            <a:lvl7pPr indent="-228600" lvl="6" marL="32004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7pPr>
            <a:lvl8pPr indent="-228600" lvl="7" marL="36576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8pPr>
            <a:lvl9pPr indent="-228600" lvl="8" marL="4114800" marR="0" algn="l">
              <a:lnSpc>
                <a:spcPct val="100000"/>
              </a:lnSpc>
              <a:spcBef>
                <a:spcPts val="300"/>
              </a:spcBef>
              <a:spcAft>
                <a:spcPts val="0"/>
              </a:spcAft>
              <a:buClr>
                <a:srgbClr val="007FA3"/>
              </a:buClr>
              <a:buSzPts val="1400"/>
              <a:buFont typeface="Arial"/>
              <a:buNone/>
              <a:defRPr b="0" i="0" sz="1400" u="none" cap="none" strike="noStrike">
                <a:solidFill>
                  <a:srgbClr val="888888"/>
                </a:solidFill>
                <a:latin typeface="Arial"/>
                <a:ea typeface="Arial"/>
                <a:cs typeface="Arial"/>
                <a:sym typeface="Arial"/>
              </a:defRPr>
            </a:lvl9pPr>
          </a:lstStyle>
          <a:p/>
        </p:txBody>
      </p:sp>
      <p:sp>
        <p:nvSpPr>
          <p:cNvPr id="215" name="Google Shape;215;p42"/>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6" name="Google Shape;216;p42"/>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17" name="Google Shape;217;p42"/>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218" name="Shape 218"/>
        <p:cNvGrpSpPr/>
        <p:nvPr/>
      </p:nvGrpSpPr>
      <p:grpSpPr>
        <a:xfrm>
          <a:off x="0" y="0"/>
          <a:ext cx="0" cy="0"/>
          <a:chOff x="0" y="0"/>
          <a:chExt cx="0" cy="0"/>
        </a:xfrm>
      </p:grpSpPr>
      <p:sp>
        <p:nvSpPr>
          <p:cNvPr id="219" name="Google Shape;219;p43"/>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20" name="Google Shape;220;p43"/>
          <p:cNvSpPr txBox="1"/>
          <p:nvPr>
            <p:ph idx="1" type="body"/>
          </p:nvPr>
        </p:nvSpPr>
        <p:spPr>
          <a:xfrm>
            <a:off x="457200" y="1600200"/>
            <a:ext cx="8229600" cy="21637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21" name="Google Shape;221;p43"/>
          <p:cNvSpPr txBox="1"/>
          <p:nvPr>
            <p:ph idx="2" type="body"/>
          </p:nvPr>
        </p:nvSpPr>
        <p:spPr>
          <a:xfrm>
            <a:off x="457200" y="3962400"/>
            <a:ext cx="8229600" cy="2163763"/>
          </a:xfrm>
          <a:prstGeom prst="rect">
            <a:avLst/>
          </a:prstGeom>
          <a:noFill/>
          <a:ln>
            <a:noFill/>
          </a:ln>
        </p:spPr>
        <p:txBody>
          <a:bodyPr anchorCtr="0" anchor="t" bIns="91425" lIns="91425" spcFirstLastPara="1" rIns="91425" wrap="square" tIns="91425">
            <a:noAutofit/>
          </a:bodyPr>
          <a:lstStyle>
            <a:lvl1pPr indent="-330200" lvl="0" marL="457200" marR="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17500" lvl="5" marL="27432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100000"/>
              </a:lnSpc>
              <a:spcBef>
                <a:spcPts val="300"/>
              </a:spcBef>
              <a:spcAft>
                <a:spcPts val="0"/>
              </a:spcAft>
              <a:buClr>
                <a:srgbClr val="007FA3"/>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22" name="Google Shape;222;p43"/>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3" name="Google Shape;223;p43"/>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4" name="Google Shape;224;p43"/>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5" name="Shape 225"/>
        <p:cNvGrpSpPr/>
        <p:nvPr/>
      </p:nvGrpSpPr>
      <p:grpSpPr>
        <a:xfrm>
          <a:off x="0" y="0"/>
          <a:ext cx="0" cy="0"/>
          <a:chOff x="0" y="0"/>
          <a:chExt cx="0" cy="0"/>
        </a:xfrm>
      </p:grpSpPr>
      <p:sp>
        <p:nvSpPr>
          <p:cNvPr id="226" name="Google Shape;226;p44"/>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7" name="Google Shape;227;p44"/>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algn="r">
              <a:lnSpc>
                <a:spcPct val="100000"/>
              </a:lnSpc>
              <a:spcBef>
                <a:spcPts val="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228" name="Google Shape;228;p44"/>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225"/>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p:cSld name="Learning Objectives">
    <p:spTree>
      <p:nvGrpSpPr>
        <p:cNvPr id="229" name="Shape 229"/>
        <p:cNvGrpSpPr/>
        <p:nvPr/>
      </p:nvGrpSpPr>
      <p:grpSpPr>
        <a:xfrm>
          <a:off x="0" y="0"/>
          <a:ext cx="0" cy="0"/>
          <a:chOff x="0" y="0"/>
          <a:chExt cx="0" cy="0"/>
        </a:xfrm>
      </p:grpSpPr>
      <p:sp>
        <p:nvSpPr>
          <p:cNvPr id="230" name="Google Shape;230;p4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400"/>
              <a:buNone/>
              <a:defRPr>
                <a:solidFill>
                  <a:srgbClr val="3399B5"/>
                </a:solidFill>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231" name="Google Shape;231;p45"/>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254000" lvl="0" marL="457200" algn="l">
              <a:lnSpc>
                <a:spcPct val="100000"/>
              </a:lnSpc>
              <a:spcBef>
                <a:spcPts val="1500"/>
              </a:spcBef>
              <a:spcAft>
                <a:spcPts val="0"/>
              </a:spcAft>
              <a:buClr>
                <a:srgbClr val="007FA3"/>
              </a:buClr>
              <a:buSzPts val="400"/>
              <a:buChar char="•"/>
              <a:defRPr sz="1600"/>
            </a:lvl1pPr>
            <a:lvl2pPr indent="-330200" lvl="1" marL="914400" algn="l">
              <a:lnSpc>
                <a:spcPct val="100000"/>
              </a:lnSpc>
              <a:spcBef>
                <a:spcPts val="600"/>
              </a:spcBef>
              <a:spcAft>
                <a:spcPts val="0"/>
              </a:spcAft>
              <a:buClr>
                <a:srgbClr val="007FA3"/>
              </a:buClr>
              <a:buSzPts val="1600"/>
              <a:buChar char="–"/>
              <a:defRPr sz="1600"/>
            </a:lvl2pPr>
            <a:lvl3pPr indent="-330200" lvl="2" marL="1371600" algn="l">
              <a:lnSpc>
                <a:spcPct val="100000"/>
              </a:lnSpc>
              <a:spcBef>
                <a:spcPts val="600"/>
              </a:spcBef>
              <a:spcAft>
                <a:spcPts val="0"/>
              </a:spcAft>
              <a:buClr>
                <a:srgbClr val="007FA3"/>
              </a:buClr>
              <a:buSzPts val="1600"/>
              <a:buChar char="▪"/>
              <a:defRPr sz="1600"/>
            </a:lvl3pPr>
            <a:lvl4pPr indent="-330200" lvl="3" marL="1828800" algn="l">
              <a:lnSpc>
                <a:spcPct val="100000"/>
              </a:lnSpc>
              <a:spcBef>
                <a:spcPts val="600"/>
              </a:spcBef>
              <a:spcAft>
                <a:spcPts val="0"/>
              </a:spcAft>
              <a:buClr>
                <a:srgbClr val="007FA3"/>
              </a:buClr>
              <a:buSzPts val="1600"/>
              <a:buChar char="–"/>
              <a:defRPr sz="1600"/>
            </a:lvl4pPr>
            <a:lvl5pPr indent="-330200" lvl="4" marL="2286000" algn="l">
              <a:lnSpc>
                <a:spcPct val="100000"/>
              </a:lnSpc>
              <a:spcBef>
                <a:spcPts val="600"/>
              </a:spcBef>
              <a:spcAft>
                <a:spcPts val="0"/>
              </a:spcAft>
              <a:buClr>
                <a:srgbClr val="007FA3"/>
              </a:buClr>
              <a:buSzPts val="1600"/>
              <a:buChar char="•"/>
              <a:defRPr sz="1600"/>
            </a:lvl5pPr>
            <a:lvl6pPr indent="-330200" lvl="5" marL="2743200" algn="l">
              <a:lnSpc>
                <a:spcPct val="100000"/>
              </a:lnSpc>
              <a:spcBef>
                <a:spcPts val="300"/>
              </a:spcBef>
              <a:spcAft>
                <a:spcPts val="0"/>
              </a:spcAft>
              <a:buClr>
                <a:srgbClr val="007FA3"/>
              </a:buClr>
              <a:buSzPts val="1600"/>
              <a:buChar char="•"/>
              <a:defRPr sz="1600"/>
            </a:lvl6pPr>
            <a:lvl7pPr indent="-330200" lvl="6" marL="3200400" algn="l">
              <a:lnSpc>
                <a:spcPct val="100000"/>
              </a:lnSpc>
              <a:spcBef>
                <a:spcPts val="300"/>
              </a:spcBef>
              <a:spcAft>
                <a:spcPts val="0"/>
              </a:spcAft>
              <a:buClr>
                <a:srgbClr val="007FA3"/>
              </a:buClr>
              <a:buSzPts val="1600"/>
              <a:buChar char="•"/>
              <a:defRPr sz="1600"/>
            </a:lvl7pPr>
            <a:lvl8pPr indent="-330200" lvl="7" marL="3657600" algn="l">
              <a:lnSpc>
                <a:spcPct val="100000"/>
              </a:lnSpc>
              <a:spcBef>
                <a:spcPts val="300"/>
              </a:spcBef>
              <a:spcAft>
                <a:spcPts val="0"/>
              </a:spcAft>
              <a:buClr>
                <a:srgbClr val="007FA3"/>
              </a:buClr>
              <a:buSzPts val="1600"/>
              <a:buChar char="•"/>
              <a:defRPr sz="1600"/>
            </a:lvl8pPr>
            <a:lvl9pPr indent="-330200" lvl="8" marL="4114800" algn="l">
              <a:lnSpc>
                <a:spcPct val="100000"/>
              </a:lnSpc>
              <a:spcBef>
                <a:spcPts val="300"/>
              </a:spcBef>
              <a:spcAft>
                <a:spcPts val="0"/>
              </a:spcAft>
              <a:buClr>
                <a:srgbClr val="007FA3"/>
              </a:buClr>
              <a:buSzPts val="1600"/>
              <a:buChar char="•"/>
              <a:defRPr sz="1600"/>
            </a:lvl9pPr>
          </a:lstStyle>
          <a:p/>
        </p:txBody>
      </p:sp>
      <p:sp>
        <p:nvSpPr>
          <p:cNvPr id="232" name="Google Shape;232;p45"/>
          <p:cNvSpPr txBox="1"/>
          <p:nvPr>
            <p:ph idx="11" type="ftr"/>
          </p:nvPr>
        </p:nvSpPr>
        <p:spPr>
          <a:xfrm>
            <a:off x="93969" y="6172200"/>
            <a:ext cx="8595360" cy="235463"/>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3" name="Google Shape;233;p45"/>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4" name="Google Shape;234;p45"/>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1.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30"/>
          <p:cNvSpPr/>
          <p:nvPr/>
        </p:nvSpPr>
        <p:spPr>
          <a:xfrm>
            <a:off x="11113" y="0"/>
            <a:ext cx="9144000" cy="968375"/>
          </a:xfrm>
          <a:prstGeom prst="rect">
            <a:avLst/>
          </a:prstGeom>
          <a:gradFill>
            <a:gsLst>
              <a:gs pos="0">
                <a:srgbClr val="74B632">
                  <a:alpha val="34509"/>
                </a:srgbClr>
              </a:gs>
              <a:gs pos="100000">
                <a:srgbClr val="BCDD7B">
                  <a:alpha val="27450"/>
                </a:srgbClr>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 name="Google Shape;95;p30"/>
          <p:cNvSpPr/>
          <p:nvPr/>
        </p:nvSpPr>
        <p:spPr>
          <a:xfrm rot="1048392">
            <a:off x="146050" y="100013"/>
            <a:ext cx="4364038" cy="1817687"/>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a:gsLst>
              <a:gs pos="0">
                <a:schemeClr val="accent1"/>
              </a:gs>
              <a:gs pos="100000">
                <a:srgbClr val="E0ECDA"/>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0"/>
          <p:cNvSpPr/>
          <p:nvPr/>
        </p:nvSpPr>
        <p:spPr>
          <a:xfrm>
            <a:off x="206375" y="244475"/>
            <a:ext cx="2741613" cy="1430338"/>
          </a:xfrm>
          <a:prstGeom prst="ellipse">
            <a:avLst/>
          </a:prstGeom>
          <a:no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7" name="Google Shape;97;p30"/>
          <p:cNvSpPr/>
          <p:nvPr/>
        </p:nvSpPr>
        <p:spPr>
          <a:xfrm flipH="1" rot="10800000">
            <a:off x="174625" y="1455738"/>
            <a:ext cx="8924925" cy="3609975"/>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76200">
            <a:solidFill>
              <a:srgbClr val="ECF3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0"/>
          <p:cNvSpPr/>
          <p:nvPr/>
        </p:nvSpPr>
        <p:spPr>
          <a:xfrm flipH="1" rot="10800000">
            <a:off x="184150" y="1443038"/>
            <a:ext cx="8924925" cy="3609975"/>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flat" cmpd="sng" w="76200">
            <a:solidFill>
              <a:srgbClr val="FDF8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0"/>
          <p:cNvSpPr/>
          <p:nvPr/>
        </p:nvSpPr>
        <p:spPr>
          <a:xfrm>
            <a:off x="1588" y="1412875"/>
            <a:ext cx="196850" cy="3663950"/>
          </a:xfrm>
          <a:prstGeom prst="rect">
            <a:avLst/>
          </a:prstGeom>
          <a:gradFill>
            <a:gsLst>
              <a:gs pos="0">
                <a:schemeClr val="accent2"/>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0" name="Google Shape;100;p30"/>
          <p:cNvSpPr/>
          <p:nvPr/>
        </p:nvSpPr>
        <p:spPr>
          <a:xfrm flipH="1" rot="8291696">
            <a:off x="4637088" y="219075"/>
            <a:ext cx="4364037" cy="2371725"/>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0"/>
          <p:cNvSpPr/>
          <p:nvPr/>
        </p:nvSpPr>
        <p:spPr>
          <a:xfrm flipH="1" rot="7243304">
            <a:off x="4114006" y="472281"/>
            <a:ext cx="4364038" cy="2800350"/>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lnTo>
                  <a:pt x="299" y="10800"/>
                </a:lnTo>
                <a:close/>
              </a:path>
            </a:pathLst>
          </a:custGeom>
          <a:solidFill>
            <a:srgbClr val="CDE69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0"/>
          <p:cNvSpPr/>
          <p:nvPr/>
        </p:nvSpPr>
        <p:spPr>
          <a:xfrm>
            <a:off x="111125" y="9525"/>
            <a:ext cx="4364038" cy="1889125"/>
          </a:xfrm>
          <a:custGeom>
            <a:rect b="b" l="l" r="r" t="t"/>
            <a:pathLst>
              <a:path extrusionOk="0" h="21600" w="21600">
                <a:moveTo>
                  <a:pt x="299" y="10800"/>
                </a:moveTo>
                <a:cubicBezTo>
                  <a:pt x="299" y="5000"/>
                  <a:pt x="5000" y="299"/>
                  <a:pt x="10800" y="299"/>
                </a:cubicBezTo>
                <a:cubicBezTo>
                  <a:pt x="16599" y="298"/>
                  <a:pt x="21300" y="5000"/>
                  <a:pt x="21301" y="10799"/>
                </a:cubicBezTo>
                <a:lnTo>
                  <a:pt x="21600" y="10800"/>
                </a:lnTo>
                <a:cubicBezTo>
                  <a:pt x="21600" y="4835"/>
                  <a:pt x="16764" y="0"/>
                  <a:pt x="10800" y="0"/>
                </a:cubicBezTo>
                <a:cubicBezTo>
                  <a:pt x="4835" y="0"/>
                  <a:pt x="0" y="4835"/>
                  <a:pt x="0" y="10800"/>
                </a:cubicBezTo>
                <a:close/>
              </a:path>
            </a:pathLst>
          </a:custGeom>
          <a:gradFill>
            <a:gsLst>
              <a:gs pos="0">
                <a:schemeClr val="accent1"/>
              </a:gs>
              <a:gs pos="100000">
                <a:srgbClr val="E0ECDA"/>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0"/>
          <p:cNvSpPr/>
          <p:nvPr/>
        </p:nvSpPr>
        <p:spPr>
          <a:xfrm>
            <a:off x="11113" y="6350"/>
            <a:ext cx="207962" cy="1044575"/>
          </a:xfrm>
          <a:prstGeom prst="rect">
            <a:avLst/>
          </a:prstGeom>
          <a:gradFill>
            <a:gsLst>
              <a:gs pos="0">
                <a:schemeClr val="accent1"/>
              </a:gs>
              <a:gs pos="100000">
                <a:schemeClr val="hlink"/>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4" name="Google Shape;104;p30"/>
          <p:cNvSpPr/>
          <p:nvPr/>
        </p:nvSpPr>
        <p:spPr>
          <a:xfrm>
            <a:off x="71438" y="969963"/>
            <a:ext cx="1679575" cy="71437"/>
          </a:xfrm>
          <a:prstGeom prst="rect">
            <a:avLst/>
          </a:prstGeom>
          <a:gradFill>
            <a:gsLst>
              <a:gs pos="0">
                <a:schemeClr val="hlink"/>
              </a:gs>
              <a:gs pos="100000">
                <a:srgbClr val="CEDE73"/>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5" name="Google Shape;105;p30"/>
          <p:cNvSpPr/>
          <p:nvPr/>
        </p:nvSpPr>
        <p:spPr>
          <a:xfrm>
            <a:off x="1588" y="0"/>
            <a:ext cx="77787" cy="1843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6" name="Google Shape;106;p30"/>
          <p:cNvSpPr/>
          <p:nvPr/>
        </p:nvSpPr>
        <p:spPr>
          <a:xfrm>
            <a:off x="1741488" y="969963"/>
            <a:ext cx="1679575" cy="71437"/>
          </a:xfrm>
          <a:prstGeom prst="rect">
            <a:avLst/>
          </a:prstGeom>
          <a:gradFill>
            <a:gsLst>
              <a:gs pos="0">
                <a:srgbClr val="CEDE73"/>
              </a:gs>
              <a:gs pos="100000">
                <a:schemeClr val="accent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7" name="Google Shape;107;p30"/>
          <p:cNvSpPr/>
          <p:nvPr/>
        </p:nvSpPr>
        <p:spPr>
          <a:xfrm>
            <a:off x="3411538" y="969963"/>
            <a:ext cx="1679575" cy="71437"/>
          </a:xfrm>
          <a:prstGeom prst="rect">
            <a:avLst/>
          </a:pr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8" name="Google Shape;108;p30"/>
          <p:cNvSpPr/>
          <p:nvPr/>
        </p:nvSpPr>
        <p:spPr>
          <a:xfrm>
            <a:off x="5070475" y="969963"/>
            <a:ext cx="3335338" cy="71437"/>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9" name="Google Shape;109;p30"/>
          <p:cNvSpPr/>
          <p:nvPr/>
        </p:nvSpPr>
        <p:spPr>
          <a:xfrm>
            <a:off x="73025" y="917575"/>
            <a:ext cx="9051925" cy="5940425"/>
          </a:xfrm>
          <a:prstGeom prst="rect">
            <a:avLst/>
          </a:prstGeom>
          <a:gradFill>
            <a:gsLst>
              <a:gs pos="0">
                <a:srgbClr val="FFFFFF"/>
              </a:gs>
              <a:gs pos="50000">
                <a:schemeClr val="lt1"/>
              </a:gs>
              <a:gs pos="100000">
                <a:srgbClr val="FFFFFF"/>
              </a:gs>
            </a:gsLst>
            <a:lin ang="27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0"/>
          <p:cNvSpPr txBox="1"/>
          <p:nvPr>
            <p:ph type="title"/>
          </p:nvPr>
        </p:nvSpPr>
        <p:spPr>
          <a:xfrm>
            <a:off x="0" y="57150"/>
            <a:ext cx="7669320" cy="9175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1pPr>
            <a:lvl2pPr lvl="1"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2pPr>
            <a:lvl3pPr lvl="2"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3pPr>
            <a:lvl4pPr lvl="3"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4pPr>
            <a:lvl5pPr lvl="4"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5pPr>
            <a:lvl6pPr lvl="5"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6pPr>
            <a:lvl7pPr lvl="6"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7pPr>
            <a:lvl8pPr lvl="7"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8pPr>
            <a:lvl9pPr lvl="8" marR="0" rtl="0" algn="ctr">
              <a:lnSpc>
                <a:spcPct val="100000"/>
              </a:lnSpc>
              <a:spcBef>
                <a:spcPts val="0"/>
              </a:spcBef>
              <a:spcAft>
                <a:spcPts val="0"/>
              </a:spcAft>
              <a:buClr>
                <a:srgbClr val="000000"/>
              </a:buClr>
              <a:buSzPts val="1400"/>
              <a:buFont typeface="Arial"/>
              <a:buNone/>
              <a:defRPr b="0" i="0" sz="3600" u="none" cap="none" strike="noStrike">
                <a:solidFill>
                  <a:schemeClr val="dk2"/>
                </a:solidFill>
                <a:latin typeface="Century Gothic"/>
                <a:ea typeface="Century Gothic"/>
                <a:cs typeface="Century Gothic"/>
                <a:sym typeface="Century Gothic"/>
              </a:defRPr>
            </a:lvl9pPr>
          </a:lstStyle>
          <a:p/>
        </p:txBody>
      </p:sp>
      <p:sp>
        <p:nvSpPr>
          <p:cNvPr id="111" name="Google Shape;111;p30"/>
          <p:cNvSpPr txBox="1"/>
          <p:nvPr>
            <p:ph idx="1" type="body"/>
          </p:nvPr>
        </p:nvSpPr>
        <p:spPr>
          <a:xfrm>
            <a:off x="381000" y="1238250"/>
            <a:ext cx="8739188" cy="4941888"/>
          </a:xfrm>
          <a:prstGeom prst="rect">
            <a:avLst/>
          </a:prstGeom>
          <a:noFill/>
          <a:ln>
            <a:noFill/>
          </a:ln>
        </p:spPr>
        <p:txBody>
          <a:bodyPr anchorCtr="0" anchor="t" bIns="45700" lIns="91425" spcFirstLastPara="1" rIns="91425" wrap="square" tIns="45700">
            <a:noAutofit/>
          </a:bodyPr>
          <a:lstStyle>
            <a:lvl1pPr indent="-370840" lvl="0" marL="457200" marR="0" rtl="0" algn="l">
              <a:lnSpc>
                <a:spcPct val="100000"/>
              </a:lnSpc>
              <a:spcBef>
                <a:spcPts val="640"/>
              </a:spcBef>
              <a:spcAft>
                <a:spcPts val="0"/>
              </a:spcAft>
              <a:buClr>
                <a:schemeClr val="hlink"/>
              </a:buClr>
              <a:buSzPts val="224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61950" lvl="1" marL="914400" marR="0" rtl="0" algn="l">
              <a:lnSpc>
                <a:spcPct val="100000"/>
              </a:lnSpc>
              <a:spcBef>
                <a:spcPts val="600"/>
              </a:spcBef>
              <a:spcAft>
                <a:spcPts val="0"/>
              </a:spcAft>
              <a:buClr>
                <a:schemeClr val="accent1"/>
              </a:buClr>
              <a:buSzPts val="2100"/>
              <a:buFont typeface="Noto Sans Symbols"/>
              <a:buChar char="∙"/>
              <a:defRPr b="0" i="0" sz="3000" u="none" cap="none" strike="noStrike">
                <a:solidFill>
                  <a:schemeClr val="dk1"/>
                </a:solidFill>
                <a:latin typeface="Times New Roman"/>
                <a:ea typeface="Times New Roman"/>
                <a:cs typeface="Times New Roman"/>
                <a:sym typeface="Times New Roman"/>
              </a:defRPr>
            </a:lvl2pPr>
            <a:lvl3pPr indent="-353060" lvl="2" marL="1371600" marR="0" rtl="0" algn="l">
              <a:lnSpc>
                <a:spcPct val="100000"/>
              </a:lnSpc>
              <a:spcBef>
                <a:spcPts val="560"/>
              </a:spcBef>
              <a:spcAft>
                <a:spcPts val="0"/>
              </a:spcAft>
              <a:buClr>
                <a:schemeClr val="dk2"/>
              </a:buClr>
              <a:buSzPts val="1960"/>
              <a:buFont typeface="Noto Sans Symbols"/>
              <a:buChar char="∙"/>
              <a:defRPr b="0" i="0" sz="2800" u="none" cap="none" strike="noStrike">
                <a:solidFill>
                  <a:schemeClr val="dk1"/>
                </a:solidFill>
                <a:latin typeface="Times New Roman"/>
                <a:ea typeface="Times New Roman"/>
                <a:cs typeface="Times New Roman"/>
                <a:sym typeface="Times New Roman"/>
              </a:defRPr>
            </a:lvl3pPr>
            <a:lvl4pPr indent="-335280" lvl="3" marL="1828800" marR="0" rtl="0" algn="l">
              <a:lnSpc>
                <a:spcPct val="100000"/>
              </a:lnSpc>
              <a:spcBef>
                <a:spcPts val="480"/>
              </a:spcBef>
              <a:spcAft>
                <a:spcPts val="0"/>
              </a:spcAft>
              <a:buClr>
                <a:schemeClr val="accent2"/>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4pPr>
            <a:lvl5pPr indent="-335279" lvl="4" marL="2286000" marR="0" rtl="0" algn="l">
              <a:lnSpc>
                <a:spcPct val="100000"/>
              </a:lnSpc>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5pPr>
            <a:lvl6pPr indent="-335279" lvl="5" marL="2743200" marR="0" rtl="0" algn="l">
              <a:lnSpc>
                <a:spcPct val="100000"/>
              </a:lnSpc>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6pPr>
            <a:lvl7pPr indent="-335279" lvl="6" marL="3200400" marR="0" rtl="0" algn="l">
              <a:lnSpc>
                <a:spcPct val="100000"/>
              </a:lnSpc>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7pPr>
            <a:lvl8pPr indent="-335279" lvl="7" marL="3657600" marR="0" rtl="0" algn="l">
              <a:lnSpc>
                <a:spcPct val="100000"/>
              </a:lnSpc>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8pPr>
            <a:lvl9pPr indent="-335279" lvl="8" marL="4114800" marR="0" rtl="0" algn="l">
              <a:lnSpc>
                <a:spcPct val="100000"/>
              </a:lnSpc>
              <a:spcBef>
                <a:spcPts val="480"/>
              </a:spcBef>
              <a:spcAft>
                <a:spcPts val="0"/>
              </a:spcAft>
              <a:buClr>
                <a:srgbClr val="285EA6"/>
              </a:buClr>
              <a:buSzPts val="1680"/>
              <a:buFont typeface="Noto Sans Symbols"/>
              <a:buChar char="∙"/>
              <a:defRPr b="0" i="0" sz="2400" u="none" cap="none" strike="noStrike">
                <a:solidFill>
                  <a:schemeClr val="dk1"/>
                </a:solidFill>
                <a:latin typeface="Times New Roman"/>
                <a:ea typeface="Times New Roman"/>
                <a:cs typeface="Times New Roman"/>
                <a:sym typeface="Times New Roman"/>
              </a:defRPr>
            </a:lvl9pPr>
          </a:lstStyle>
          <a:p/>
        </p:txBody>
      </p:sp>
      <p:sp>
        <p:nvSpPr>
          <p:cNvPr id="112" name="Google Shape;112;p30"/>
          <p:cNvSpPr txBox="1"/>
          <p:nvPr/>
        </p:nvSpPr>
        <p:spPr>
          <a:xfrm>
            <a:off x="152400" y="-57150"/>
            <a:ext cx="8382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600"/>
              <a:buFont typeface="Arial"/>
              <a:buNone/>
            </a:pPr>
            <a:r>
              <a:rPr b="0" i="1" lang="en-US" sz="1600" u="none" cap="none" strike="noStrike">
                <a:solidFill>
                  <a:schemeClr val="hlink"/>
                </a:solidFill>
                <a:latin typeface="Arial"/>
                <a:ea typeface="Arial"/>
                <a:cs typeface="Arial"/>
                <a:sym typeface="Arial"/>
              </a:rPr>
              <a:t>1-</a:t>
            </a:r>
            <a:fld id="{00000000-1234-1234-1234-123412341234}" type="slidenum">
              <a:rPr b="0" i="1" lang="en-US" sz="1600" u="none" cap="none" strike="noStrike">
                <a:solidFill>
                  <a:schemeClr val="hlink"/>
                </a:solidFill>
                <a:latin typeface="Arial"/>
                <a:ea typeface="Arial"/>
                <a:cs typeface="Arial"/>
                <a:sym typeface="Arial"/>
              </a:rPr>
              <a:t>‹#›</a:t>
            </a:fld>
            <a:endParaRPr b="1" i="1" sz="1600" u="none" cap="none" strike="noStrike">
              <a:solidFill>
                <a:schemeClr val="hlink"/>
              </a:solidFill>
              <a:latin typeface="Arial"/>
              <a:ea typeface="Arial"/>
              <a:cs typeface="Arial"/>
              <a:sym typeface="Arial"/>
            </a:endParaRPr>
          </a:p>
        </p:txBody>
      </p:sp>
      <p:sp>
        <p:nvSpPr>
          <p:cNvPr id="113" name="Google Shape;113;p30"/>
          <p:cNvSpPr txBox="1"/>
          <p:nvPr/>
        </p:nvSpPr>
        <p:spPr>
          <a:xfrm>
            <a:off x="704850" y="-57150"/>
            <a:ext cx="79248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1600"/>
              <a:buFont typeface="Arial"/>
              <a:buNone/>
            </a:pPr>
            <a:r>
              <a:rPr b="0" i="1" lang="en-US" sz="1600" u="none" cap="none" strike="noStrike">
                <a:solidFill>
                  <a:schemeClr val="hlink"/>
                </a:solidFill>
                <a:latin typeface="Arial"/>
                <a:ea typeface="Arial"/>
                <a:cs typeface="Arial"/>
                <a:sym typeface="Arial"/>
              </a:rPr>
              <a:t>Introduction to Operations Management</a:t>
            </a:r>
            <a:endParaRPr b="0" i="0" sz="1400" u="none" cap="none" strike="noStrike">
              <a:solidFill>
                <a:srgbClr val="000000"/>
              </a:solidFill>
              <a:latin typeface="Arial"/>
              <a:ea typeface="Arial"/>
              <a:cs typeface="Arial"/>
              <a:sym typeface="Arial"/>
            </a:endParaRPr>
          </a:p>
        </p:txBody>
      </p:sp>
      <p:sp>
        <p:nvSpPr>
          <p:cNvPr descr="Homepage | BBS - ICBM" id="114" name="Google Shape;114;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descr="Homepage | BBS - ICBM" id="115" name="Google Shape;115;p30"/>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30"/>
          <p:cNvPicPr preferRelativeResize="0"/>
          <p:nvPr/>
        </p:nvPicPr>
        <p:blipFill rotWithShape="1">
          <a:blip r:embed="rId1">
            <a:alphaModFix/>
          </a:blip>
          <a:srcRect b="0" l="0" r="0" t="0"/>
          <a:stretch/>
        </p:blipFill>
        <p:spPr>
          <a:xfrm>
            <a:off x="7699963" y="104546"/>
            <a:ext cx="1444037" cy="75928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3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155" name="Google Shape;155;p34"/>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56" name="Google Shape;156;p34"/>
          <p:cNvSpPr txBox="1"/>
          <p:nvPr>
            <p:ph idx="11" type="ftr"/>
          </p:nvPr>
        </p:nvSpPr>
        <p:spPr>
          <a:xfrm>
            <a:off x="93969" y="6172200"/>
            <a:ext cx="8595359" cy="235462"/>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7" name="Google Shape;157;p34"/>
          <p:cNvSpPr txBox="1"/>
          <p:nvPr>
            <p:ph idx="10" type="dt"/>
          </p:nvPr>
        </p:nvSpPr>
        <p:spPr>
          <a:xfrm>
            <a:off x="6335712" y="113071"/>
            <a:ext cx="2133599" cy="182879"/>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chemeClr val="lt1"/>
              </a:buClr>
              <a:buSzPts val="9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158" name="Google Shape;158;p34"/>
          <p:cNvSpPr txBox="1"/>
          <p:nvPr>
            <p:ph idx="12" type="sldNum"/>
          </p:nvPr>
        </p:nvSpPr>
        <p:spPr>
          <a:xfrm>
            <a:off x="8469311" y="113071"/>
            <a:ext cx="551783" cy="18287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225"/>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9" name="Google Shape;159;p34"/>
          <p:cNvSpPr txBox="1"/>
          <p:nvPr/>
        </p:nvSpPr>
        <p:spPr>
          <a:xfrm>
            <a:off x="2743200" y="6474315"/>
            <a:ext cx="6077663" cy="229382"/>
          </a:xfrm>
          <a:prstGeom prst="rect">
            <a:avLst/>
          </a:prstGeom>
          <a:noFill/>
          <a:ln>
            <a:noFill/>
          </a:ln>
        </p:spPr>
        <p:txBody>
          <a:bodyPr anchorCtr="0" anchor="ctr" bIns="45700" lIns="91425" spcFirstLastPara="1" rIns="91425" wrap="square" tIns="45700">
            <a:noAutofit/>
          </a:bodyPr>
          <a:lstStyle/>
          <a:p>
            <a:pPr indent="-255588" lvl="0" marL="255588" marR="0" rtl="0" algn="r">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2016, 2013 Pearson Education, Inc. All Rights Reserved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
          <p:cNvSpPr txBox="1"/>
          <p:nvPr>
            <p:ph type="title"/>
          </p:nvPr>
        </p:nvSpPr>
        <p:spPr>
          <a:xfrm>
            <a:off x="457199" y="1405601"/>
            <a:ext cx="8363663" cy="1554052"/>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rPr lang="en-US"/>
              <a:t>Operations and Supply Chain Management</a:t>
            </a:r>
            <a:br>
              <a:rPr lang="en-US"/>
            </a:br>
            <a:br>
              <a:rPr lang="en-US"/>
            </a:br>
            <a:br>
              <a:rPr lang="en-US"/>
            </a:br>
            <a:r>
              <a:rPr lang="en-US" sz="2200"/>
              <a:t>BUS102</a:t>
            </a:r>
            <a:endParaRPr>
              <a:solidFill>
                <a:schemeClr val="dk2"/>
              </a:solidFill>
            </a:endParaRPr>
          </a:p>
        </p:txBody>
      </p:sp>
      <p:sp>
        <p:nvSpPr>
          <p:cNvPr id="241" name="Google Shape;241;p1"/>
          <p:cNvSpPr txBox="1"/>
          <p:nvPr>
            <p:ph idx="2" type="body"/>
          </p:nvPr>
        </p:nvSpPr>
        <p:spPr>
          <a:xfrm>
            <a:off x="4238239" y="4505498"/>
            <a:ext cx="3657600" cy="935025"/>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SzPts val="2400"/>
              <a:buNone/>
            </a:pPr>
            <a:r>
              <a:rPr lang="en-US" sz="2400">
                <a:latin typeface="Calibri"/>
                <a:ea typeface="Calibri"/>
                <a:cs typeface="Calibri"/>
                <a:sym typeface="Calibri"/>
              </a:rPr>
              <a:t>Md Shamimul Islam, PhD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Operations Management (OM)</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595313" y="1219200"/>
            <a:ext cx="7761287" cy="15763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49" name="Google Shape;249;p2"/>
          <p:cNvSpPr/>
          <p:nvPr/>
        </p:nvSpPr>
        <p:spPr>
          <a:xfrm>
            <a:off x="0" y="914400"/>
            <a:ext cx="9144000" cy="222408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148298"/>
              </a:buClr>
              <a:buSzPts val="2800"/>
              <a:buFont typeface="Noto Sans Symbols"/>
              <a:buNone/>
            </a:pPr>
            <a:r>
              <a:rPr b="1" i="0" lang="en-US" sz="2800" u="none" cap="none" strike="noStrike">
                <a:solidFill>
                  <a:srgbClr val="148298"/>
                </a:solidFill>
                <a:latin typeface="Arial"/>
                <a:ea typeface="Arial"/>
                <a:cs typeface="Arial"/>
                <a:sym typeface="Arial"/>
              </a:rPr>
              <a:t>Definition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148298"/>
              </a:buClr>
              <a:buSzPts val="2800"/>
              <a:buFont typeface="Noto Sans Symbols"/>
              <a:buNone/>
            </a:pPr>
            <a:r>
              <a:rPr b="0" i="0" lang="en-US" sz="2800" u="none" cap="none" strike="noStrike">
                <a:solidFill>
                  <a:srgbClr val="148298"/>
                </a:solidFill>
                <a:latin typeface="Arial"/>
                <a:ea typeface="Arial"/>
                <a:cs typeface="Arial"/>
                <a:sym typeface="Arial"/>
              </a:rPr>
              <a:t>OM is the management of systems, which transform inputs into </a:t>
            </a:r>
            <a:r>
              <a:rPr b="1" i="0" lang="en-US" sz="2800" u="sng" cap="none" strike="noStrike">
                <a:solidFill>
                  <a:srgbClr val="148298"/>
                </a:solidFill>
                <a:latin typeface="Arial"/>
                <a:ea typeface="Arial"/>
                <a:cs typeface="Arial"/>
                <a:sym typeface="Arial"/>
              </a:rPr>
              <a:t>value-added</a:t>
            </a:r>
            <a:r>
              <a:rPr b="0" i="0" lang="en-US" sz="2800" u="none" cap="none" strike="noStrike">
                <a:solidFill>
                  <a:srgbClr val="148298"/>
                </a:solidFill>
                <a:latin typeface="Arial"/>
                <a:ea typeface="Arial"/>
                <a:cs typeface="Arial"/>
                <a:sym typeface="Arial"/>
              </a:rPr>
              <a:t> products</a:t>
            </a:r>
            <a:r>
              <a:rPr b="0" i="1" lang="en-US" sz="2800" u="none" cap="none" strike="noStrike">
                <a:solidFill>
                  <a:srgbClr val="148298"/>
                </a:solidFill>
                <a:latin typeface="Arial"/>
                <a:ea typeface="Arial"/>
                <a:cs typeface="Arial"/>
                <a:sym typeface="Arial"/>
              </a:rPr>
              <a:t> and/or </a:t>
            </a:r>
            <a:r>
              <a:rPr b="0" i="0" lang="en-US" sz="2800" u="none" cap="none" strike="noStrike">
                <a:solidFill>
                  <a:srgbClr val="148298"/>
                </a:solidFill>
                <a:latin typeface="Arial"/>
                <a:ea typeface="Arial"/>
                <a:cs typeface="Arial"/>
                <a:sym typeface="Arial"/>
              </a:rPr>
              <a:t>services.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Noto Sans Symbols"/>
              <a:buNone/>
            </a:pPr>
            <a:r>
              <a:t/>
            </a:r>
            <a:endParaRPr b="0" i="0" sz="2800" u="none" cap="none" strike="noStrike">
              <a:solidFill>
                <a:srgbClr val="148298"/>
              </a:solidFill>
              <a:latin typeface="Arial"/>
              <a:ea typeface="Arial"/>
              <a:cs typeface="Arial"/>
              <a:sym typeface="Arial"/>
            </a:endParaRPr>
          </a:p>
          <a:p>
            <a:pPr indent="0" lvl="0" marL="0" marR="0" rtl="0" algn="ctr">
              <a:lnSpc>
                <a:spcPct val="100000"/>
              </a:lnSpc>
              <a:spcBef>
                <a:spcPts val="0"/>
              </a:spcBef>
              <a:spcAft>
                <a:spcPts val="0"/>
              </a:spcAft>
              <a:buClr>
                <a:srgbClr val="148298"/>
              </a:buClr>
              <a:buSzPts val="2800"/>
              <a:buFont typeface="Noto Sans Symbols"/>
              <a:buNone/>
            </a:pPr>
            <a:r>
              <a:rPr b="1" i="1" lang="en-US" sz="2800" u="none" cap="none" strike="noStrike">
                <a:solidFill>
                  <a:srgbClr val="148298"/>
                </a:solidFill>
                <a:latin typeface="Arial"/>
                <a:ea typeface="Arial"/>
                <a:cs typeface="Arial"/>
                <a:sym typeface="Arial"/>
              </a:rPr>
              <a:t>Primary Functions</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1219200" y="381000"/>
            <a:ext cx="7620000" cy="6667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F84700"/>
              </a:solidFill>
              <a:latin typeface="Century Gothic"/>
              <a:ea typeface="Century Gothic"/>
              <a:cs typeface="Century Gothic"/>
              <a:sym typeface="Century Gothic"/>
            </a:endParaRPr>
          </a:p>
        </p:txBody>
      </p:sp>
      <p:grpSp>
        <p:nvGrpSpPr>
          <p:cNvPr id="251" name="Google Shape;251;p2"/>
          <p:cNvGrpSpPr/>
          <p:nvPr/>
        </p:nvGrpSpPr>
        <p:grpSpPr>
          <a:xfrm>
            <a:off x="571500" y="3200400"/>
            <a:ext cx="7974013" cy="2730500"/>
            <a:chOff x="384" y="1832"/>
            <a:chExt cx="5023" cy="1720"/>
          </a:xfrm>
        </p:grpSpPr>
        <p:grpSp>
          <p:nvGrpSpPr>
            <p:cNvPr id="252" name="Google Shape;252;p2"/>
            <p:cNvGrpSpPr/>
            <p:nvPr/>
          </p:nvGrpSpPr>
          <p:grpSpPr>
            <a:xfrm>
              <a:off x="2185" y="1832"/>
              <a:ext cx="1408" cy="498"/>
              <a:chOff x="2153" y="1876"/>
              <a:chExt cx="1408" cy="498"/>
            </a:xfrm>
          </p:grpSpPr>
          <p:sp>
            <p:nvSpPr>
              <p:cNvPr id="253" name="Google Shape;253;p2"/>
              <p:cNvSpPr/>
              <p:nvPr/>
            </p:nvSpPr>
            <p:spPr>
              <a:xfrm>
                <a:off x="2153" y="2138"/>
                <a:ext cx="1385" cy="2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54" name="Google Shape;254;p2"/>
              <p:cNvSpPr/>
              <p:nvPr/>
            </p:nvSpPr>
            <p:spPr>
              <a:xfrm>
                <a:off x="2248" y="2143"/>
                <a:ext cx="1209" cy="19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55" name="Google Shape;255;p2"/>
              <p:cNvSpPr/>
              <p:nvPr/>
            </p:nvSpPr>
            <p:spPr>
              <a:xfrm>
                <a:off x="2262" y="1954"/>
                <a:ext cx="120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Organization</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2177" y="1876"/>
                <a:ext cx="1384" cy="472"/>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nvGrpSpPr>
            <p:cNvPr id="257" name="Google Shape;257;p2"/>
            <p:cNvGrpSpPr/>
            <p:nvPr/>
          </p:nvGrpSpPr>
          <p:grpSpPr>
            <a:xfrm>
              <a:off x="384" y="2304"/>
              <a:ext cx="5023" cy="1248"/>
              <a:chOff x="497" y="2016"/>
              <a:chExt cx="5023" cy="1248"/>
            </a:xfrm>
          </p:grpSpPr>
          <p:cxnSp>
            <p:nvCxnSpPr>
              <p:cNvPr id="258" name="Google Shape;258;p2"/>
              <p:cNvCxnSpPr/>
              <p:nvPr/>
            </p:nvCxnSpPr>
            <p:spPr>
              <a:xfrm>
                <a:off x="3024" y="2016"/>
                <a:ext cx="1" cy="288"/>
              </a:xfrm>
              <a:prstGeom prst="straightConnector1">
                <a:avLst/>
              </a:prstGeom>
              <a:noFill/>
              <a:ln cap="flat" cmpd="sng" w="12700">
                <a:solidFill>
                  <a:srgbClr val="206FB1"/>
                </a:solidFill>
                <a:prstDash val="solid"/>
                <a:round/>
                <a:headEnd len="sm" w="sm" type="none"/>
                <a:tailEnd len="sm" w="sm" type="none"/>
              </a:ln>
            </p:spPr>
          </p:cxnSp>
          <p:grpSp>
            <p:nvGrpSpPr>
              <p:cNvPr id="259" name="Google Shape;259;p2"/>
              <p:cNvGrpSpPr/>
              <p:nvPr/>
            </p:nvGrpSpPr>
            <p:grpSpPr>
              <a:xfrm>
                <a:off x="497" y="2304"/>
                <a:ext cx="5023" cy="960"/>
                <a:chOff x="497" y="2304"/>
                <a:chExt cx="5023" cy="960"/>
              </a:xfrm>
            </p:grpSpPr>
            <p:grpSp>
              <p:nvGrpSpPr>
                <p:cNvPr id="260" name="Google Shape;260;p2"/>
                <p:cNvGrpSpPr/>
                <p:nvPr/>
              </p:nvGrpSpPr>
              <p:grpSpPr>
                <a:xfrm>
                  <a:off x="497" y="2547"/>
                  <a:ext cx="5023" cy="717"/>
                  <a:chOff x="352" y="2879"/>
                  <a:chExt cx="5023" cy="717"/>
                </a:xfrm>
              </p:grpSpPr>
              <p:sp>
                <p:nvSpPr>
                  <p:cNvPr id="261" name="Google Shape;261;p2"/>
                  <p:cNvSpPr/>
                  <p:nvPr/>
                </p:nvSpPr>
                <p:spPr>
                  <a:xfrm>
                    <a:off x="2853" y="2918"/>
                    <a:ext cx="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62" name="Google Shape;262;p2"/>
                  <p:cNvSpPr/>
                  <p:nvPr/>
                </p:nvSpPr>
                <p:spPr>
                  <a:xfrm>
                    <a:off x="3686" y="2903"/>
                    <a:ext cx="1384" cy="2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nvGrpSpPr>
                  <p:cNvPr id="263" name="Google Shape;263;p2"/>
                  <p:cNvGrpSpPr/>
                  <p:nvPr/>
                </p:nvGrpSpPr>
                <p:grpSpPr>
                  <a:xfrm>
                    <a:off x="352" y="2879"/>
                    <a:ext cx="1423" cy="717"/>
                    <a:chOff x="352" y="2879"/>
                    <a:chExt cx="1423" cy="717"/>
                  </a:xfrm>
                </p:grpSpPr>
                <p:sp>
                  <p:nvSpPr>
                    <p:cNvPr id="264" name="Google Shape;264;p2"/>
                    <p:cNvSpPr/>
                    <p:nvPr/>
                  </p:nvSpPr>
                  <p:spPr>
                    <a:xfrm>
                      <a:off x="352" y="2927"/>
                      <a:ext cx="1384" cy="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65" name="Google Shape;265;p2"/>
                    <p:cNvSpPr/>
                    <p:nvPr/>
                  </p:nvSpPr>
                  <p:spPr>
                    <a:xfrm>
                      <a:off x="424" y="2920"/>
                      <a:ext cx="1257" cy="3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66" name="Google Shape;266;p2"/>
                    <p:cNvSpPr/>
                    <p:nvPr/>
                  </p:nvSpPr>
                  <p:spPr>
                    <a:xfrm>
                      <a:off x="433" y="3000"/>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Finance</a:t>
                      </a:r>
                      <a:endParaRPr b="0" i="0" sz="1400" u="none" cap="none" strike="noStrike">
                        <a:solidFill>
                          <a:srgbClr val="000000"/>
                        </a:solidFill>
                        <a:latin typeface="Arial"/>
                        <a:ea typeface="Arial"/>
                        <a:cs typeface="Arial"/>
                        <a:sym typeface="Arial"/>
                      </a:endParaRPr>
                    </a:p>
                  </p:txBody>
                </p:sp>
                <p:sp>
                  <p:nvSpPr>
                    <p:cNvPr id="267" name="Google Shape;267;p2"/>
                    <p:cNvSpPr/>
                    <p:nvPr/>
                  </p:nvSpPr>
                  <p:spPr>
                    <a:xfrm>
                      <a:off x="376" y="2879"/>
                      <a:ext cx="1384" cy="717"/>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sp>
                <p:nvSpPr>
                  <p:cNvPr id="268" name="Google Shape;268;p2"/>
                  <p:cNvSpPr/>
                  <p:nvPr/>
                </p:nvSpPr>
                <p:spPr>
                  <a:xfrm>
                    <a:off x="4031" y="2909"/>
                    <a:ext cx="756" cy="19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nvGrpSpPr>
                  <p:cNvPr id="269" name="Google Shape;269;p2"/>
                  <p:cNvGrpSpPr/>
                  <p:nvPr/>
                </p:nvGrpSpPr>
                <p:grpSpPr>
                  <a:xfrm>
                    <a:off x="1920" y="2884"/>
                    <a:ext cx="1868" cy="702"/>
                    <a:chOff x="1920" y="2884"/>
                    <a:chExt cx="1868" cy="702"/>
                  </a:xfrm>
                </p:grpSpPr>
                <p:sp>
                  <p:nvSpPr>
                    <p:cNvPr id="270" name="Google Shape;270;p2"/>
                    <p:cNvSpPr/>
                    <p:nvPr/>
                  </p:nvSpPr>
                  <p:spPr>
                    <a:xfrm>
                      <a:off x="1920" y="2932"/>
                      <a:ext cx="1835" cy="4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1" name="Google Shape;271;p2"/>
                    <p:cNvSpPr/>
                    <p:nvPr/>
                  </p:nvSpPr>
                  <p:spPr>
                    <a:xfrm>
                      <a:off x="2016" y="2923"/>
                      <a:ext cx="1666" cy="3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2" name="Google Shape;272;p2"/>
                    <p:cNvSpPr/>
                    <p:nvPr/>
                  </p:nvSpPr>
                  <p:spPr>
                    <a:xfrm>
                      <a:off x="2246" y="3001"/>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Operations</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1951" y="2884"/>
                      <a:ext cx="1837" cy="702"/>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nvGrpSpPr>
                  <p:cNvPr id="274" name="Google Shape;274;p2"/>
                  <p:cNvGrpSpPr/>
                  <p:nvPr/>
                </p:nvGrpSpPr>
                <p:grpSpPr>
                  <a:xfrm>
                    <a:off x="3952" y="2879"/>
                    <a:ext cx="1423" cy="717"/>
                    <a:chOff x="3952" y="2879"/>
                    <a:chExt cx="1423" cy="717"/>
                  </a:xfrm>
                </p:grpSpPr>
                <p:sp>
                  <p:nvSpPr>
                    <p:cNvPr id="275" name="Google Shape;275;p2"/>
                    <p:cNvSpPr/>
                    <p:nvPr/>
                  </p:nvSpPr>
                  <p:spPr>
                    <a:xfrm>
                      <a:off x="3952" y="2927"/>
                      <a:ext cx="1384" cy="4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6" name="Google Shape;276;p2"/>
                    <p:cNvSpPr/>
                    <p:nvPr/>
                  </p:nvSpPr>
                  <p:spPr>
                    <a:xfrm>
                      <a:off x="4024" y="2920"/>
                      <a:ext cx="1257" cy="35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77" name="Google Shape;277;p2"/>
                    <p:cNvSpPr/>
                    <p:nvPr/>
                  </p:nvSpPr>
                  <p:spPr>
                    <a:xfrm>
                      <a:off x="4033" y="3000"/>
                      <a:ext cx="1342" cy="286"/>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2400"/>
                        <a:buFont typeface="Noto Sans Symbols"/>
                        <a:buNone/>
                      </a:pPr>
                      <a:r>
                        <a:rPr b="0" i="0" lang="en-US" sz="2400" u="none" cap="none" strike="noStrike">
                          <a:solidFill>
                            <a:srgbClr val="F84700"/>
                          </a:solidFill>
                          <a:latin typeface="Arial"/>
                          <a:ea typeface="Arial"/>
                          <a:cs typeface="Arial"/>
                          <a:sym typeface="Arial"/>
                        </a:rPr>
                        <a:t>Marketing</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3976" y="2879"/>
                      <a:ext cx="1384" cy="717"/>
                    </a:xfrm>
                    <a:prstGeom prst="rect">
                      <a:avLst/>
                    </a:prstGeom>
                    <a:noFill/>
                    <a:ln cap="flat" cmpd="sng" w="12700">
                      <a:solidFill>
                        <a:srgbClr val="00008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cxnSp>
              <p:nvCxnSpPr>
                <p:cNvPr id="279" name="Google Shape;279;p2"/>
                <p:cNvCxnSpPr/>
                <p:nvPr/>
              </p:nvCxnSpPr>
              <p:spPr>
                <a:xfrm>
                  <a:off x="965" y="2308"/>
                  <a:ext cx="4024" cy="0"/>
                </a:xfrm>
                <a:prstGeom prst="straightConnector1">
                  <a:avLst/>
                </a:prstGeom>
                <a:noFill/>
                <a:ln cap="flat" cmpd="sng" w="12700">
                  <a:solidFill>
                    <a:srgbClr val="206FB1"/>
                  </a:solidFill>
                  <a:prstDash val="solid"/>
                  <a:round/>
                  <a:headEnd len="sm" w="sm" type="none"/>
                  <a:tailEnd len="sm" w="sm" type="none"/>
                </a:ln>
              </p:spPr>
            </p:cxnSp>
            <p:cxnSp>
              <p:nvCxnSpPr>
                <p:cNvPr id="280" name="Google Shape;280;p2"/>
                <p:cNvCxnSpPr/>
                <p:nvPr/>
              </p:nvCxnSpPr>
              <p:spPr>
                <a:xfrm>
                  <a:off x="4993" y="2312"/>
                  <a:ext cx="0" cy="232"/>
                </a:xfrm>
                <a:prstGeom prst="straightConnector1">
                  <a:avLst/>
                </a:prstGeom>
                <a:noFill/>
                <a:ln cap="flat" cmpd="sng" w="12700">
                  <a:solidFill>
                    <a:srgbClr val="206FB1"/>
                  </a:solidFill>
                  <a:prstDash val="solid"/>
                  <a:round/>
                  <a:headEnd len="sm" w="sm" type="none"/>
                  <a:tailEnd len="sm" w="sm" type="none"/>
                </a:ln>
              </p:spPr>
            </p:cxnSp>
            <p:cxnSp>
              <p:nvCxnSpPr>
                <p:cNvPr id="281" name="Google Shape;281;p2"/>
                <p:cNvCxnSpPr/>
                <p:nvPr/>
              </p:nvCxnSpPr>
              <p:spPr>
                <a:xfrm>
                  <a:off x="961" y="2312"/>
                  <a:ext cx="0" cy="232"/>
                </a:xfrm>
                <a:prstGeom prst="straightConnector1">
                  <a:avLst/>
                </a:prstGeom>
                <a:noFill/>
                <a:ln cap="flat" cmpd="sng" w="12700">
                  <a:solidFill>
                    <a:srgbClr val="206FB1"/>
                  </a:solidFill>
                  <a:prstDash val="solid"/>
                  <a:round/>
                  <a:headEnd len="sm" w="sm" type="none"/>
                  <a:tailEnd len="sm" w="sm" type="none"/>
                </a:ln>
              </p:spPr>
            </p:cxnSp>
            <p:cxnSp>
              <p:nvCxnSpPr>
                <p:cNvPr id="282" name="Google Shape;282;p2"/>
                <p:cNvCxnSpPr/>
                <p:nvPr/>
              </p:nvCxnSpPr>
              <p:spPr>
                <a:xfrm>
                  <a:off x="3024" y="2304"/>
                  <a:ext cx="0" cy="256"/>
                </a:xfrm>
                <a:prstGeom prst="straightConnector1">
                  <a:avLst/>
                </a:prstGeom>
                <a:noFill/>
                <a:ln cap="flat" cmpd="sng" w="12700">
                  <a:solidFill>
                    <a:srgbClr val="206FB1"/>
                  </a:solidFill>
                  <a:prstDash val="solid"/>
                  <a:round/>
                  <a:headEnd len="sm" w="sm" type="none"/>
                  <a:tailEnd len="sm" w="sm" type="none"/>
                </a:ln>
              </p:spPr>
            </p:cxnSp>
          </p:grpSp>
        </p:grpSp>
      </p:grpSp>
      <p:sp>
        <p:nvSpPr>
          <p:cNvPr id="283" name="Google Shape;283;p2"/>
          <p:cNvSpPr txBox="1"/>
          <p:nvPr>
            <p:ph idx="1" type="subTitle"/>
          </p:nvPr>
        </p:nvSpPr>
        <p:spPr>
          <a:xfrm>
            <a:off x="1257300" y="6134100"/>
            <a:ext cx="6972300" cy="7239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1680"/>
              <a:buNone/>
            </a:pPr>
            <a:r>
              <a:rPr i="1" lang="en-US" sz="2400"/>
              <a:t>Support Functions – R&amp;D, HR, PR, Accounting, etc.</a:t>
            </a:r>
            <a:endParaRPr i="1" sz="2400"/>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
          <p:cNvSpPr/>
          <p:nvPr/>
        </p:nvSpPr>
        <p:spPr>
          <a:xfrm>
            <a:off x="228600" y="190500"/>
            <a:ext cx="88360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Value-Added</a:t>
            </a:r>
            <a:endParaRPr b="0" i="0" sz="1400" u="none" cap="none" strike="noStrike">
              <a:solidFill>
                <a:srgbClr val="000000"/>
              </a:solidFill>
              <a:latin typeface="Arial"/>
              <a:ea typeface="Arial"/>
              <a:cs typeface="Arial"/>
              <a:sym typeface="Arial"/>
            </a:endParaRPr>
          </a:p>
        </p:txBody>
      </p:sp>
      <p:sp>
        <p:nvSpPr>
          <p:cNvPr id="289" name="Google Shape;289;p3"/>
          <p:cNvSpPr/>
          <p:nvPr/>
        </p:nvSpPr>
        <p:spPr>
          <a:xfrm>
            <a:off x="228600" y="1295400"/>
            <a:ext cx="8915400" cy="1003300"/>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The difference between the cost of inputs </a:t>
            </a:r>
            <a:br>
              <a:rPr b="0" i="0" lang="en-US" sz="3000" u="none" cap="none" strike="noStrike">
                <a:solidFill>
                  <a:srgbClr val="148298"/>
                </a:solidFill>
                <a:latin typeface="Arial"/>
                <a:ea typeface="Arial"/>
                <a:cs typeface="Arial"/>
                <a:sym typeface="Arial"/>
              </a:rPr>
            </a:br>
            <a:r>
              <a:rPr b="0" i="0" lang="en-US" sz="3000" u="none" cap="none" strike="noStrike">
                <a:solidFill>
                  <a:srgbClr val="148298"/>
                </a:solidFill>
                <a:latin typeface="Arial"/>
                <a:ea typeface="Arial"/>
                <a:cs typeface="Arial"/>
                <a:sym typeface="Arial"/>
              </a:rPr>
              <a:t>and the value or price of outputs.</a:t>
            </a:r>
            <a:endParaRPr b="0" i="0" sz="1400" u="none" cap="none" strike="noStrike">
              <a:solidFill>
                <a:srgbClr val="000000"/>
              </a:solidFill>
              <a:latin typeface="Arial"/>
              <a:ea typeface="Arial"/>
              <a:cs typeface="Arial"/>
              <a:sym typeface="Arial"/>
            </a:endParaRPr>
          </a:p>
        </p:txBody>
      </p:sp>
      <p:grpSp>
        <p:nvGrpSpPr>
          <p:cNvPr id="290" name="Google Shape;290;p3"/>
          <p:cNvGrpSpPr/>
          <p:nvPr/>
        </p:nvGrpSpPr>
        <p:grpSpPr>
          <a:xfrm>
            <a:off x="1295400" y="2336800"/>
            <a:ext cx="6983413" cy="3683000"/>
            <a:chOff x="875" y="1536"/>
            <a:chExt cx="4399" cy="2320"/>
          </a:xfrm>
        </p:grpSpPr>
        <p:sp>
          <p:nvSpPr>
            <p:cNvPr id="291" name="Google Shape;291;p3"/>
            <p:cNvSpPr/>
            <p:nvPr/>
          </p:nvSpPr>
          <p:spPr>
            <a:xfrm>
              <a:off x="875" y="1858"/>
              <a:ext cx="877" cy="997"/>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2" name="Google Shape;292;p3"/>
            <p:cNvSpPr/>
            <p:nvPr/>
          </p:nvSpPr>
          <p:spPr>
            <a:xfrm>
              <a:off x="879" y="1884"/>
              <a:ext cx="64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Inputs</a:t>
              </a:r>
              <a:endParaRPr b="0" i="0" sz="1400" u="none" cap="none" strike="noStrike">
                <a:solidFill>
                  <a:srgbClr val="000000"/>
                </a:solidFill>
                <a:latin typeface="Arial"/>
                <a:ea typeface="Arial"/>
                <a:cs typeface="Arial"/>
                <a:sym typeface="Arial"/>
              </a:endParaRPr>
            </a:p>
          </p:txBody>
        </p:sp>
        <p:sp>
          <p:nvSpPr>
            <p:cNvPr id="293" name="Google Shape;293;p3"/>
            <p:cNvSpPr/>
            <p:nvPr/>
          </p:nvSpPr>
          <p:spPr>
            <a:xfrm>
              <a:off x="879" y="2114"/>
              <a:ext cx="69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Land</a:t>
              </a:r>
              <a:endParaRPr b="0" i="0" sz="1400" u="none" cap="none" strike="noStrike">
                <a:solidFill>
                  <a:srgbClr val="000000"/>
                </a:solidFill>
                <a:latin typeface="Arial"/>
                <a:ea typeface="Arial"/>
                <a:cs typeface="Arial"/>
                <a:sym typeface="Arial"/>
              </a:endParaRPr>
            </a:p>
          </p:txBody>
        </p:sp>
        <p:sp>
          <p:nvSpPr>
            <p:cNvPr id="294" name="Google Shape;294;p3"/>
            <p:cNvSpPr/>
            <p:nvPr/>
          </p:nvSpPr>
          <p:spPr>
            <a:xfrm>
              <a:off x="879" y="2344"/>
              <a:ext cx="77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Labor</a:t>
              </a:r>
              <a:endParaRPr b="0" i="0" sz="1400" u="none" cap="none" strike="noStrike">
                <a:solidFill>
                  <a:srgbClr val="000000"/>
                </a:solidFill>
                <a:latin typeface="Arial"/>
                <a:ea typeface="Arial"/>
                <a:cs typeface="Arial"/>
                <a:sym typeface="Arial"/>
              </a:endParaRPr>
            </a:p>
          </p:txBody>
        </p:sp>
        <p:sp>
          <p:nvSpPr>
            <p:cNvPr id="295" name="Google Shape;295;p3"/>
            <p:cNvSpPr/>
            <p:nvPr/>
          </p:nvSpPr>
          <p:spPr>
            <a:xfrm>
              <a:off x="879" y="2574"/>
              <a:ext cx="86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Capital</a:t>
              </a:r>
              <a:endParaRPr b="0" i="0" sz="1400" u="none" cap="none" strike="noStrike">
                <a:solidFill>
                  <a:srgbClr val="000000"/>
                </a:solidFill>
                <a:latin typeface="Arial"/>
                <a:ea typeface="Arial"/>
                <a:cs typeface="Arial"/>
                <a:sym typeface="Arial"/>
              </a:endParaRPr>
            </a:p>
          </p:txBody>
        </p:sp>
        <p:sp>
          <p:nvSpPr>
            <p:cNvPr id="296" name="Google Shape;296;p3"/>
            <p:cNvSpPr/>
            <p:nvPr/>
          </p:nvSpPr>
          <p:spPr>
            <a:xfrm>
              <a:off x="2291" y="2019"/>
              <a:ext cx="1441" cy="757"/>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7" name="Google Shape;297;p3"/>
            <p:cNvSpPr/>
            <p:nvPr/>
          </p:nvSpPr>
          <p:spPr>
            <a:xfrm>
              <a:off x="2295" y="2040"/>
              <a:ext cx="147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Transformation/</a:t>
              </a:r>
              <a:endParaRPr b="0" i="0" sz="1400" u="none" cap="none" strike="noStrike">
                <a:solidFill>
                  <a:srgbClr val="000000"/>
                </a:solidFill>
                <a:latin typeface="Arial"/>
                <a:ea typeface="Arial"/>
                <a:cs typeface="Arial"/>
                <a:sym typeface="Arial"/>
              </a:endParaRPr>
            </a:p>
          </p:txBody>
        </p:sp>
        <p:sp>
          <p:nvSpPr>
            <p:cNvPr id="298" name="Google Shape;298;p3"/>
            <p:cNvSpPr/>
            <p:nvPr/>
          </p:nvSpPr>
          <p:spPr>
            <a:xfrm>
              <a:off x="2439" y="2270"/>
              <a:ext cx="1053"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Conversion</a:t>
              </a:r>
              <a:endParaRPr b="0" i="0" sz="1400" u="none" cap="none" strike="noStrike">
                <a:solidFill>
                  <a:srgbClr val="000000"/>
                </a:solidFill>
                <a:latin typeface="Arial"/>
                <a:ea typeface="Arial"/>
                <a:cs typeface="Arial"/>
                <a:sym typeface="Arial"/>
              </a:endParaRPr>
            </a:p>
          </p:txBody>
        </p:sp>
        <p:sp>
          <p:nvSpPr>
            <p:cNvPr id="299" name="Google Shape;299;p3"/>
            <p:cNvSpPr/>
            <p:nvPr/>
          </p:nvSpPr>
          <p:spPr>
            <a:xfrm>
              <a:off x="2631" y="2500"/>
              <a:ext cx="77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process</a:t>
              </a:r>
              <a:endParaRPr b="0" i="0" sz="1400" u="none" cap="none" strike="noStrike">
                <a:solidFill>
                  <a:srgbClr val="000000"/>
                </a:solidFill>
                <a:latin typeface="Arial"/>
                <a:ea typeface="Arial"/>
                <a:cs typeface="Arial"/>
                <a:sym typeface="Arial"/>
              </a:endParaRPr>
            </a:p>
          </p:txBody>
        </p:sp>
        <p:sp>
          <p:nvSpPr>
            <p:cNvPr id="300" name="Google Shape;300;p3"/>
            <p:cNvSpPr/>
            <p:nvPr/>
          </p:nvSpPr>
          <p:spPr>
            <a:xfrm>
              <a:off x="4283" y="2002"/>
              <a:ext cx="949" cy="70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01" name="Google Shape;301;p3"/>
            <p:cNvSpPr/>
            <p:nvPr/>
          </p:nvSpPr>
          <p:spPr>
            <a:xfrm>
              <a:off x="4307" y="1999"/>
              <a:ext cx="863"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Outputs</a:t>
              </a:r>
              <a:endParaRPr b="0" i="0" sz="1400" u="none" cap="none" strike="noStrike">
                <a:solidFill>
                  <a:srgbClr val="000000"/>
                </a:solidFill>
                <a:latin typeface="Arial"/>
                <a:ea typeface="Arial"/>
                <a:cs typeface="Arial"/>
                <a:sym typeface="Arial"/>
              </a:endParaRPr>
            </a:p>
          </p:txBody>
        </p:sp>
        <p:sp>
          <p:nvSpPr>
            <p:cNvPr id="302" name="Google Shape;302;p3"/>
            <p:cNvSpPr/>
            <p:nvPr/>
          </p:nvSpPr>
          <p:spPr>
            <a:xfrm>
              <a:off x="4287" y="2229"/>
              <a:ext cx="837"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Goods</a:t>
              </a:r>
              <a:endParaRPr b="0" i="0" sz="1400" u="none" cap="none" strike="noStrike">
                <a:solidFill>
                  <a:srgbClr val="000000"/>
                </a:solidFill>
                <a:latin typeface="Arial"/>
                <a:ea typeface="Arial"/>
                <a:cs typeface="Arial"/>
                <a:sym typeface="Arial"/>
              </a:endParaRPr>
            </a:p>
          </p:txBody>
        </p:sp>
        <p:sp>
          <p:nvSpPr>
            <p:cNvPr id="303" name="Google Shape;303;p3"/>
            <p:cNvSpPr/>
            <p:nvPr/>
          </p:nvSpPr>
          <p:spPr>
            <a:xfrm>
              <a:off x="4287" y="2459"/>
              <a:ext cx="987" cy="28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    Services</a:t>
              </a:r>
              <a:endParaRPr b="0" i="0" sz="1400" u="none" cap="none" strike="noStrike">
                <a:solidFill>
                  <a:srgbClr val="000000"/>
                </a:solidFill>
                <a:latin typeface="Arial"/>
                <a:ea typeface="Arial"/>
                <a:cs typeface="Arial"/>
                <a:sym typeface="Arial"/>
              </a:endParaRPr>
            </a:p>
          </p:txBody>
        </p:sp>
        <p:sp>
          <p:nvSpPr>
            <p:cNvPr id="304" name="Google Shape;304;p3"/>
            <p:cNvSpPr/>
            <p:nvPr/>
          </p:nvSpPr>
          <p:spPr>
            <a:xfrm>
              <a:off x="2603" y="3202"/>
              <a:ext cx="901" cy="46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05" name="Google Shape;305;p3"/>
            <p:cNvSpPr/>
            <p:nvPr/>
          </p:nvSpPr>
          <p:spPr>
            <a:xfrm>
              <a:off x="2680" y="3309"/>
              <a:ext cx="75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400"/>
                <a:buFont typeface="Noto Sans Symbols"/>
                <a:buNone/>
              </a:pPr>
              <a:r>
                <a:rPr b="1" i="0" lang="en-US" sz="2400" u="none" cap="none" strike="noStrike">
                  <a:solidFill>
                    <a:srgbClr val="F84700"/>
                  </a:solidFill>
                  <a:latin typeface="Times New Roman"/>
                  <a:ea typeface="Times New Roman"/>
                  <a:cs typeface="Times New Roman"/>
                  <a:sym typeface="Times New Roman"/>
                </a:rPr>
                <a:t>Control</a:t>
              </a:r>
              <a:endParaRPr b="0" i="0" sz="1400" u="none" cap="none" strike="noStrike">
                <a:solidFill>
                  <a:srgbClr val="000000"/>
                </a:solidFill>
                <a:latin typeface="Arial"/>
                <a:ea typeface="Arial"/>
                <a:cs typeface="Arial"/>
                <a:sym typeface="Arial"/>
              </a:endParaRPr>
            </a:p>
          </p:txBody>
        </p:sp>
        <p:grpSp>
          <p:nvGrpSpPr>
            <p:cNvPr id="306" name="Google Shape;306;p3"/>
            <p:cNvGrpSpPr/>
            <p:nvPr/>
          </p:nvGrpSpPr>
          <p:grpSpPr>
            <a:xfrm>
              <a:off x="4906" y="2764"/>
              <a:ext cx="1" cy="633"/>
              <a:chOff x="4645" y="2929"/>
              <a:chExt cx="1" cy="633"/>
            </a:xfrm>
          </p:grpSpPr>
          <p:sp>
            <p:nvSpPr>
              <p:cNvPr id="307" name="Google Shape;307;p3"/>
              <p:cNvSpPr/>
              <p:nvPr/>
            </p:nvSpPr>
            <p:spPr>
              <a:xfrm>
                <a:off x="4645" y="292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3"/>
              <p:cNvSpPr/>
              <p:nvPr/>
            </p:nvSpPr>
            <p:spPr>
              <a:xfrm>
                <a:off x="4645" y="298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3"/>
              <p:cNvSpPr/>
              <p:nvPr/>
            </p:nvSpPr>
            <p:spPr>
              <a:xfrm>
                <a:off x="4645" y="304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3"/>
              <p:cNvSpPr/>
              <p:nvPr/>
            </p:nvSpPr>
            <p:spPr>
              <a:xfrm>
                <a:off x="4645" y="309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3"/>
              <p:cNvSpPr/>
              <p:nvPr/>
            </p:nvSpPr>
            <p:spPr>
              <a:xfrm>
                <a:off x="4645" y="3153"/>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 name="Google Shape;312;p3"/>
              <p:cNvSpPr/>
              <p:nvPr/>
            </p:nvSpPr>
            <p:spPr>
              <a:xfrm>
                <a:off x="4645" y="320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3" name="Google Shape;313;p3"/>
              <p:cNvSpPr/>
              <p:nvPr/>
            </p:nvSpPr>
            <p:spPr>
              <a:xfrm>
                <a:off x="4645" y="326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3"/>
              <p:cNvSpPr/>
              <p:nvPr/>
            </p:nvSpPr>
            <p:spPr>
              <a:xfrm>
                <a:off x="4645" y="332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3"/>
              <p:cNvSpPr/>
              <p:nvPr/>
            </p:nvSpPr>
            <p:spPr>
              <a:xfrm>
                <a:off x="4645" y="337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 name="Google Shape;316;p3"/>
              <p:cNvSpPr/>
              <p:nvPr/>
            </p:nvSpPr>
            <p:spPr>
              <a:xfrm>
                <a:off x="4645" y="3433"/>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3"/>
              <p:cNvSpPr/>
              <p:nvPr/>
            </p:nvSpPr>
            <p:spPr>
              <a:xfrm>
                <a:off x="4645" y="3489"/>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3"/>
              <p:cNvSpPr/>
              <p:nvPr/>
            </p:nvSpPr>
            <p:spPr>
              <a:xfrm>
                <a:off x="4645" y="3545"/>
                <a:ext cx="1" cy="17"/>
              </a:xfrm>
              <a:custGeom>
                <a:rect b="b" l="l" r="r" t="t"/>
                <a:pathLst>
                  <a:path extrusionOk="0" h="17" w="1">
                    <a:moveTo>
                      <a:pt x="0" y="0"/>
                    </a:moveTo>
                    <a:lnTo>
                      <a:pt x="0" y="0"/>
                    </a:lnTo>
                    <a:lnTo>
                      <a:pt x="0" y="16"/>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9" name="Google Shape;319;p3"/>
            <p:cNvGrpSpPr/>
            <p:nvPr/>
          </p:nvGrpSpPr>
          <p:grpSpPr>
            <a:xfrm>
              <a:off x="3557" y="3406"/>
              <a:ext cx="1350" cy="60"/>
              <a:chOff x="3373" y="3571"/>
              <a:chExt cx="1305" cy="60"/>
            </a:xfrm>
          </p:grpSpPr>
          <p:sp>
            <p:nvSpPr>
              <p:cNvPr id="320" name="Google Shape;320;p3"/>
              <p:cNvSpPr/>
              <p:nvPr/>
            </p:nvSpPr>
            <p:spPr>
              <a:xfrm>
                <a:off x="465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3"/>
              <p:cNvSpPr/>
              <p:nvPr/>
            </p:nvSpPr>
            <p:spPr>
              <a:xfrm>
                <a:off x="459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3"/>
              <p:cNvSpPr/>
              <p:nvPr/>
            </p:nvSpPr>
            <p:spPr>
              <a:xfrm>
                <a:off x="454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
              <p:cNvSpPr/>
              <p:nvPr/>
            </p:nvSpPr>
            <p:spPr>
              <a:xfrm>
                <a:off x="448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 name="Google Shape;324;p3"/>
              <p:cNvSpPr/>
              <p:nvPr/>
            </p:nvSpPr>
            <p:spPr>
              <a:xfrm>
                <a:off x="442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p3"/>
              <p:cNvSpPr/>
              <p:nvPr/>
            </p:nvSpPr>
            <p:spPr>
              <a:xfrm>
                <a:off x="437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p3"/>
              <p:cNvSpPr/>
              <p:nvPr/>
            </p:nvSpPr>
            <p:spPr>
              <a:xfrm>
                <a:off x="431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7" name="Google Shape;327;p3"/>
              <p:cNvSpPr/>
              <p:nvPr/>
            </p:nvSpPr>
            <p:spPr>
              <a:xfrm>
                <a:off x="426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3"/>
              <p:cNvSpPr/>
              <p:nvPr/>
            </p:nvSpPr>
            <p:spPr>
              <a:xfrm>
                <a:off x="420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3"/>
              <p:cNvSpPr/>
              <p:nvPr/>
            </p:nvSpPr>
            <p:spPr>
              <a:xfrm>
                <a:off x="414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0" name="Google Shape;330;p3"/>
              <p:cNvSpPr/>
              <p:nvPr/>
            </p:nvSpPr>
            <p:spPr>
              <a:xfrm>
                <a:off x="409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3"/>
              <p:cNvSpPr/>
              <p:nvPr/>
            </p:nvSpPr>
            <p:spPr>
              <a:xfrm>
                <a:off x="403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3"/>
              <p:cNvSpPr/>
              <p:nvPr/>
            </p:nvSpPr>
            <p:spPr>
              <a:xfrm>
                <a:off x="398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3"/>
              <p:cNvSpPr/>
              <p:nvPr/>
            </p:nvSpPr>
            <p:spPr>
              <a:xfrm>
                <a:off x="392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
              <p:cNvSpPr/>
              <p:nvPr/>
            </p:nvSpPr>
            <p:spPr>
              <a:xfrm>
                <a:off x="386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3"/>
              <p:cNvSpPr/>
              <p:nvPr/>
            </p:nvSpPr>
            <p:spPr>
              <a:xfrm>
                <a:off x="381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3"/>
              <p:cNvSpPr/>
              <p:nvPr/>
            </p:nvSpPr>
            <p:spPr>
              <a:xfrm>
                <a:off x="375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
              <p:cNvSpPr/>
              <p:nvPr/>
            </p:nvSpPr>
            <p:spPr>
              <a:xfrm>
                <a:off x="3701"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8" name="Google Shape;338;p3"/>
              <p:cNvSpPr/>
              <p:nvPr/>
            </p:nvSpPr>
            <p:spPr>
              <a:xfrm>
                <a:off x="3645"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3"/>
              <p:cNvSpPr/>
              <p:nvPr/>
            </p:nvSpPr>
            <p:spPr>
              <a:xfrm>
                <a:off x="3589"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0" name="Google Shape;340;p3"/>
              <p:cNvSpPr/>
              <p:nvPr/>
            </p:nvSpPr>
            <p:spPr>
              <a:xfrm>
                <a:off x="3533"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3"/>
              <p:cNvSpPr/>
              <p:nvPr/>
            </p:nvSpPr>
            <p:spPr>
              <a:xfrm>
                <a:off x="3477" y="3601"/>
                <a:ext cx="25" cy="1"/>
              </a:xfrm>
              <a:custGeom>
                <a:rect b="b" l="l" r="r" t="t"/>
                <a:pathLst>
                  <a:path extrusionOk="0" h="1" w="25">
                    <a:moveTo>
                      <a:pt x="24" y="0"/>
                    </a:moveTo>
                    <a:lnTo>
                      <a:pt x="24" y="0"/>
                    </a:lnTo>
                    <a:lnTo>
                      <a:pt x="0" y="0"/>
                    </a:lnTo>
                    <a:lnTo>
                      <a:pt x="24"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2" name="Google Shape;342;p3"/>
              <p:cNvSpPr/>
              <p:nvPr/>
            </p:nvSpPr>
            <p:spPr>
              <a:xfrm>
                <a:off x="3438" y="3601"/>
                <a:ext cx="8" cy="1"/>
              </a:xfrm>
              <a:custGeom>
                <a:rect b="b" l="l" r="r" t="t"/>
                <a:pathLst>
                  <a:path extrusionOk="0" h="1" w="8">
                    <a:moveTo>
                      <a:pt x="7" y="0"/>
                    </a:moveTo>
                    <a:lnTo>
                      <a:pt x="7" y="0"/>
                    </a:lnTo>
                    <a:lnTo>
                      <a:pt x="0" y="0"/>
                    </a:lnTo>
                    <a:lnTo>
                      <a:pt x="7"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3"/>
              <p:cNvSpPr/>
              <p:nvPr/>
            </p:nvSpPr>
            <p:spPr>
              <a:xfrm>
                <a:off x="3373" y="3571"/>
                <a:ext cx="60" cy="60"/>
              </a:xfrm>
              <a:custGeom>
                <a:rect b="b" l="l" r="r" t="t"/>
                <a:pathLst>
                  <a:path extrusionOk="0" h="60" w="60">
                    <a:moveTo>
                      <a:pt x="59" y="0"/>
                    </a:moveTo>
                    <a:lnTo>
                      <a:pt x="0" y="30"/>
                    </a:lnTo>
                    <a:lnTo>
                      <a:pt x="59" y="59"/>
                    </a:lnTo>
                    <a:lnTo>
                      <a:pt x="59"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4" name="Google Shape;344;p3"/>
            <p:cNvGrpSpPr/>
            <p:nvPr/>
          </p:nvGrpSpPr>
          <p:grpSpPr>
            <a:xfrm>
              <a:off x="1253" y="3436"/>
              <a:ext cx="1257" cy="1"/>
              <a:chOff x="1069" y="3601"/>
              <a:chExt cx="1257" cy="1"/>
            </a:xfrm>
          </p:grpSpPr>
          <p:sp>
            <p:nvSpPr>
              <p:cNvPr id="345" name="Google Shape;345;p3"/>
              <p:cNvSpPr/>
              <p:nvPr/>
            </p:nvSpPr>
            <p:spPr>
              <a:xfrm>
                <a:off x="230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p3"/>
              <p:cNvSpPr/>
              <p:nvPr/>
            </p:nvSpPr>
            <p:spPr>
              <a:xfrm>
                <a:off x="224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3"/>
              <p:cNvSpPr/>
              <p:nvPr/>
            </p:nvSpPr>
            <p:spPr>
              <a:xfrm>
                <a:off x="218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8" name="Google Shape;348;p3"/>
              <p:cNvSpPr/>
              <p:nvPr/>
            </p:nvSpPr>
            <p:spPr>
              <a:xfrm>
                <a:off x="213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9" name="Google Shape;349;p3"/>
              <p:cNvSpPr/>
              <p:nvPr/>
            </p:nvSpPr>
            <p:spPr>
              <a:xfrm>
                <a:off x="207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0" name="Google Shape;350;p3"/>
              <p:cNvSpPr/>
              <p:nvPr/>
            </p:nvSpPr>
            <p:spPr>
              <a:xfrm>
                <a:off x="202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3"/>
              <p:cNvSpPr/>
              <p:nvPr/>
            </p:nvSpPr>
            <p:spPr>
              <a:xfrm>
                <a:off x="196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3"/>
              <p:cNvSpPr/>
              <p:nvPr/>
            </p:nvSpPr>
            <p:spPr>
              <a:xfrm>
                <a:off x="190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3"/>
              <p:cNvSpPr/>
              <p:nvPr/>
            </p:nvSpPr>
            <p:spPr>
              <a:xfrm>
                <a:off x="185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4" name="Google Shape;354;p3"/>
              <p:cNvSpPr/>
              <p:nvPr/>
            </p:nvSpPr>
            <p:spPr>
              <a:xfrm>
                <a:off x="179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3"/>
              <p:cNvSpPr/>
              <p:nvPr/>
            </p:nvSpPr>
            <p:spPr>
              <a:xfrm>
                <a:off x="174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6" name="Google Shape;356;p3"/>
              <p:cNvSpPr/>
              <p:nvPr/>
            </p:nvSpPr>
            <p:spPr>
              <a:xfrm>
                <a:off x="168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7" name="Google Shape;357;p3"/>
              <p:cNvSpPr/>
              <p:nvPr/>
            </p:nvSpPr>
            <p:spPr>
              <a:xfrm>
                <a:off x="162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8" name="Google Shape;358;p3"/>
              <p:cNvSpPr/>
              <p:nvPr/>
            </p:nvSpPr>
            <p:spPr>
              <a:xfrm>
                <a:off x="157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3"/>
              <p:cNvSpPr/>
              <p:nvPr/>
            </p:nvSpPr>
            <p:spPr>
              <a:xfrm>
                <a:off x="151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3"/>
              <p:cNvSpPr/>
              <p:nvPr/>
            </p:nvSpPr>
            <p:spPr>
              <a:xfrm>
                <a:off x="146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p3"/>
              <p:cNvSpPr/>
              <p:nvPr/>
            </p:nvSpPr>
            <p:spPr>
              <a:xfrm>
                <a:off x="140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3"/>
              <p:cNvSpPr/>
              <p:nvPr/>
            </p:nvSpPr>
            <p:spPr>
              <a:xfrm>
                <a:off x="134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3"/>
              <p:cNvSpPr/>
              <p:nvPr/>
            </p:nvSpPr>
            <p:spPr>
              <a:xfrm>
                <a:off x="1293"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3"/>
              <p:cNvSpPr/>
              <p:nvPr/>
            </p:nvSpPr>
            <p:spPr>
              <a:xfrm>
                <a:off x="1237"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3"/>
              <p:cNvSpPr/>
              <p:nvPr/>
            </p:nvSpPr>
            <p:spPr>
              <a:xfrm>
                <a:off x="1181"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3"/>
              <p:cNvSpPr/>
              <p:nvPr/>
            </p:nvSpPr>
            <p:spPr>
              <a:xfrm>
                <a:off x="1125"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3"/>
              <p:cNvSpPr/>
              <p:nvPr/>
            </p:nvSpPr>
            <p:spPr>
              <a:xfrm>
                <a:off x="1069" y="3601"/>
                <a:ext cx="25" cy="1"/>
              </a:xfrm>
              <a:custGeom>
                <a:rect b="b" l="l" r="r" t="t"/>
                <a:pathLst>
                  <a:path extrusionOk="0" h="1" w="25">
                    <a:moveTo>
                      <a:pt x="24" y="0"/>
                    </a:moveTo>
                    <a:lnTo>
                      <a:pt x="24" y="0"/>
                    </a:lnTo>
                    <a:lnTo>
                      <a:pt x="0" y="0"/>
                    </a:lnTo>
                    <a:lnTo>
                      <a:pt x="24" y="0"/>
                    </a:lnTo>
                  </a:path>
                </a:pathLst>
              </a:custGeom>
              <a:solidFill>
                <a:srgbClr val="B22A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8" name="Google Shape;368;p3"/>
            <p:cNvGrpSpPr/>
            <p:nvPr/>
          </p:nvGrpSpPr>
          <p:grpSpPr>
            <a:xfrm>
              <a:off x="1211" y="2791"/>
              <a:ext cx="60" cy="633"/>
              <a:chOff x="1064" y="2997"/>
              <a:chExt cx="60" cy="633"/>
            </a:xfrm>
          </p:grpSpPr>
          <p:sp>
            <p:nvSpPr>
              <p:cNvPr id="369" name="Google Shape;369;p3"/>
              <p:cNvSpPr/>
              <p:nvPr/>
            </p:nvSpPr>
            <p:spPr>
              <a:xfrm>
                <a:off x="1093" y="3605"/>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0" name="Google Shape;370;p3"/>
              <p:cNvSpPr/>
              <p:nvPr/>
            </p:nvSpPr>
            <p:spPr>
              <a:xfrm>
                <a:off x="1093" y="3549"/>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3"/>
              <p:cNvSpPr/>
              <p:nvPr/>
            </p:nvSpPr>
            <p:spPr>
              <a:xfrm>
                <a:off x="1093" y="3493"/>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3"/>
              <p:cNvSpPr/>
              <p:nvPr/>
            </p:nvSpPr>
            <p:spPr>
              <a:xfrm>
                <a:off x="1093" y="3437"/>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3"/>
              <p:cNvSpPr/>
              <p:nvPr/>
            </p:nvSpPr>
            <p:spPr>
              <a:xfrm>
                <a:off x="1093" y="3381"/>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 name="Google Shape;374;p3"/>
              <p:cNvSpPr/>
              <p:nvPr/>
            </p:nvSpPr>
            <p:spPr>
              <a:xfrm>
                <a:off x="1093" y="3325"/>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 name="Google Shape;375;p3"/>
              <p:cNvSpPr/>
              <p:nvPr/>
            </p:nvSpPr>
            <p:spPr>
              <a:xfrm>
                <a:off x="1093" y="3269"/>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3"/>
              <p:cNvSpPr/>
              <p:nvPr/>
            </p:nvSpPr>
            <p:spPr>
              <a:xfrm>
                <a:off x="1093" y="3213"/>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 name="Google Shape;377;p3"/>
              <p:cNvSpPr/>
              <p:nvPr/>
            </p:nvSpPr>
            <p:spPr>
              <a:xfrm>
                <a:off x="1093" y="3157"/>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3"/>
              <p:cNvSpPr/>
              <p:nvPr/>
            </p:nvSpPr>
            <p:spPr>
              <a:xfrm>
                <a:off x="1093" y="3101"/>
                <a:ext cx="1" cy="25"/>
              </a:xfrm>
              <a:custGeom>
                <a:rect b="b" l="l" r="r" t="t"/>
                <a:pathLst>
                  <a:path extrusionOk="0" h="25" w="1">
                    <a:moveTo>
                      <a:pt x="0" y="24"/>
                    </a:moveTo>
                    <a:lnTo>
                      <a:pt x="0" y="24"/>
                    </a:lnTo>
                    <a:lnTo>
                      <a:pt x="0" y="0"/>
                    </a:lnTo>
                    <a:lnTo>
                      <a:pt x="0" y="24"/>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3"/>
              <p:cNvSpPr/>
              <p:nvPr/>
            </p:nvSpPr>
            <p:spPr>
              <a:xfrm>
                <a:off x="1093" y="3062"/>
                <a:ext cx="1" cy="8"/>
              </a:xfrm>
              <a:custGeom>
                <a:rect b="b" l="l" r="r" t="t"/>
                <a:pathLst>
                  <a:path extrusionOk="0" h="8" w="1">
                    <a:moveTo>
                      <a:pt x="0" y="7"/>
                    </a:moveTo>
                    <a:lnTo>
                      <a:pt x="0" y="7"/>
                    </a:lnTo>
                    <a:lnTo>
                      <a:pt x="0" y="0"/>
                    </a:lnTo>
                    <a:lnTo>
                      <a:pt x="0" y="7"/>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3"/>
              <p:cNvSpPr/>
              <p:nvPr/>
            </p:nvSpPr>
            <p:spPr>
              <a:xfrm>
                <a:off x="1064" y="2997"/>
                <a:ext cx="60" cy="60"/>
              </a:xfrm>
              <a:custGeom>
                <a:rect b="b" l="l" r="r" t="t"/>
                <a:pathLst>
                  <a:path extrusionOk="0" h="60" w="60">
                    <a:moveTo>
                      <a:pt x="59" y="59"/>
                    </a:moveTo>
                    <a:lnTo>
                      <a:pt x="29" y="0"/>
                    </a:lnTo>
                    <a:lnTo>
                      <a:pt x="0" y="59"/>
                    </a:lnTo>
                    <a:lnTo>
                      <a:pt x="59" y="59"/>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1" name="Google Shape;381;p3"/>
            <p:cNvGrpSpPr/>
            <p:nvPr/>
          </p:nvGrpSpPr>
          <p:grpSpPr>
            <a:xfrm>
              <a:off x="2784" y="2860"/>
              <a:ext cx="60" cy="249"/>
              <a:chOff x="2600" y="3025"/>
              <a:chExt cx="60" cy="249"/>
            </a:xfrm>
          </p:grpSpPr>
          <p:sp>
            <p:nvSpPr>
              <p:cNvPr id="382" name="Google Shape;382;p3"/>
              <p:cNvSpPr/>
              <p:nvPr/>
            </p:nvSpPr>
            <p:spPr>
              <a:xfrm>
                <a:off x="2629" y="3090"/>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3"/>
              <p:cNvSpPr/>
              <p:nvPr/>
            </p:nvSpPr>
            <p:spPr>
              <a:xfrm>
                <a:off x="2629" y="3146"/>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p3"/>
              <p:cNvSpPr/>
              <p:nvPr/>
            </p:nvSpPr>
            <p:spPr>
              <a:xfrm>
                <a:off x="2629" y="3202"/>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 name="Google Shape;385;p3"/>
              <p:cNvSpPr/>
              <p:nvPr/>
            </p:nvSpPr>
            <p:spPr>
              <a:xfrm>
                <a:off x="2629" y="3258"/>
                <a:ext cx="1" cy="16"/>
              </a:xfrm>
              <a:custGeom>
                <a:rect b="b" l="l" r="r" t="t"/>
                <a:pathLst>
                  <a:path extrusionOk="0" h="16" w="1">
                    <a:moveTo>
                      <a:pt x="0" y="0"/>
                    </a:moveTo>
                    <a:lnTo>
                      <a:pt x="0" y="0"/>
                    </a:lnTo>
                    <a:lnTo>
                      <a:pt x="0" y="15"/>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 name="Google Shape;386;p3"/>
              <p:cNvSpPr/>
              <p:nvPr/>
            </p:nvSpPr>
            <p:spPr>
              <a:xfrm>
                <a:off x="2600" y="3025"/>
                <a:ext cx="60" cy="60"/>
              </a:xfrm>
              <a:custGeom>
                <a:rect b="b" l="l" r="r" t="t"/>
                <a:pathLst>
                  <a:path extrusionOk="0" h="60" w="60">
                    <a:moveTo>
                      <a:pt x="59" y="59"/>
                    </a:moveTo>
                    <a:lnTo>
                      <a:pt x="29" y="0"/>
                    </a:lnTo>
                    <a:lnTo>
                      <a:pt x="0" y="59"/>
                    </a:lnTo>
                    <a:lnTo>
                      <a:pt x="59" y="59"/>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7" name="Google Shape;387;p3"/>
            <p:cNvGrpSpPr/>
            <p:nvPr/>
          </p:nvGrpSpPr>
          <p:grpSpPr>
            <a:xfrm>
              <a:off x="3179" y="2860"/>
              <a:ext cx="60" cy="249"/>
              <a:chOff x="3079" y="3025"/>
              <a:chExt cx="60" cy="249"/>
            </a:xfrm>
          </p:grpSpPr>
          <p:sp>
            <p:nvSpPr>
              <p:cNvPr id="388" name="Google Shape;388;p3"/>
              <p:cNvSpPr/>
              <p:nvPr/>
            </p:nvSpPr>
            <p:spPr>
              <a:xfrm>
                <a:off x="3109" y="3025"/>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9" name="Google Shape;389;p3"/>
              <p:cNvSpPr/>
              <p:nvPr/>
            </p:nvSpPr>
            <p:spPr>
              <a:xfrm>
                <a:off x="3109" y="3081"/>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p3"/>
              <p:cNvSpPr/>
              <p:nvPr/>
            </p:nvSpPr>
            <p:spPr>
              <a:xfrm>
                <a:off x="3109" y="3137"/>
                <a:ext cx="1" cy="25"/>
              </a:xfrm>
              <a:custGeom>
                <a:rect b="b" l="l" r="r" t="t"/>
                <a:pathLst>
                  <a:path extrusionOk="0" h="25" w="1">
                    <a:moveTo>
                      <a:pt x="0" y="0"/>
                    </a:moveTo>
                    <a:lnTo>
                      <a:pt x="0" y="0"/>
                    </a:lnTo>
                    <a:lnTo>
                      <a:pt x="0" y="24"/>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p3"/>
              <p:cNvSpPr/>
              <p:nvPr/>
            </p:nvSpPr>
            <p:spPr>
              <a:xfrm>
                <a:off x="3109" y="3193"/>
                <a:ext cx="1" cy="16"/>
              </a:xfrm>
              <a:custGeom>
                <a:rect b="b" l="l" r="r" t="t"/>
                <a:pathLst>
                  <a:path extrusionOk="0" h="16" w="1">
                    <a:moveTo>
                      <a:pt x="0" y="0"/>
                    </a:moveTo>
                    <a:lnTo>
                      <a:pt x="0" y="0"/>
                    </a:lnTo>
                    <a:lnTo>
                      <a:pt x="0" y="15"/>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 name="Google Shape;392;p3"/>
              <p:cNvSpPr/>
              <p:nvPr/>
            </p:nvSpPr>
            <p:spPr>
              <a:xfrm>
                <a:off x="3079" y="3214"/>
                <a:ext cx="60" cy="60"/>
              </a:xfrm>
              <a:custGeom>
                <a:rect b="b" l="l" r="r" t="t"/>
                <a:pathLst>
                  <a:path extrusionOk="0" h="60" w="60">
                    <a:moveTo>
                      <a:pt x="0" y="0"/>
                    </a:moveTo>
                    <a:lnTo>
                      <a:pt x="30" y="59"/>
                    </a:lnTo>
                    <a:lnTo>
                      <a:pt x="59" y="0"/>
                    </a:lnTo>
                    <a:lnTo>
                      <a:pt x="0" y="0"/>
                    </a:lnTo>
                  </a:path>
                </a:pathLst>
              </a:custGeom>
              <a:solidFill>
                <a:srgbClr val="B22A92"/>
              </a:solid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3" name="Google Shape;393;p3"/>
            <p:cNvSpPr/>
            <p:nvPr/>
          </p:nvSpPr>
          <p:spPr>
            <a:xfrm>
              <a:off x="3330" y="2878"/>
              <a:ext cx="773" cy="249"/>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394" name="Google Shape;394;p3"/>
            <p:cNvSpPr/>
            <p:nvPr/>
          </p:nvSpPr>
          <p:spPr>
            <a:xfrm>
              <a:off x="3334" y="2892"/>
              <a:ext cx="772" cy="248"/>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b="0" i="0" sz="1400" u="none" cap="none" strike="noStrike">
                <a:solidFill>
                  <a:srgbClr val="000000"/>
                </a:solidFill>
                <a:latin typeface="Arial"/>
                <a:ea typeface="Arial"/>
                <a:cs typeface="Arial"/>
                <a:sym typeface="Arial"/>
              </a:endParaRPr>
            </a:p>
          </p:txBody>
        </p:sp>
        <p:sp>
          <p:nvSpPr>
            <p:cNvPr id="395" name="Google Shape;395;p3"/>
            <p:cNvSpPr/>
            <p:nvPr/>
          </p:nvSpPr>
          <p:spPr>
            <a:xfrm>
              <a:off x="4032" y="3600"/>
              <a:ext cx="780" cy="256"/>
            </a:xfrm>
            <a:prstGeom prst="rect">
              <a:avLst/>
            </a:prstGeom>
            <a:noFill/>
            <a:ln cap="flat" cmpd="sng" w="12700">
              <a:solidFill>
                <a:srgbClr val="B02A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b="0" i="0" sz="1400" u="none" cap="none" strike="noStrike">
                <a:solidFill>
                  <a:srgbClr val="000000"/>
                </a:solidFill>
                <a:latin typeface="Arial"/>
                <a:ea typeface="Arial"/>
                <a:cs typeface="Arial"/>
                <a:sym typeface="Arial"/>
              </a:endParaRPr>
            </a:p>
          </p:txBody>
        </p:sp>
        <p:sp>
          <p:nvSpPr>
            <p:cNvPr id="396" name="Google Shape;396;p3"/>
            <p:cNvSpPr/>
            <p:nvPr/>
          </p:nvSpPr>
          <p:spPr>
            <a:xfrm>
              <a:off x="1440" y="3600"/>
              <a:ext cx="780" cy="256"/>
            </a:xfrm>
            <a:prstGeom prst="rect">
              <a:avLst/>
            </a:prstGeom>
            <a:noFill/>
            <a:ln cap="flat" cmpd="sng" w="12700">
              <a:solidFill>
                <a:srgbClr val="B02A00"/>
              </a:solidFill>
              <a:prstDash val="solid"/>
              <a:miter lim="800000"/>
              <a:headEnd len="sm" w="sm" type="none"/>
              <a:tailEnd len="sm" w="sm" type="none"/>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000"/>
                <a:buFont typeface="Noto Sans Symbols"/>
                <a:buNone/>
              </a:pPr>
              <a:r>
                <a:rPr b="1" i="0" lang="en-US" sz="2000" u="none" cap="none" strike="noStrike">
                  <a:solidFill>
                    <a:srgbClr val="F84700"/>
                  </a:solidFill>
                  <a:latin typeface="Times New Roman"/>
                  <a:ea typeface="Times New Roman"/>
                  <a:cs typeface="Times New Roman"/>
                  <a:sym typeface="Times New Roman"/>
                </a:rPr>
                <a:t>Feedback</a:t>
              </a:r>
              <a:endParaRPr b="0" i="0" sz="1400" u="none" cap="none" strike="noStrike">
                <a:solidFill>
                  <a:srgbClr val="000000"/>
                </a:solidFill>
                <a:latin typeface="Arial"/>
                <a:ea typeface="Arial"/>
                <a:cs typeface="Arial"/>
                <a:sym typeface="Arial"/>
              </a:endParaRPr>
            </a:p>
          </p:txBody>
        </p:sp>
        <p:grpSp>
          <p:nvGrpSpPr>
            <p:cNvPr id="397" name="Google Shape;397;p3"/>
            <p:cNvGrpSpPr/>
            <p:nvPr/>
          </p:nvGrpSpPr>
          <p:grpSpPr>
            <a:xfrm>
              <a:off x="1739" y="2355"/>
              <a:ext cx="579" cy="56"/>
              <a:chOff x="1497" y="2516"/>
              <a:chExt cx="637" cy="60"/>
            </a:xfrm>
          </p:grpSpPr>
          <p:cxnSp>
            <p:nvCxnSpPr>
              <p:cNvPr id="398" name="Google Shape;398;p3"/>
              <p:cNvCxnSpPr/>
              <p:nvPr/>
            </p:nvCxnSpPr>
            <p:spPr>
              <a:xfrm rot="10800000">
                <a:off x="1497" y="2549"/>
                <a:ext cx="583" cy="0"/>
              </a:xfrm>
              <a:prstGeom prst="straightConnector1">
                <a:avLst/>
              </a:prstGeom>
              <a:noFill/>
              <a:ln cap="flat" cmpd="sng" w="12700">
                <a:solidFill>
                  <a:srgbClr val="B02A00"/>
                </a:solidFill>
                <a:prstDash val="solid"/>
                <a:round/>
                <a:headEnd len="sm" w="sm" type="none"/>
                <a:tailEnd len="sm" w="sm" type="none"/>
              </a:ln>
            </p:spPr>
          </p:cxnSp>
          <p:sp>
            <p:nvSpPr>
              <p:cNvPr id="399" name="Google Shape;399;p3"/>
              <p:cNvSpPr/>
              <p:nvPr/>
            </p:nvSpPr>
            <p:spPr>
              <a:xfrm>
                <a:off x="2074" y="2516"/>
                <a:ext cx="60" cy="60"/>
              </a:xfrm>
              <a:custGeom>
                <a:rect b="b" l="l" r="r" t="t"/>
                <a:pathLst>
                  <a:path extrusionOk="0" h="60" w="60">
                    <a:moveTo>
                      <a:pt x="0" y="59"/>
                    </a:moveTo>
                    <a:lnTo>
                      <a:pt x="59" y="29"/>
                    </a:lnTo>
                    <a:lnTo>
                      <a:pt x="0" y="0"/>
                    </a:lnTo>
                    <a:lnTo>
                      <a:pt x="0" y="5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0" name="Google Shape;400;p3"/>
            <p:cNvGrpSpPr/>
            <p:nvPr/>
          </p:nvGrpSpPr>
          <p:grpSpPr>
            <a:xfrm>
              <a:off x="3733" y="2356"/>
              <a:ext cx="553" cy="60"/>
              <a:chOff x="3549" y="2521"/>
              <a:chExt cx="553" cy="60"/>
            </a:xfrm>
          </p:grpSpPr>
          <p:cxnSp>
            <p:nvCxnSpPr>
              <p:cNvPr id="401" name="Google Shape;401;p3"/>
              <p:cNvCxnSpPr/>
              <p:nvPr/>
            </p:nvCxnSpPr>
            <p:spPr>
              <a:xfrm rot="10800000">
                <a:off x="3549" y="2554"/>
                <a:ext cx="499" cy="0"/>
              </a:xfrm>
              <a:prstGeom prst="straightConnector1">
                <a:avLst/>
              </a:prstGeom>
              <a:noFill/>
              <a:ln cap="flat" cmpd="sng" w="12700">
                <a:solidFill>
                  <a:srgbClr val="B02A00"/>
                </a:solidFill>
                <a:prstDash val="solid"/>
                <a:round/>
                <a:headEnd len="sm" w="sm" type="none"/>
                <a:tailEnd len="sm" w="sm" type="none"/>
              </a:ln>
            </p:spPr>
          </p:cxnSp>
          <p:sp>
            <p:nvSpPr>
              <p:cNvPr id="402" name="Google Shape;402;p3"/>
              <p:cNvSpPr/>
              <p:nvPr/>
            </p:nvSpPr>
            <p:spPr>
              <a:xfrm>
                <a:off x="4042" y="2521"/>
                <a:ext cx="60" cy="60"/>
              </a:xfrm>
              <a:custGeom>
                <a:rect b="b" l="l" r="r" t="t"/>
                <a:pathLst>
                  <a:path extrusionOk="0" h="60" w="60">
                    <a:moveTo>
                      <a:pt x="0" y="59"/>
                    </a:moveTo>
                    <a:lnTo>
                      <a:pt x="59" y="29"/>
                    </a:lnTo>
                    <a:lnTo>
                      <a:pt x="0" y="0"/>
                    </a:lnTo>
                    <a:lnTo>
                      <a:pt x="0" y="5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403" name="Google Shape;403;p3"/>
            <p:cNvCxnSpPr/>
            <p:nvPr/>
          </p:nvCxnSpPr>
          <p:spPr>
            <a:xfrm>
              <a:off x="1233" y="1616"/>
              <a:ext cx="0" cy="152"/>
            </a:xfrm>
            <a:prstGeom prst="straightConnector1">
              <a:avLst/>
            </a:prstGeom>
            <a:noFill/>
            <a:ln cap="flat" cmpd="sng" w="12700">
              <a:solidFill>
                <a:srgbClr val="B02A00"/>
              </a:solidFill>
              <a:prstDash val="solid"/>
              <a:round/>
              <a:headEnd len="sm" w="sm" type="none"/>
              <a:tailEnd len="sm" w="sm" type="none"/>
            </a:ln>
          </p:spPr>
        </p:cxnSp>
        <p:cxnSp>
          <p:nvCxnSpPr>
            <p:cNvPr id="404" name="Google Shape;404;p3"/>
            <p:cNvCxnSpPr/>
            <p:nvPr/>
          </p:nvCxnSpPr>
          <p:spPr>
            <a:xfrm>
              <a:off x="4881" y="1616"/>
              <a:ext cx="0" cy="152"/>
            </a:xfrm>
            <a:prstGeom prst="straightConnector1">
              <a:avLst/>
            </a:prstGeom>
            <a:noFill/>
            <a:ln cap="flat" cmpd="sng" w="12700">
              <a:solidFill>
                <a:srgbClr val="B02A00"/>
              </a:solidFill>
              <a:prstDash val="solid"/>
              <a:round/>
              <a:headEnd len="sm" w="sm" type="none"/>
              <a:tailEnd len="sm" w="sm" type="none"/>
            </a:ln>
          </p:spPr>
        </p:cxnSp>
        <p:cxnSp>
          <p:nvCxnSpPr>
            <p:cNvPr id="405" name="Google Shape;405;p3"/>
            <p:cNvCxnSpPr/>
            <p:nvPr/>
          </p:nvCxnSpPr>
          <p:spPr>
            <a:xfrm>
              <a:off x="1281" y="1712"/>
              <a:ext cx="680" cy="0"/>
            </a:xfrm>
            <a:prstGeom prst="straightConnector1">
              <a:avLst/>
            </a:prstGeom>
            <a:noFill/>
            <a:ln cap="flat" cmpd="sng" w="12700">
              <a:solidFill>
                <a:srgbClr val="B02A00"/>
              </a:solidFill>
              <a:prstDash val="solid"/>
              <a:round/>
              <a:headEnd len="sm" w="sm" type="none"/>
              <a:tailEnd len="sm" w="sm" type="none"/>
            </a:ln>
          </p:spPr>
        </p:cxnSp>
        <p:sp>
          <p:nvSpPr>
            <p:cNvPr id="406" name="Google Shape;406;p3"/>
            <p:cNvSpPr/>
            <p:nvPr/>
          </p:nvSpPr>
          <p:spPr>
            <a:xfrm>
              <a:off x="2226" y="1536"/>
              <a:ext cx="1349" cy="326"/>
            </a:xfrm>
            <a:prstGeom prst="rect">
              <a:avLst/>
            </a:prstGeom>
            <a:noFill/>
            <a:ln cap="flat" cmpd="sng" w="12700">
              <a:solidFill>
                <a:srgbClr val="B02A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07" name="Google Shape;407;p3"/>
            <p:cNvSpPr/>
            <p:nvPr/>
          </p:nvSpPr>
          <p:spPr>
            <a:xfrm>
              <a:off x="2230" y="1555"/>
              <a:ext cx="126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84700"/>
                </a:buClr>
                <a:buSzPts val="2800"/>
                <a:buFont typeface="Noto Sans Symbols"/>
                <a:buNone/>
              </a:pPr>
              <a:r>
                <a:rPr b="1" i="1" lang="en-US" sz="2800" u="none" cap="none" strike="noStrike">
                  <a:solidFill>
                    <a:srgbClr val="F84700"/>
                  </a:solidFill>
                  <a:latin typeface="Times New Roman"/>
                  <a:ea typeface="Times New Roman"/>
                  <a:cs typeface="Times New Roman"/>
                  <a:sym typeface="Times New Roman"/>
                </a:rPr>
                <a:t>Value added</a:t>
              </a:r>
              <a:endParaRPr b="0" i="0" sz="1400" u="none" cap="none" strike="noStrike">
                <a:solidFill>
                  <a:srgbClr val="000000"/>
                </a:solidFill>
                <a:latin typeface="Arial"/>
                <a:ea typeface="Arial"/>
                <a:cs typeface="Arial"/>
                <a:sym typeface="Arial"/>
              </a:endParaRPr>
            </a:p>
          </p:txBody>
        </p:sp>
        <p:cxnSp>
          <p:nvCxnSpPr>
            <p:cNvPr id="408" name="Google Shape;408;p3"/>
            <p:cNvCxnSpPr/>
            <p:nvPr/>
          </p:nvCxnSpPr>
          <p:spPr>
            <a:xfrm>
              <a:off x="3633" y="1712"/>
              <a:ext cx="1208" cy="0"/>
            </a:xfrm>
            <a:prstGeom prst="straightConnector1">
              <a:avLst/>
            </a:prstGeom>
            <a:noFill/>
            <a:ln cap="flat" cmpd="sng" w="12700">
              <a:solidFill>
                <a:srgbClr val="B02A00"/>
              </a:solidFill>
              <a:prstDash val="solid"/>
              <a:round/>
              <a:headEnd len="sm" w="sm" type="none"/>
              <a:tailEnd len="sm" w="sm" type="none"/>
            </a:ln>
          </p:spPr>
        </p:cxnSp>
        <p:cxnSp>
          <p:nvCxnSpPr>
            <p:cNvPr id="409" name="Google Shape;409;p3"/>
            <p:cNvCxnSpPr/>
            <p:nvPr/>
          </p:nvCxnSpPr>
          <p:spPr>
            <a:xfrm>
              <a:off x="1259" y="3424"/>
              <a:ext cx="1344" cy="0"/>
            </a:xfrm>
            <a:prstGeom prst="straightConnector1">
              <a:avLst/>
            </a:prstGeom>
            <a:noFill/>
            <a:ln cap="flat" cmpd="sng" w="12700">
              <a:solidFill>
                <a:schemeClr val="dk1"/>
              </a:solidFill>
              <a:prstDash val="dash"/>
              <a:round/>
              <a:headEnd len="sm" w="sm" type="none"/>
              <a:tailEnd len="sm" w="sm" type="none"/>
            </a:ln>
          </p:spPr>
        </p:cxnSp>
      </p:gr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
          <p:cNvSpPr/>
          <p:nvPr/>
        </p:nvSpPr>
        <p:spPr>
          <a:xfrm>
            <a:off x="3657600" y="2171700"/>
            <a:ext cx="251460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15" name="Google Shape;415;p4"/>
          <p:cNvSpPr/>
          <p:nvPr/>
        </p:nvSpPr>
        <p:spPr>
          <a:xfrm>
            <a:off x="819150" y="2171700"/>
            <a:ext cx="283845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16" name="Google Shape;416;p4"/>
          <p:cNvSpPr/>
          <p:nvPr/>
        </p:nvSpPr>
        <p:spPr>
          <a:xfrm>
            <a:off x="0" y="166688"/>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Food Processor</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14350" y="1828800"/>
            <a:ext cx="9132888" cy="5016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18" name="Google Shape;418;p4"/>
          <p:cNvSpPr/>
          <p:nvPr/>
        </p:nvSpPr>
        <p:spPr>
          <a:xfrm>
            <a:off x="971550" y="1462088"/>
            <a:ext cx="1285875" cy="576262"/>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Inputs</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3883025" y="1462088"/>
            <a:ext cx="2189163" cy="576262"/>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Processing</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6310313" y="1447800"/>
            <a:ext cx="1601787"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Outputs</a:t>
            </a:r>
            <a:endParaRPr b="0" i="0" sz="1400" u="none" cap="none" strike="noStrike">
              <a:solidFill>
                <a:srgbClr val="000000"/>
              </a:solidFill>
              <a:latin typeface="Arial"/>
              <a:ea typeface="Arial"/>
              <a:cs typeface="Arial"/>
              <a:sym typeface="Arial"/>
            </a:endParaRPr>
          </a:p>
        </p:txBody>
      </p:sp>
      <p:grpSp>
        <p:nvGrpSpPr>
          <p:cNvPr id="421" name="Google Shape;421;p4"/>
          <p:cNvGrpSpPr/>
          <p:nvPr/>
        </p:nvGrpSpPr>
        <p:grpSpPr>
          <a:xfrm>
            <a:off x="892175" y="2111375"/>
            <a:ext cx="8070850" cy="2968625"/>
            <a:chOff x="240" y="1345"/>
            <a:chExt cx="5084" cy="1870"/>
          </a:xfrm>
        </p:grpSpPr>
        <p:sp>
          <p:nvSpPr>
            <p:cNvPr id="422" name="Google Shape;422;p4"/>
            <p:cNvSpPr/>
            <p:nvPr/>
          </p:nvSpPr>
          <p:spPr>
            <a:xfrm>
              <a:off x="3674" y="1345"/>
              <a:ext cx="888"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23" name="Google Shape;423;p4"/>
            <p:cNvSpPr/>
            <p:nvPr/>
          </p:nvSpPr>
          <p:spPr>
            <a:xfrm>
              <a:off x="489" y="1452"/>
              <a:ext cx="139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24" name="Google Shape;424;p4"/>
            <p:cNvSpPr/>
            <p:nvPr/>
          </p:nvSpPr>
          <p:spPr>
            <a:xfrm>
              <a:off x="240" y="1408"/>
              <a:ext cx="181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 Raw Vegetables</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2187" y="1452"/>
              <a:ext cx="75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26" name="Google Shape;426;p4"/>
            <p:cNvSpPr/>
            <p:nvPr/>
          </p:nvSpPr>
          <p:spPr>
            <a:xfrm>
              <a:off x="2178" y="1408"/>
              <a:ext cx="1001"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Cleaning</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3674" y="1645"/>
              <a:ext cx="1650"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28" name="Google Shape;428;p4"/>
            <p:cNvSpPr/>
            <p:nvPr/>
          </p:nvSpPr>
          <p:spPr>
            <a:xfrm>
              <a:off x="3696" y="1410"/>
              <a:ext cx="1200" cy="59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Canned </a:t>
              </a:r>
              <a:br>
                <a:rPr b="0" i="0" lang="en-US" sz="2800" u="none" cap="none" strike="noStrike">
                  <a:solidFill>
                    <a:srgbClr val="000000"/>
                  </a:solidFill>
                  <a:latin typeface="Arial"/>
                  <a:ea typeface="Arial"/>
                  <a:cs typeface="Arial"/>
                  <a:sym typeface="Arial"/>
                </a:rPr>
              </a:br>
              <a:r>
                <a:rPr b="0" i="0" lang="en-US" sz="2800" u="none" cap="none" strike="noStrike">
                  <a:solidFill>
                    <a:srgbClr val="000000"/>
                  </a:solidFill>
                  <a:latin typeface="Arial"/>
                  <a:ea typeface="Arial"/>
                  <a:cs typeface="Arial"/>
                  <a:sym typeface="Arial"/>
                </a:rPr>
                <a:t>vegetables</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489" y="1699"/>
              <a:ext cx="1114"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0" name="Google Shape;430;p4"/>
            <p:cNvSpPr/>
            <p:nvPr/>
          </p:nvSpPr>
          <p:spPr>
            <a:xfrm>
              <a:off x="240" y="1655"/>
              <a:ext cx="148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 Metal Sheets</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2187" y="1699"/>
              <a:ext cx="107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2" name="Google Shape;432;p4"/>
            <p:cNvSpPr/>
            <p:nvPr/>
          </p:nvSpPr>
          <p:spPr>
            <a:xfrm>
              <a:off x="2178" y="1655"/>
              <a:ext cx="137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Making cans</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489" y="1946"/>
              <a:ext cx="50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4" name="Google Shape;434;p4"/>
            <p:cNvSpPr/>
            <p:nvPr/>
          </p:nvSpPr>
          <p:spPr>
            <a:xfrm>
              <a:off x="288" y="1902"/>
              <a:ext cx="712"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Water</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2187" y="1946"/>
              <a:ext cx="60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6" name="Google Shape;436;p4"/>
            <p:cNvSpPr/>
            <p:nvPr/>
          </p:nvSpPr>
          <p:spPr>
            <a:xfrm>
              <a:off x="2178" y="1902"/>
              <a:ext cx="8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Cutting</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489" y="2193"/>
              <a:ext cx="60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38" name="Google Shape;438;p4"/>
            <p:cNvSpPr/>
            <p:nvPr/>
          </p:nvSpPr>
          <p:spPr>
            <a:xfrm>
              <a:off x="288" y="2149"/>
              <a:ext cx="8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Energy</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2187" y="2193"/>
              <a:ext cx="69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0" name="Google Shape;440;p4"/>
            <p:cNvSpPr/>
            <p:nvPr/>
          </p:nvSpPr>
          <p:spPr>
            <a:xfrm>
              <a:off x="2178" y="2149"/>
              <a:ext cx="938"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Cooking</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489" y="2440"/>
              <a:ext cx="48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2" name="Google Shape;442;p4"/>
            <p:cNvSpPr/>
            <p:nvPr/>
          </p:nvSpPr>
          <p:spPr>
            <a:xfrm>
              <a:off x="288" y="2396"/>
              <a:ext cx="689"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Labor</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2187" y="2440"/>
              <a:ext cx="67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4" name="Google Shape;444;p4"/>
            <p:cNvSpPr/>
            <p:nvPr/>
          </p:nvSpPr>
          <p:spPr>
            <a:xfrm>
              <a:off x="2178" y="2396"/>
              <a:ext cx="912"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Packing</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489" y="2687"/>
              <a:ext cx="67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6" name="Google Shape;446;p4"/>
            <p:cNvSpPr/>
            <p:nvPr/>
          </p:nvSpPr>
          <p:spPr>
            <a:xfrm>
              <a:off x="288" y="2643"/>
              <a:ext cx="91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Building</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2187" y="2687"/>
              <a:ext cx="72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48" name="Google Shape;448;p4"/>
            <p:cNvSpPr/>
            <p:nvPr/>
          </p:nvSpPr>
          <p:spPr>
            <a:xfrm>
              <a:off x="2178" y="2643"/>
              <a:ext cx="964"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Labeling</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489" y="2934"/>
              <a:ext cx="91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0" name="Google Shape;450;p4"/>
            <p:cNvSpPr/>
            <p:nvPr/>
          </p:nvSpPr>
          <p:spPr>
            <a:xfrm>
              <a:off x="288" y="2890"/>
              <a:ext cx="1187"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Equipment</a:t>
              </a:r>
              <a:endParaRPr b="0" i="0" sz="1400" u="none" cap="none" strike="noStrike">
                <a:solidFill>
                  <a:srgbClr val="000000"/>
                </a:solidFill>
                <a:latin typeface="Arial"/>
                <a:ea typeface="Arial"/>
                <a:cs typeface="Arial"/>
                <a:sym typeface="Arial"/>
              </a:endParaRPr>
            </a:p>
          </p:txBody>
        </p:sp>
      </p:grpSp>
      <p:cxnSp>
        <p:nvCxnSpPr>
          <p:cNvPr id="451" name="Google Shape;451;p4"/>
          <p:cNvCxnSpPr/>
          <p:nvPr/>
        </p:nvCxnSpPr>
        <p:spPr>
          <a:xfrm>
            <a:off x="819150" y="1981200"/>
            <a:ext cx="702945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15"/>
                                        </p:tgtEl>
                                        <p:attrNameLst>
                                          <p:attrName>ppt_y</p:attrName>
                                        </p:attrNameLst>
                                      </p:cBhvr>
                                      <p:tavLst>
                                        <p:tav fmla="" tm="0">
                                          <p:val>
                                            <p:strVal val="#ppt_y"/>
                                          </p:val>
                                        </p:tav>
                                        <p:tav fmla="" tm="100000">
                                          <p:val>
                                            <p:strVal val="#ppt_y+1"/>
                                          </p:val>
                                        </p:tav>
                                      </p:tavLst>
                                    </p:anim>
                                    <p:set>
                                      <p:cBhvr>
                                        <p:cTn dur="1" fill="hold">
                                          <p:stCondLst>
                                            <p:cond delay="500"/>
                                          </p:stCondLst>
                                        </p:cTn>
                                        <p:tgtEl>
                                          <p:spTgt spid="4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14"/>
                                        </p:tgtEl>
                                        <p:attrNameLst>
                                          <p:attrName>ppt_y</p:attrName>
                                        </p:attrNameLst>
                                      </p:cBhvr>
                                      <p:tavLst>
                                        <p:tav fmla="" tm="0">
                                          <p:val>
                                            <p:strVal val="#ppt_y"/>
                                          </p:val>
                                        </p:tav>
                                        <p:tav fmla="" tm="100000">
                                          <p:val>
                                            <p:strVal val="#ppt_y+1"/>
                                          </p:val>
                                        </p:tav>
                                      </p:tavLst>
                                    </p:anim>
                                    <p:set>
                                      <p:cBhvr>
                                        <p:cTn dur="1" fill="hold">
                                          <p:stCondLst>
                                            <p:cond delay="500"/>
                                          </p:stCondLst>
                                        </p:cTn>
                                        <p:tgtEl>
                                          <p:spTgt spid="4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
          <p:cNvSpPr/>
          <p:nvPr/>
        </p:nvSpPr>
        <p:spPr>
          <a:xfrm>
            <a:off x="3886200" y="1943100"/>
            <a:ext cx="249555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7" name="Google Shape;457;p5"/>
          <p:cNvSpPr/>
          <p:nvPr/>
        </p:nvSpPr>
        <p:spPr>
          <a:xfrm>
            <a:off x="1028700" y="1943100"/>
            <a:ext cx="2743200" cy="30861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58" name="Google Shape;458;p5"/>
          <p:cNvSpPr/>
          <p:nvPr/>
        </p:nvSpPr>
        <p:spPr>
          <a:xfrm>
            <a:off x="0" y="171450"/>
            <a:ext cx="91154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Hospital Process</a:t>
            </a:r>
            <a:endParaRPr b="0" i="0" sz="1400" u="none" cap="none" strike="noStrike">
              <a:solidFill>
                <a:srgbClr val="000000"/>
              </a:solidFill>
              <a:latin typeface="Arial"/>
              <a:ea typeface="Arial"/>
              <a:cs typeface="Arial"/>
              <a:sym typeface="Arial"/>
            </a:endParaRPr>
          </a:p>
        </p:txBody>
      </p:sp>
      <p:sp>
        <p:nvSpPr>
          <p:cNvPr id="459" name="Google Shape;459;p5"/>
          <p:cNvSpPr/>
          <p:nvPr/>
        </p:nvSpPr>
        <p:spPr>
          <a:xfrm>
            <a:off x="1011238" y="1400175"/>
            <a:ext cx="1285875"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Inputs</a:t>
            </a:r>
            <a:endParaRPr b="0" i="0" sz="1400" u="none" cap="none" strike="noStrike">
              <a:solidFill>
                <a:srgbClr val="000000"/>
              </a:solidFill>
              <a:latin typeface="Arial"/>
              <a:ea typeface="Arial"/>
              <a:cs typeface="Arial"/>
              <a:sym typeface="Arial"/>
            </a:endParaRPr>
          </a:p>
        </p:txBody>
      </p:sp>
      <p:sp>
        <p:nvSpPr>
          <p:cNvPr id="460" name="Google Shape;460;p5"/>
          <p:cNvSpPr/>
          <p:nvPr/>
        </p:nvSpPr>
        <p:spPr>
          <a:xfrm>
            <a:off x="3878263" y="1400175"/>
            <a:ext cx="2189162"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Processing</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6419850" y="1400175"/>
            <a:ext cx="1601788" cy="5762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200"/>
              <a:buFont typeface="Noto Sans Symbols"/>
              <a:buNone/>
            </a:pPr>
            <a:r>
              <a:rPr b="0" i="0" lang="en-US" sz="3200" u="none" cap="none" strike="noStrike">
                <a:solidFill>
                  <a:srgbClr val="148298"/>
                </a:solidFill>
                <a:latin typeface="Arial"/>
                <a:ea typeface="Arial"/>
                <a:cs typeface="Arial"/>
                <a:sym typeface="Arial"/>
              </a:rPr>
              <a:t>Outputs</a:t>
            </a:r>
            <a:endParaRPr b="0" i="0" sz="1400" u="none" cap="none" strike="noStrike">
              <a:solidFill>
                <a:srgbClr val="000000"/>
              </a:solidFill>
              <a:latin typeface="Arial"/>
              <a:ea typeface="Arial"/>
              <a:cs typeface="Arial"/>
              <a:sym typeface="Arial"/>
            </a:endParaRPr>
          </a:p>
        </p:txBody>
      </p:sp>
      <p:grpSp>
        <p:nvGrpSpPr>
          <p:cNvPr id="462" name="Google Shape;462;p5"/>
          <p:cNvGrpSpPr/>
          <p:nvPr/>
        </p:nvGrpSpPr>
        <p:grpSpPr>
          <a:xfrm>
            <a:off x="1011238" y="2414588"/>
            <a:ext cx="7523162" cy="2081212"/>
            <a:chOff x="599" y="1429"/>
            <a:chExt cx="4739" cy="1311"/>
          </a:xfrm>
        </p:grpSpPr>
        <p:sp>
          <p:nvSpPr>
            <p:cNvPr id="463" name="Google Shape;463;p5"/>
            <p:cNvSpPr/>
            <p:nvPr/>
          </p:nvSpPr>
          <p:spPr>
            <a:xfrm>
              <a:off x="848" y="1473"/>
              <a:ext cx="133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4" name="Google Shape;464;p5"/>
            <p:cNvSpPr/>
            <p:nvPr/>
          </p:nvSpPr>
          <p:spPr>
            <a:xfrm>
              <a:off x="599" y="1429"/>
              <a:ext cx="168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Doctors, nurses</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2491" y="1473"/>
              <a:ext cx="105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6" name="Google Shape;466;p5"/>
            <p:cNvSpPr/>
            <p:nvPr/>
          </p:nvSpPr>
          <p:spPr>
            <a:xfrm>
              <a:off x="2482" y="1429"/>
              <a:ext cx="1349"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Examination</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3967" y="1473"/>
              <a:ext cx="137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68" name="Google Shape;468;p5"/>
            <p:cNvSpPr/>
            <p:nvPr/>
          </p:nvSpPr>
          <p:spPr>
            <a:xfrm>
              <a:off x="4006" y="1429"/>
              <a:ext cx="937" cy="59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Healthy </a:t>
              </a:r>
              <a:br>
                <a:rPr b="0" i="0" lang="en-US" sz="2800" u="none" cap="none" strike="noStrike">
                  <a:solidFill>
                    <a:srgbClr val="000000"/>
                  </a:solidFill>
                  <a:latin typeface="Arial"/>
                  <a:ea typeface="Arial"/>
                  <a:cs typeface="Arial"/>
                  <a:sym typeface="Arial"/>
                </a:rPr>
              </a:br>
              <a:r>
                <a:rPr b="0" i="0" lang="en-US" sz="2800" u="none" cap="none" strike="noStrike">
                  <a:solidFill>
                    <a:srgbClr val="000000"/>
                  </a:solidFill>
                  <a:latin typeface="Arial"/>
                  <a:ea typeface="Arial"/>
                  <a:cs typeface="Arial"/>
                  <a:sym typeface="Arial"/>
                </a:rPr>
                <a:t>patients</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848" y="1720"/>
              <a:ext cx="68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0" name="Google Shape;470;p5"/>
            <p:cNvSpPr/>
            <p:nvPr/>
          </p:nvSpPr>
          <p:spPr>
            <a:xfrm>
              <a:off x="599" y="1676"/>
              <a:ext cx="925"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Hospital</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2491" y="1720"/>
              <a:ext cx="666"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2" name="Google Shape;472;p5"/>
            <p:cNvSpPr/>
            <p:nvPr/>
          </p:nvSpPr>
          <p:spPr>
            <a:xfrm>
              <a:off x="2482" y="1676"/>
              <a:ext cx="90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Surgery</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848" y="1967"/>
              <a:ext cx="144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4" name="Google Shape;474;p5"/>
            <p:cNvSpPr/>
            <p:nvPr/>
          </p:nvSpPr>
          <p:spPr>
            <a:xfrm>
              <a:off x="599" y="1923"/>
              <a:ext cx="1811"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Medical Supplies</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2491" y="1967"/>
              <a:ext cx="89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6" name="Google Shape;476;p5"/>
            <p:cNvSpPr/>
            <p:nvPr/>
          </p:nvSpPr>
          <p:spPr>
            <a:xfrm>
              <a:off x="2482" y="1923"/>
              <a:ext cx="116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Monitoring</a:t>
              </a:r>
              <a:endParaRPr b="0" i="0" sz="1400" u="none" cap="none" strike="noStrike">
                <a:solidFill>
                  <a:srgbClr val="000000"/>
                </a:solidFill>
                <a:latin typeface="Arial"/>
                <a:ea typeface="Arial"/>
                <a:cs typeface="Arial"/>
                <a:sym typeface="Arial"/>
              </a:endParaRPr>
            </a:p>
          </p:txBody>
        </p:sp>
        <p:sp>
          <p:nvSpPr>
            <p:cNvPr id="477" name="Google Shape;477;p5"/>
            <p:cNvSpPr/>
            <p:nvPr/>
          </p:nvSpPr>
          <p:spPr>
            <a:xfrm>
              <a:off x="848" y="2213"/>
              <a:ext cx="912" cy="22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78" name="Google Shape;478;p5"/>
            <p:cNvSpPr/>
            <p:nvPr/>
          </p:nvSpPr>
          <p:spPr>
            <a:xfrm>
              <a:off x="599" y="2168"/>
              <a:ext cx="1187"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Equipment</a:t>
              </a:r>
              <a:endParaRPr b="0" i="0" sz="1400" u="none" cap="none" strike="noStrike">
                <a:solidFill>
                  <a:srgbClr val="000000"/>
                </a:solidFill>
                <a:latin typeface="Arial"/>
                <a:ea typeface="Arial"/>
                <a:cs typeface="Arial"/>
                <a:sym typeface="Arial"/>
              </a:endParaRPr>
            </a:p>
          </p:txBody>
        </p:sp>
        <p:sp>
          <p:nvSpPr>
            <p:cNvPr id="479" name="Google Shape;479;p5"/>
            <p:cNvSpPr/>
            <p:nvPr/>
          </p:nvSpPr>
          <p:spPr>
            <a:xfrm>
              <a:off x="2491" y="2213"/>
              <a:ext cx="923" cy="22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0" name="Google Shape;480;p5"/>
            <p:cNvSpPr/>
            <p:nvPr/>
          </p:nvSpPr>
          <p:spPr>
            <a:xfrm>
              <a:off x="2482" y="2168"/>
              <a:ext cx="1200"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Medication</a:t>
              </a:r>
              <a:endParaRPr b="0" i="0" sz="1400" u="none" cap="none" strike="noStrike">
                <a:solidFill>
                  <a:srgbClr val="000000"/>
                </a:solidFill>
                <a:latin typeface="Arial"/>
                <a:ea typeface="Arial"/>
                <a:cs typeface="Arial"/>
                <a:sym typeface="Arial"/>
              </a:endParaRPr>
            </a:p>
          </p:txBody>
        </p:sp>
        <p:sp>
          <p:nvSpPr>
            <p:cNvPr id="481" name="Google Shape;481;p5"/>
            <p:cNvSpPr/>
            <p:nvPr/>
          </p:nvSpPr>
          <p:spPr>
            <a:xfrm>
              <a:off x="848" y="2459"/>
              <a:ext cx="106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2" name="Google Shape;482;p5"/>
            <p:cNvSpPr/>
            <p:nvPr/>
          </p:nvSpPr>
          <p:spPr>
            <a:xfrm>
              <a:off x="599" y="2415"/>
              <a:ext cx="1363"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Laboratories</a:t>
              </a:r>
              <a:endParaRPr b="0" i="0" sz="1400" u="none" cap="none" strike="noStrike">
                <a:solidFill>
                  <a:srgbClr val="000000"/>
                </a:solidFill>
                <a:latin typeface="Arial"/>
                <a:ea typeface="Arial"/>
                <a:cs typeface="Arial"/>
                <a:sym typeface="Arial"/>
              </a:endParaRPr>
            </a:p>
          </p:txBody>
        </p:sp>
        <p:sp>
          <p:nvSpPr>
            <p:cNvPr id="483" name="Google Shape;483;p5"/>
            <p:cNvSpPr/>
            <p:nvPr/>
          </p:nvSpPr>
          <p:spPr>
            <a:xfrm>
              <a:off x="2491" y="2459"/>
              <a:ext cx="69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84" name="Google Shape;484;p5"/>
            <p:cNvSpPr/>
            <p:nvPr/>
          </p:nvSpPr>
          <p:spPr>
            <a:xfrm>
              <a:off x="2482" y="2415"/>
              <a:ext cx="938"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800"/>
                <a:buFont typeface="Noto Sans Symbols"/>
                <a:buNone/>
              </a:pPr>
              <a:r>
                <a:rPr b="0" i="0" lang="en-US" sz="2800" u="none" cap="none" strike="noStrike">
                  <a:solidFill>
                    <a:srgbClr val="000000"/>
                  </a:solidFill>
                  <a:latin typeface="Arial"/>
                  <a:ea typeface="Arial"/>
                  <a:cs typeface="Arial"/>
                  <a:sym typeface="Arial"/>
                </a:rPr>
                <a:t>Therapy</a:t>
              </a:r>
              <a:endParaRPr b="0" i="0" sz="1400" u="none" cap="none" strike="noStrike">
                <a:solidFill>
                  <a:srgbClr val="000000"/>
                </a:solidFill>
                <a:latin typeface="Arial"/>
                <a:ea typeface="Arial"/>
                <a:cs typeface="Arial"/>
                <a:sym typeface="Arial"/>
              </a:endParaRPr>
            </a:p>
          </p:txBody>
        </p:sp>
      </p:grpSp>
      <p:cxnSp>
        <p:nvCxnSpPr>
          <p:cNvPr id="485" name="Google Shape;485;p5"/>
          <p:cNvCxnSpPr/>
          <p:nvPr/>
        </p:nvCxnSpPr>
        <p:spPr>
          <a:xfrm>
            <a:off x="1135063" y="1900238"/>
            <a:ext cx="67818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56"/>
                                        </p:tgtEl>
                                        <p:attrNameLst>
                                          <p:attrName>ppt_y</p:attrName>
                                        </p:attrNameLst>
                                      </p:cBhvr>
                                      <p:tavLst>
                                        <p:tav fmla="" tm="0">
                                          <p:val>
                                            <p:strVal val="#ppt_y"/>
                                          </p:val>
                                        </p:tav>
                                        <p:tav fmla="" tm="100000">
                                          <p:val>
                                            <p:strVal val="#ppt_y+1"/>
                                          </p:val>
                                        </p:tav>
                                      </p:tavLst>
                                    </p:anim>
                                    <p:set>
                                      <p:cBhvr>
                                        <p:cTn dur="1" fill="hold">
                                          <p:stCondLst>
                                            <p:cond delay="500"/>
                                          </p:stCondLst>
                                        </p:cTn>
                                        <p:tgtEl>
                                          <p:spTgt spid="4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457"/>
                                        </p:tgtEl>
                                        <p:attrNameLst>
                                          <p:attrName>ppt_y</p:attrName>
                                        </p:attrNameLst>
                                      </p:cBhvr>
                                      <p:tavLst>
                                        <p:tav fmla="" tm="0">
                                          <p:val>
                                            <p:strVal val="#ppt_y"/>
                                          </p:val>
                                        </p:tav>
                                        <p:tav fmla="" tm="100000">
                                          <p:val>
                                            <p:strVal val="#ppt_y+1"/>
                                          </p:val>
                                        </p:tav>
                                      </p:tavLst>
                                    </p:anim>
                                    <p:set>
                                      <p:cBhvr>
                                        <p:cTn dur="1" fill="hold">
                                          <p:stCondLst>
                                            <p:cond delay="500"/>
                                          </p:stCondLst>
                                        </p:cTn>
                                        <p:tgtEl>
                                          <p:spTgt spid="4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
          <p:cNvSpPr/>
          <p:nvPr/>
        </p:nvSpPr>
        <p:spPr>
          <a:xfrm>
            <a:off x="7032625" y="5951538"/>
            <a:ext cx="1893888" cy="4460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2" name="Google Shape;492;p6"/>
          <p:cNvSpPr/>
          <p:nvPr/>
        </p:nvSpPr>
        <p:spPr>
          <a:xfrm>
            <a:off x="3175" y="1089025"/>
            <a:ext cx="9132888" cy="51276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3" name="Google Shape;493;p6"/>
          <p:cNvSpPr/>
          <p:nvPr/>
        </p:nvSpPr>
        <p:spPr>
          <a:xfrm>
            <a:off x="0" y="185738"/>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Manufacturing or Service?</a:t>
            </a:r>
            <a:endParaRPr b="0" i="0" sz="1400" u="none" cap="none" strike="noStrike">
              <a:solidFill>
                <a:srgbClr val="000000"/>
              </a:solidFill>
              <a:latin typeface="Arial"/>
              <a:ea typeface="Arial"/>
              <a:cs typeface="Arial"/>
              <a:sym typeface="Arial"/>
            </a:endParaRPr>
          </a:p>
        </p:txBody>
      </p:sp>
      <p:grpSp>
        <p:nvGrpSpPr>
          <p:cNvPr id="494" name="Google Shape;494;p6"/>
          <p:cNvGrpSpPr/>
          <p:nvPr/>
        </p:nvGrpSpPr>
        <p:grpSpPr>
          <a:xfrm>
            <a:off x="685800" y="2500313"/>
            <a:ext cx="7691438" cy="1919287"/>
            <a:chOff x="432" y="1383"/>
            <a:chExt cx="4845" cy="1209"/>
          </a:xfrm>
        </p:grpSpPr>
        <p:sp>
          <p:nvSpPr>
            <p:cNvPr id="495" name="Google Shape;495;p6"/>
            <p:cNvSpPr/>
            <p:nvPr/>
          </p:nvSpPr>
          <p:spPr>
            <a:xfrm>
              <a:off x="1070" y="2011"/>
              <a:ext cx="3585" cy="81"/>
            </a:xfrm>
            <a:prstGeom prst="rect">
              <a:avLst/>
            </a:prstGeom>
            <a:solidFill>
              <a:srgbClr val="B02A00"/>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6" name="Google Shape;496;p6"/>
            <p:cNvSpPr/>
            <p:nvPr/>
          </p:nvSpPr>
          <p:spPr>
            <a:xfrm>
              <a:off x="901" y="1593"/>
              <a:ext cx="1017"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7" name="Google Shape;497;p6"/>
            <p:cNvSpPr/>
            <p:nvPr/>
          </p:nvSpPr>
          <p:spPr>
            <a:xfrm>
              <a:off x="901" y="1610"/>
              <a:ext cx="1081" cy="3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2237A0"/>
                </a:buClr>
                <a:buSzPts val="3200"/>
                <a:buFont typeface="Noto Sans Symbols"/>
                <a:buNone/>
              </a:pPr>
              <a:r>
                <a:rPr b="1" i="0" lang="en-US" sz="3200" u="none" cap="none" strike="noStrike">
                  <a:solidFill>
                    <a:srgbClr val="2237A0"/>
                  </a:solidFill>
                  <a:latin typeface="Times New Roman"/>
                  <a:ea typeface="Times New Roman"/>
                  <a:cs typeface="Times New Roman"/>
                  <a:sym typeface="Times New Roman"/>
                </a:rPr>
                <a:t>Tangible</a:t>
              </a:r>
              <a:endParaRPr b="0" i="0" sz="1400" u="none" cap="none" strike="noStrike">
                <a:solidFill>
                  <a:srgbClr val="000000"/>
                </a:solidFill>
                <a:latin typeface="Arial"/>
                <a:ea typeface="Arial"/>
                <a:cs typeface="Arial"/>
                <a:sym typeface="Arial"/>
              </a:endParaRPr>
            </a:p>
          </p:txBody>
        </p:sp>
        <p:sp>
          <p:nvSpPr>
            <p:cNvPr id="498" name="Google Shape;498;p6"/>
            <p:cNvSpPr/>
            <p:nvPr/>
          </p:nvSpPr>
          <p:spPr>
            <a:xfrm>
              <a:off x="4357" y="1641"/>
              <a:ext cx="477"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499" name="Google Shape;499;p6"/>
            <p:cNvSpPr/>
            <p:nvPr/>
          </p:nvSpPr>
          <p:spPr>
            <a:xfrm>
              <a:off x="4357" y="1658"/>
              <a:ext cx="498" cy="36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2237A0"/>
                </a:buClr>
                <a:buSzPts val="3200"/>
                <a:buFont typeface="Noto Sans Symbols"/>
                <a:buNone/>
              </a:pPr>
              <a:r>
                <a:rPr b="1" i="0" lang="en-US" sz="3200" u="none" cap="none" strike="noStrike">
                  <a:solidFill>
                    <a:srgbClr val="2237A0"/>
                  </a:solidFill>
                  <a:latin typeface="Times New Roman"/>
                  <a:ea typeface="Times New Roman"/>
                  <a:cs typeface="Times New Roman"/>
                  <a:sym typeface="Times New Roman"/>
                </a:rPr>
                <a:t>Act</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2534" y="2107"/>
              <a:ext cx="665" cy="473"/>
            </a:xfrm>
            <a:custGeom>
              <a:rect b="b" l="l" r="r" t="t"/>
              <a:pathLst>
                <a:path extrusionOk="0" h="473" w="665">
                  <a:moveTo>
                    <a:pt x="331" y="0"/>
                  </a:moveTo>
                  <a:lnTo>
                    <a:pt x="0" y="472"/>
                  </a:lnTo>
                  <a:lnTo>
                    <a:pt x="664" y="472"/>
                  </a:lnTo>
                  <a:lnTo>
                    <a:pt x="331" y="0"/>
                  </a:lnTo>
                </a:path>
              </a:pathLst>
            </a:custGeom>
            <a:solidFill>
              <a:srgbClr val="B02A00"/>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1" name="Google Shape;501;p6"/>
            <p:cNvGrpSpPr/>
            <p:nvPr/>
          </p:nvGrpSpPr>
          <p:grpSpPr>
            <a:xfrm>
              <a:off x="432" y="1383"/>
              <a:ext cx="515" cy="1197"/>
              <a:chOff x="424" y="1637"/>
              <a:chExt cx="515" cy="1197"/>
            </a:xfrm>
          </p:grpSpPr>
          <p:sp>
            <p:nvSpPr>
              <p:cNvPr id="502" name="Google Shape;502;p6"/>
              <p:cNvSpPr/>
              <p:nvPr/>
            </p:nvSpPr>
            <p:spPr>
              <a:xfrm>
                <a:off x="424" y="1680"/>
                <a:ext cx="436" cy="1120"/>
              </a:xfrm>
              <a:custGeom>
                <a:rect b="b" l="l" r="r" t="t"/>
                <a:pathLst>
                  <a:path extrusionOk="0" h="1120" w="436">
                    <a:moveTo>
                      <a:pt x="331" y="1119"/>
                    </a:moveTo>
                    <a:lnTo>
                      <a:pt x="295" y="1101"/>
                    </a:lnTo>
                    <a:lnTo>
                      <a:pt x="260" y="1081"/>
                    </a:lnTo>
                    <a:lnTo>
                      <a:pt x="227" y="1057"/>
                    </a:lnTo>
                    <a:lnTo>
                      <a:pt x="196" y="1032"/>
                    </a:lnTo>
                    <a:lnTo>
                      <a:pt x="167" y="1003"/>
                    </a:lnTo>
                    <a:lnTo>
                      <a:pt x="140" y="973"/>
                    </a:lnTo>
                    <a:lnTo>
                      <a:pt x="115" y="940"/>
                    </a:lnTo>
                    <a:lnTo>
                      <a:pt x="92" y="906"/>
                    </a:lnTo>
                    <a:lnTo>
                      <a:pt x="71" y="869"/>
                    </a:lnTo>
                    <a:lnTo>
                      <a:pt x="53" y="831"/>
                    </a:lnTo>
                    <a:lnTo>
                      <a:pt x="37" y="792"/>
                    </a:lnTo>
                    <a:lnTo>
                      <a:pt x="24" y="751"/>
                    </a:lnTo>
                    <a:lnTo>
                      <a:pt x="14" y="709"/>
                    </a:lnTo>
                    <a:lnTo>
                      <a:pt x="6" y="665"/>
                    </a:lnTo>
                    <a:lnTo>
                      <a:pt x="2" y="621"/>
                    </a:lnTo>
                    <a:lnTo>
                      <a:pt x="0" y="576"/>
                    </a:lnTo>
                    <a:lnTo>
                      <a:pt x="1" y="549"/>
                    </a:lnTo>
                    <a:lnTo>
                      <a:pt x="2" y="522"/>
                    </a:lnTo>
                    <a:lnTo>
                      <a:pt x="5" y="496"/>
                    </a:lnTo>
                    <a:lnTo>
                      <a:pt x="9" y="470"/>
                    </a:lnTo>
                    <a:lnTo>
                      <a:pt x="13" y="445"/>
                    </a:lnTo>
                    <a:lnTo>
                      <a:pt x="19" y="420"/>
                    </a:lnTo>
                    <a:lnTo>
                      <a:pt x="33" y="371"/>
                    </a:lnTo>
                    <a:lnTo>
                      <a:pt x="51" y="324"/>
                    </a:lnTo>
                    <a:lnTo>
                      <a:pt x="73" y="279"/>
                    </a:lnTo>
                    <a:lnTo>
                      <a:pt x="97" y="237"/>
                    </a:lnTo>
                    <a:lnTo>
                      <a:pt x="125" y="197"/>
                    </a:lnTo>
                    <a:lnTo>
                      <a:pt x="156" y="160"/>
                    </a:lnTo>
                    <a:lnTo>
                      <a:pt x="189" y="127"/>
                    </a:lnTo>
                    <a:lnTo>
                      <a:pt x="225" y="96"/>
                    </a:lnTo>
                    <a:lnTo>
                      <a:pt x="263" y="69"/>
                    </a:lnTo>
                    <a:lnTo>
                      <a:pt x="303" y="46"/>
                    </a:lnTo>
                    <a:lnTo>
                      <a:pt x="324" y="36"/>
                    </a:lnTo>
                    <a:lnTo>
                      <a:pt x="345" y="26"/>
                    </a:lnTo>
                    <a:lnTo>
                      <a:pt x="367" y="18"/>
                    </a:lnTo>
                    <a:lnTo>
                      <a:pt x="389" y="11"/>
                    </a:lnTo>
                    <a:lnTo>
                      <a:pt x="412" y="5"/>
                    </a:lnTo>
                    <a:lnTo>
                      <a:pt x="435" y="0"/>
                    </a:lnTo>
                  </a:path>
                </a:pathLst>
              </a:custGeom>
              <a:noFill/>
              <a:ln cap="rnd" cmpd="sng" w="254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6"/>
              <p:cNvSpPr/>
              <p:nvPr/>
            </p:nvSpPr>
            <p:spPr>
              <a:xfrm>
                <a:off x="741" y="2758"/>
                <a:ext cx="90" cy="76"/>
              </a:xfrm>
              <a:custGeom>
                <a:rect b="b" l="l" r="r" t="t"/>
                <a:pathLst>
                  <a:path extrusionOk="0" h="76" w="90">
                    <a:moveTo>
                      <a:pt x="0" y="75"/>
                    </a:moveTo>
                    <a:lnTo>
                      <a:pt x="89" y="62"/>
                    </a:lnTo>
                    <a:lnTo>
                      <a:pt x="27" y="0"/>
                    </a:lnTo>
                    <a:lnTo>
                      <a:pt x="0" y="75"/>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6"/>
              <p:cNvSpPr/>
              <p:nvPr/>
            </p:nvSpPr>
            <p:spPr>
              <a:xfrm>
                <a:off x="855" y="1637"/>
                <a:ext cx="84" cy="80"/>
              </a:xfrm>
              <a:custGeom>
                <a:rect b="b" l="l" r="r" t="t"/>
                <a:pathLst>
                  <a:path extrusionOk="0" h="80" w="84">
                    <a:moveTo>
                      <a:pt x="7" y="79"/>
                    </a:moveTo>
                    <a:lnTo>
                      <a:pt x="83" y="32"/>
                    </a:lnTo>
                    <a:lnTo>
                      <a:pt x="0" y="0"/>
                    </a:lnTo>
                    <a:lnTo>
                      <a:pt x="7" y="79"/>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5" name="Google Shape;505;p6"/>
            <p:cNvGrpSpPr/>
            <p:nvPr/>
          </p:nvGrpSpPr>
          <p:grpSpPr>
            <a:xfrm>
              <a:off x="4853" y="1387"/>
              <a:ext cx="424" cy="1205"/>
              <a:chOff x="4845" y="1641"/>
              <a:chExt cx="424" cy="1205"/>
            </a:xfrm>
          </p:grpSpPr>
          <p:sp>
            <p:nvSpPr>
              <p:cNvPr id="506" name="Google Shape;506;p6"/>
              <p:cNvSpPr/>
              <p:nvPr/>
            </p:nvSpPr>
            <p:spPr>
              <a:xfrm>
                <a:off x="4929" y="1684"/>
                <a:ext cx="340" cy="1131"/>
              </a:xfrm>
              <a:custGeom>
                <a:rect b="b" l="l" r="r" t="t"/>
                <a:pathLst>
                  <a:path extrusionOk="0" h="1131" w="340">
                    <a:moveTo>
                      <a:pt x="0" y="1"/>
                    </a:moveTo>
                    <a:lnTo>
                      <a:pt x="0" y="1"/>
                    </a:lnTo>
                    <a:lnTo>
                      <a:pt x="2" y="0"/>
                    </a:lnTo>
                    <a:lnTo>
                      <a:pt x="20" y="6"/>
                    </a:lnTo>
                    <a:lnTo>
                      <a:pt x="37" y="12"/>
                    </a:lnTo>
                    <a:lnTo>
                      <a:pt x="55" y="20"/>
                    </a:lnTo>
                    <a:lnTo>
                      <a:pt x="72" y="29"/>
                    </a:lnTo>
                    <a:lnTo>
                      <a:pt x="104" y="50"/>
                    </a:lnTo>
                    <a:lnTo>
                      <a:pt x="136" y="74"/>
                    </a:lnTo>
                    <a:lnTo>
                      <a:pt x="165" y="102"/>
                    </a:lnTo>
                    <a:lnTo>
                      <a:pt x="193" y="133"/>
                    </a:lnTo>
                    <a:lnTo>
                      <a:pt x="219" y="168"/>
                    </a:lnTo>
                    <a:lnTo>
                      <a:pt x="243" y="205"/>
                    </a:lnTo>
                    <a:lnTo>
                      <a:pt x="264" y="245"/>
                    </a:lnTo>
                    <a:lnTo>
                      <a:pt x="283" y="288"/>
                    </a:lnTo>
                    <a:lnTo>
                      <a:pt x="300" y="333"/>
                    </a:lnTo>
                    <a:lnTo>
                      <a:pt x="313" y="380"/>
                    </a:lnTo>
                    <a:lnTo>
                      <a:pt x="324" y="429"/>
                    </a:lnTo>
                    <a:lnTo>
                      <a:pt x="332" y="480"/>
                    </a:lnTo>
                    <a:lnTo>
                      <a:pt x="337" y="532"/>
                    </a:lnTo>
                    <a:lnTo>
                      <a:pt x="339" y="586"/>
                    </a:lnTo>
                    <a:lnTo>
                      <a:pt x="338" y="630"/>
                    </a:lnTo>
                    <a:lnTo>
                      <a:pt x="334" y="674"/>
                    </a:lnTo>
                    <a:lnTo>
                      <a:pt x="329" y="716"/>
                    </a:lnTo>
                    <a:lnTo>
                      <a:pt x="321" y="758"/>
                    </a:lnTo>
                    <a:lnTo>
                      <a:pt x="312" y="798"/>
                    </a:lnTo>
                    <a:lnTo>
                      <a:pt x="300" y="837"/>
                    </a:lnTo>
                    <a:lnTo>
                      <a:pt x="286" y="875"/>
                    </a:lnTo>
                    <a:lnTo>
                      <a:pt x="271" y="911"/>
                    </a:lnTo>
                    <a:lnTo>
                      <a:pt x="254" y="946"/>
                    </a:lnTo>
                    <a:lnTo>
                      <a:pt x="235" y="979"/>
                    </a:lnTo>
                    <a:lnTo>
                      <a:pt x="215" y="1009"/>
                    </a:lnTo>
                    <a:lnTo>
                      <a:pt x="193" y="1038"/>
                    </a:lnTo>
                    <a:lnTo>
                      <a:pt x="170" y="1065"/>
                    </a:lnTo>
                    <a:lnTo>
                      <a:pt x="145" y="1089"/>
                    </a:lnTo>
                    <a:lnTo>
                      <a:pt x="119" y="1111"/>
                    </a:lnTo>
                    <a:lnTo>
                      <a:pt x="92" y="1130"/>
                    </a:lnTo>
                  </a:path>
                </a:pathLst>
              </a:custGeom>
              <a:noFill/>
              <a:ln cap="rnd" cmpd="sng" w="254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7" name="Google Shape;507;p6"/>
              <p:cNvSpPr/>
              <p:nvPr/>
            </p:nvSpPr>
            <p:spPr>
              <a:xfrm>
                <a:off x="4845" y="1641"/>
                <a:ext cx="85" cy="80"/>
              </a:xfrm>
              <a:custGeom>
                <a:rect b="b" l="l" r="r" t="t"/>
                <a:pathLst>
                  <a:path extrusionOk="0" h="80" w="85">
                    <a:moveTo>
                      <a:pt x="84" y="0"/>
                    </a:moveTo>
                    <a:lnTo>
                      <a:pt x="0" y="29"/>
                    </a:lnTo>
                    <a:lnTo>
                      <a:pt x="73" y="79"/>
                    </a:lnTo>
                    <a:lnTo>
                      <a:pt x="84" y="0"/>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6"/>
              <p:cNvSpPr/>
              <p:nvPr/>
            </p:nvSpPr>
            <p:spPr>
              <a:xfrm>
                <a:off x="4942" y="2775"/>
                <a:ext cx="90" cy="71"/>
              </a:xfrm>
              <a:custGeom>
                <a:rect b="b" l="l" r="r" t="t"/>
                <a:pathLst>
                  <a:path extrusionOk="0" h="71" w="90">
                    <a:moveTo>
                      <a:pt x="54" y="0"/>
                    </a:moveTo>
                    <a:lnTo>
                      <a:pt x="0" y="69"/>
                    </a:lnTo>
                    <a:lnTo>
                      <a:pt x="89" y="70"/>
                    </a:lnTo>
                    <a:lnTo>
                      <a:pt x="54" y="0"/>
                    </a:lnTo>
                  </a:path>
                </a:pathLst>
              </a:custGeom>
              <a:solidFill>
                <a:srgbClr val="B22A92"/>
              </a:solidFill>
              <a:ln cap="rnd" cmpd="sng" w="12700">
                <a:solidFill>
                  <a:srgbClr val="B02A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7"/>
          <p:cNvPicPr preferRelativeResize="0"/>
          <p:nvPr/>
        </p:nvPicPr>
        <p:blipFill rotWithShape="1">
          <a:blip r:embed="rId3">
            <a:alphaModFix/>
          </a:blip>
          <a:srcRect b="0" l="0" r="0" t="0"/>
          <a:stretch/>
        </p:blipFill>
        <p:spPr>
          <a:xfrm>
            <a:off x="53644" y="1371600"/>
            <a:ext cx="9036709" cy="4572000"/>
          </a:xfrm>
          <a:prstGeom prst="rect">
            <a:avLst/>
          </a:prstGeom>
          <a:noFill/>
          <a:ln>
            <a:noFill/>
          </a:ln>
        </p:spPr>
      </p:pic>
      <p:sp>
        <p:nvSpPr>
          <p:cNvPr id="515" name="Google Shape;515;p7"/>
          <p:cNvSpPr txBox="1"/>
          <p:nvPr/>
        </p:nvSpPr>
        <p:spPr>
          <a:xfrm>
            <a:off x="571500" y="228600"/>
            <a:ext cx="685315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The goods–service continuum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
          <p:cNvSpPr txBox="1"/>
          <p:nvPr>
            <p:ph type="title"/>
          </p:nvPr>
        </p:nvSpPr>
        <p:spPr>
          <a:xfrm>
            <a:off x="215900" y="-152400"/>
            <a:ext cx="8928100" cy="1431925"/>
          </a:xfrm>
          <a:prstGeom prst="rect">
            <a:avLst/>
          </a:prstGeom>
          <a:no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SzPts val="1400"/>
              <a:buNone/>
            </a:pPr>
            <a:r>
              <a:rPr lang="en-US" sz="3000"/>
              <a:t>Production of Goods vs. Delivery of Services</a:t>
            </a:r>
            <a:endParaRPr/>
          </a:p>
        </p:txBody>
      </p:sp>
      <p:sp>
        <p:nvSpPr>
          <p:cNvPr id="521" name="Google Shape;521;p8"/>
          <p:cNvSpPr txBox="1"/>
          <p:nvPr>
            <p:ph idx="1" type="body"/>
          </p:nvPr>
        </p:nvSpPr>
        <p:spPr>
          <a:xfrm>
            <a:off x="552450" y="1257300"/>
            <a:ext cx="8458200" cy="5410200"/>
          </a:xfrm>
          <a:prstGeom prst="rect">
            <a:avLst/>
          </a:prstGeom>
          <a:noFill/>
          <a:ln>
            <a:noFill/>
          </a:ln>
        </p:spPr>
        <p:txBody>
          <a:bodyPr anchorCtr="0" anchor="t" bIns="45700" lIns="91425" spcFirstLastPara="1" rIns="91425" wrap="square" tIns="45700">
            <a:noAutofit/>
          </a:bodyPr>
          <a:lstStyle/>
          <a:p>
            <a:pPr indent="-231775" lvl="0" marL="231775" rtl="0" algn="l">
              <a:lnSpc>
                <a:spcPct val="100000"/>
              </a:lnSpc>
              <a:spcBef>
                <a:spcPts val="0"/>
              </a:spcBef>
              <a:spcAft>
                <a:spcPts val="0"/>
              </a:spcAft>
              <a:buSzPts val="2100"/>
              <a:buChar char="∙"/>
            </a:pPr>
            <a:r>
              <a:rPr lang="en-US" sz="3000"/>
              <a:t>Production of goods – tangible output</a:t>
            </a:r>
            <a:endParaRPr/>
          </a:p>
          <a:p>
            <a:pPr indent="-231775" lvl="0" marL="231775" rtl="0" algn="l">
              <a:lnSpc>
                <a:spcPct val="100000"/>
              </a:lnSpc>
              <a:spcBef>
                <a:spcPts val="600"/>
              </a:spcBef>
              <a:spcAft>
                <a:spcPts val="0"/>
              </a:spcAft>
              <a:buSzPts val="2100"/>
              <a:buChar char="∙"/>
            </a:pPr>
            <a:r>
              <a:rPr lang="en-US" sz="3000"/>
              <a:t>Delivery of services – an act (Intangible)</a:t>
            </a:r>
            <a:endParaRPr/>
          </a:p>
          <a:p>
            <a:pPr indent="-231775" lvl="0" marL="231775" rtl="0" algn="l">
              <a:lnSpc>
                <a:spcPct val="100000"/>
              </a:lnSpc>
              <a:spcBef>
                <a:spcPts val="600"/>
              </a:spcBef>
              <a:spcAft>
                <a:spcPts val="0"/>
              </a:spcAft>
              <a:buSzPts val="2100"/>
              <a:buChar char="∙"/>
            </a:pPr>
            <a:r>
              <a:rPr lang="en-US" sz="3000"/>
              <a:t>Service job categories</a:t>
            </a:r>
            <a:endParaRPr/>
          </a:p>
          <a:p>
            <a:pPr indent="-219072" lvl="1" marL="566738" rtl="0" algn="l">
              <a:lnSpc>
                <a:spcPct val="100000"/>
              </a:lnSpc>
              <a:spcBef>
                <a:spcPts val="560"/>
              </a:spcBef>
              <a:spcAft>
                <a:spcPts val="0"/>
              </a:spcAft>
              <a:buSzPts val="1960"/>
              <a:buChar char="∙"/>
            </a:pPr>
            <a:r>
              <a:rPr lang="en-US" sz="2800"/>
              <a:t>Government</a:t>
            </a:r>
            <a:endParaRPr/>
          </a:p>
          <a:p>
            <a:pPr indent="-219072" lvl="1" marL="566738" rtl="0" algn="l">
              <a:lnSpc>
                <a:spcPct val="100000"/>
              </a:lnSpc>
              <a:spcBef>
                <a:spcPts val="560"/>
              </a:spcBef>
              <a:spcAft>
                <a:spcPts val="0"/>
              </a:spcAft>
              <a:buSzPts val="1960"/>
              <a:buChar char="∙"/>
            </a:pPr>
            <a:r>
              <a:rPr lang="en-US" sz="2800"/>
              <a:t>Wholesale/retail</a:t>
            </a:r>
            <a:endParaRPr/>
          </a:p>
          <a:p>
            <a:pPr indent="-219072" lvl="1" marL="566738" rtl="0" algn="l">
              <a:lnSpc>
                <a:spcPct val="100000"/>
              </a:lnSpc>
              <a:spcBef>
                <a:spcPts val="560"/>
              </a:spcBef>
              <a:spcAft>
                <a:spcPts val="0"/>
              </a:spcAft>
              <a:buSzPts val="1960"/>
              <a:buChar char="∙"/>
            </a:pPr>
            <a:r>
              <a:rPr lang="en-US" sz="2800"/>
              <a:t>Financial services</a:t>
            </a:r>
            <a:endParaRPr/>
          </a:p>
          <a:p>
            <a:pPr indent="-219072" lvl="1" marL="566738" rtl="0" algn="l">
              <a:lnSpc>
                <a:spcPct val="100000"/>
              </a:lnSpc>
              <a:spcBef>
                <a:spcPts val="560"/>
              </a:spcBef>
              <a:spcAft>
                <a:spcPts val="0"/>
              </a:spcAft>
              <a:buSzPts val="1960"/>
              <a:buChar char="∙"/>
            </a:pPr>
            <a:r>
              <a:rPr lang="en-US" sz="2800"/>
              <a:t>Healthcare</a:t>
            </a:r>
            <a:endParaRPr/>
          </a:p>
          <a:p>
            <a:pPr indent="-219072" lvl="1" marL="566738" rtl="0" algn="l">
              <a:lnSpc>
                <a:spcPct val="100000"/>
              </a:lnSpc>
              <a:spcBef>
                <a:spcPts val="560"/>
              </a:spcBef>
              <a:spcAft>
                <a:spcPts val="0"/>
              </a:spcAft>
              <a:buSzPts val="1960"/>
              <a:buChar char="∙"/>
            </a:pPr>
            <a:r>
              <a:rPr lang="en-US" sz="2800"/>
              <a:t>Personal services</a:t>
            </a:r>
            <a:endParaRPr/>
          </a:p>
          <a:p>
            <a:pPr indent="-219072" lvl="1" marL="566738" rtl="0" algn="l">
              <a:lnSpc>
                <a:spcPct val="100000"/>
              </a:lnSpc>
              <a:spcBef>
                <a:spcPts val="560"/>
              </a:spcBef>
              <a:spcAft>
                <a:spcPts val="0"/>
              </a:spcAft>
              <a:buSzPts val="1960"/>
              <a:buChar char="∙"/>
            </a:pPr>
            <a:r>
              <a:rPr lang="en-US" sz="2800"/>
              <a:t>Business services</a:t>
            </a:r>
            <a:endParaRPr/>
          </a:p>
          <a:p>
            <a:pPr indent="-219072" lvl="1" marL="566738" rtl="0" algn="l">
              <a:lnSpc>
                <a:spcPct val="100000"/>
              </a:lnSpc>
              <a:spcBef>
                <a:spcPts val="560"/>
              </a:spcBef>
              <a:spcAft>
                <a:spcPts val="0"/>
              </a:spcAft>
              <a:buSzPts val="1960"/>
              <a:buChar char="∙"/>
            </a:pPr>
            <a:r>
              <a:rPr lang="en-US" sz="2800"/>
              <a:t>Education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0" st="0"/>
                                            </p:txEl>
                                          </p:spTgt>
                                        </p:tgtEl>
                                        <p:attrNameLst>
                                          <p:attrName>style.visibility</p:attrName>
                                        </p:attrNameLst>
                                      </p:cBhvr>
                                      <p:to>
                                        <p:strVal val="visible"/>
                                      </p:to>
                                    </p:set>
                                    <p:animEffect filter="fade" transition="in">
                                      <p:cBhvr>
                                        <p:cTn dur="500"/>
                                        <p:tgtEl>
                                          <p:spTgt spid="5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1" st="1"/>
                                            </p:txEl>
                                          </p:spTgt>
                                        </p:tgtEl>
                                        <p:attrNameLst>
                                          <p:attrName>style.visibility</p:attrName>
                                        </p:attrNameLst>
                                      </p:cBhvr>
                                      <p:to>
                                        <p:strVal val="visible"/>
                                      </p:to>
                                    </p:set>
                                    <p:animEffect filter="fade" transition="in">
                                      <p:cBhvr>
                                        <p:cTn dur="500"/>
                                        <p:tgtEl>
                                          <p:spTgt spid="5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2" st="2"/>
                                            </p:txEl>
                                          </p:spTgt>
                                        </p:tgtEl>
                                        <p:attrNameLst>
                                          <p:attrName>style.visibility</p:attrName>
                                        </p:attrNameLst>
                                      </p:cBhvr>
                                      <p:to>
                                        <p:strVal val="visible"/>
                                      </p:to>
                                    </p:set>
                                    <p:animEffect filter="fade" transition="in">
                                      <p:cBhvr>
                                        <p:cTn dur="500"/>
                                        <p:tgtEl>
                                          <p:spTgt spid="5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3" st="3"/>
                                            </p:txEl>
                                          </p:spTgt>
                                        </p:tgtEl>
                                        <p:attrNameLst>
                                          <p:attrName>style.visibility</p:attrName>
                                        </p:attrNameLst>
                                      </p:cBhvr>
                                      <p:to>
                                        <p:strVal val="visible"/>
                                      </p:to>
                                    </p:set>
                                    <p:animEffect filter="fade" transition="in">
                                      <p:cBhvr>
                                        <p:cTn dur="500"/>
                                        <p:tgtEl>
                                          <p:spTgt spid="5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4" st="4"/>
                                            </p:txEl>
                                          </p:spTgt>
                                        </p:tgtEl>
                                        <p:attrNameLst>
                                          <p:attrName>style.visibility</p:attrName>
                                        </p:attrNameLst>
                                      </p:cBhvr>
                                      <p:to>
                                        <p:strVal val="visible"/>
                                      </p:to>
                                    </p:set>
                                    <p:animEffect filter="fade" transition="in">
                                      <p:cBhvr>
                                        <p:cTn dur="500"/>
                                        <p:tgtEl>
                                          <p:spTgt spid="5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5" st="5"/>
                                            </p:txEl>
                                          </p:spTgt>
                                        </p:tgtEl>
                                        <p:attrNameLst>
                                          <p:attrName>style.visibility</p:attrName>
                                        </p:attrNameLst>
                                      </p:cBhvr>
                                      <p:to>
                                        <p:strVal val="visible"/>
                                      </p:to>
                                    </p:set>
                                    <p:animEffect filter="fade" transition="in">
                                      <p:cBhvr>
                                        <p:cTn dur="500"/>
                                        <p:tgtEl>
                                          <p:spTgt spid="5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6" st="6"/>
                                            </p:txEl>
                                          </p:spTgt>
                                        </p:tgtEl>
                                        <p:attrNameLst>
                                          <p:attrName>style.visibility</p:attrName>
                                        </p:attrNameLst>
                                      </p:cBhvr>
                                      <p:to>
                                        <p:strVal val="visible"/>
                                      </p:to>
                                    </p:set>
                                    <p:animEffect filter="fade" transition="in">
                                      <p:cBhvr>
                                        <p:cTn dur="500"/>
                                        <p:tgtEl>
                                          <p:spTgt spid="5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7" st="7"/>
                                            </p:txEl>
                                          </p:spTgt>
                                        </p:tgtEl>
                                        <p:attrNameLst>
                                          <p:attrName>style.visibility</p:attrName>
                                        </p:attrNameLst>
                                      </p:cBhvr>
                                      <p:to>
                                        <p:strVal val="visible"/>
                                      </p:to>
                                    </p:set>
                                    <p:animEffect filter="fade" transition="in">
                                      <p:cBhvr>
                                        <p:cTn dur="500"/>
                                        <p:tgtEl>
                                          <p:spTgt spid="5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8" st="8"/>
                                            </p:txEl>
                                          </p:spTgt>
                                        </p:tgtEl>
                                        <p:attrNameLst>
                                          <p:attrName>style.visibility</p:attrName>
                                        </p:attrNameLst>
                                      </p:cBhvr>
                                      <p:to>
                                        <p:strVal val="visible"/>
                                      </p:to>
                                    </p:set>
                                    <p:animEffect filter="fade" transition="in">
                                      <p:cBhvr>
                                        <p:cTn dur="500"/>
                                        <p:tgtEl>
                                          <p:spTgt spid="5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xEl>
                                              <p:pRg end="9" st="9"/>
                                            </p:txEl>
                                          </p:spTgt>
                                        </p:tgtEl>
                                        <p:attrNameLst>
                                          <p:attrName>style.visibility</p:attrName>
                                        </p:attrNameLst>
                                      </p:cBhvr>
                                      <p:to>
                                        <p:strVal val="visible"/>
                                      </p:to>
                                    </p:set>
                                    <p:animEffect filter="fade" transition="in">
                                      <p:cBhvr>
                                        <p:cTn dur="500"/>
                                        <p:tgtEl>
                                          <p:spTgt spid="52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
          <p:cNvSpPr/>
          <p:nvPr/>
        </p:nvSpPr>
        <p:spPr>
          <a:xfrm>
            <a:off x="5372100" y="228600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27" name="Google Shape;527;p9"/>
          <p:cNvSpPr/>
          <p:nvPr/>
        </p:nvSpPr>
        <p:spPr>
          <a:xfrm>
            <a:off x="5372100" y="2833688"/>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28" name="Google Shape;528;p9"/>
          <p:cNvSpPr/>
          <p:nvPr/>
        </p:nvSpPr>
        <p:spPr>
          <a:xfrm>
            <a:off x="5372100" y="3382963"/>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29" name="Google Shape;529;p9"/>
          <p:cNvSpPr/>
          <p:nvPr/>
        </p:nvSpPr>
        <p:spPr>
          <a:xfrm>
            <a:off x="5372100" y="393065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0" name="Google Shape;530;p9"/>
          <p:cNvSpPr/>
          <p:nvPr/>
        </p:nvSpPr>
        <p:spPr>
          <a:xfrm>
            <a:off x="5372100" y="4479925"/>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1" name="Google Shape;531;p9"/>
          <p:cNvSpPr/>
          <p:nvPr/>
        </p:nvSpPr>
        <p:spPr>
          <a:xfrm>
            <a:off x="5372100" y="5029200"/>
            <a:ext cx="3314700" cy="4572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2" name="Google Shape;532;p9"/>
          <p:cNvSpPr/>
          <p:nvPr/>
        </p:nvSpPr>
        <p:spPr>
          <a:xfrm>
            <a:off x="0" y="185738"/>
            <a:ext cx="9064625"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Manufacturing vs Service</a:t>
            </a:r>
            <a:endParaRPr b="0" i="0" sz="1400" u="none" cap="none" strike="noStrike">
              <a:solidFill>
                <a:srgbClr val="000000"/>
              </a:solidFill>
              <a:latin typeface="Arial"/>
              <a:ea typeface="Arial"/>
              <a:cs typeface="Arial"/>
              <a:sym typeface="Arial"/>
            </a:endParaRPr>
          </a:p>
        </p:txBody>
      </p:sp>
      <p:sp>
        <p:nvSpPr>
          <p:cNvPr id="533" name="Google Shape;533;p9"/>
          <p:cNvSpPr/>
          <p:nvPr/>
        </p:nvSpPr>
        <p:spPr>
          <a:xfrm>
            <a:off x="1081088" y="1311275"/>
            <a:ext cx="1854200"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4" name="Google Shape;534;p9"/>
          <p:cNvSpPr/>
          <p:nvPr/>
        </p:nvSpPr>
        <p:spPr>
          <a:xfrm>
            <a:off x="304802" y="1219200"/>
            <a:ext cx="2811600" cy="5460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Characteristic</a:t>
            </a:r>
            <a:endParaRPr b="0" i="0" sz="1400" u="none" cap="none" strike="noStrike">
              <a:solidFill>
                <a:srgbClr val="000000"/>
              </a:solidFill>
              <a:latin typeface="Arial"/>
              <a:ea typeface="Arial"/>
              <a:cs typeface="Arial"/>
              <a:sym typeface="Arial"/>
            </a:endParaRPr>
          </a:p>
        </p:txBody>
      </p:sp>
      <p:sp>
        <p:nvSpPr>
          <p:cNvPr id="535" name="Google Shape;535;p9"/>
          <p:cNvSpPr/>
          <p:nvPr/>
        </p:nvSpPr>
        <p:spPr>
          <a:xfrm>
            <a:off x="4471988" y="1311275"/>
            <a:ext cx="1922462"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6" name="Google Shape;536;p9"/>
          <p:cNvSpPr/>
          <p:nvPr/>
        </p:nvSpPr>
        <p:spPr>
          <a:xfrm>
            <a:off x="4153425" y="1219200"/>
            <a:ext cx="2933100" cy="5460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Manufacturing</a:t>
            </a:r>
            <a:endParaRPr b="0" i="0" sz="1400" u="none" cap="none" strike="noStrike">
              <a:solidFill>
                <a:srgbClr val="000000"/>
              </a:solidFill>
              <a:latin typeface="Arial"/>
              <a:ea typeface="Arial"/>
              <a:cs typeface="Arial"/>
              <a:sym typeface="Arial"/>
            </a:endParaRPr>
          </a:p>
        </p:txBody>
      </p:sp>
      <p:sp>
        <p:nvSpPr>
          <p:cNvPr id="537" name="Google Shape;537;p9"/>
          <p:cNvSpPr/>
          <p:nvPr/>
        </p:nvSpPr>
        <p:spPr>
          <a:xfrm>
            <a:off x="6884988" y="1311275"/>
            <a:ext cx="1006475" cy="3540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38" name="Google Shape;538;p9"/>
          <p:cNvSpPr/>
          <p:nvPr/>
        </p:nvSpPr>
        <p:spPr>
          <a:xfrm>
            <a:off x="6885002" y="1219200"/>
            <a:ext cx="1740000" cy="5460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Service</a:t>
            </a:r>
            <a:endParaRPr b="0" i="0" sz="1400" u="none" cap="none" strike="noStrike">
              <a:solidFill>
                <a:srgbClr val="000000"/>
              </a:solidFill>
              <a:latin typeface="Arial"/>
              <a:ea typeface="Arial"/>
              <a:cs typeface="Arial"/>
              <a:sym typeface="Arial"/>
            </a:endParaRPr>
          </a:p>
        </p:txBody>
      </p:sp>
      <p:grpSp>
        <p:nvGrpSpPr>
          <p:cNvPr id="539" name="Google Shape;539;p9"/>
          <p:cNvGrpSpPr/>
          <p:nvPr/>
        </p:nvGrpSpPr>
        <p:grpSpPr>
          <a:xfrm>
            <a:off x="681038" y="1714500"/>
            <a:ext cx="7924800" cy="4725484"/>
            <a:chOff x="429" y="1440"/>
            <a:chExt cx="4992" cy="2751"/>
          </a:xfrm>
        </p:grpSpPr>
        <p:sp>
          <p:nvSpPr>
            <p:cNvPr id="540" name="Google Shape;540;p9"/>
            <p:cNvSpPr/>
            <p:nvPr/>
          </p:nvSpPr>
          <p:spPr>
            <a:xfrm>
              <a:off x="681" y="1485"/>
              <a:ext cx="51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1" name="Google Shape;541;p9"/>
            <p:cNvSpPr/>
            <p:nvPr/>
          </p:nvSpPr>
          <p:spPr>
            <a:xfrm>
              <a:off x="432" y="1440"/>
              <a:ext cx="900" cy="3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42" name="Google Shape;542;p9"/>
            <p:cNvSpPr/>
            <p:nvPr/>
          </p:nvSpPr>
          <p:spPr>
            <a:xfrm>
              <a:off x="681" y="1818"/>
              <a:ext cx="135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3" name="Google Shape;543;p9"/>
            <p:cNvSpPr/>
            <p:nvPr/>
          </p:nvSpPr>
          <p:spPr>
            <a:xfrm>
              <a:off x="429" y="1773"/>
              <a:ext cx="1619"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Customer contact</a:t>
              </a:r>
              <a:endParaRPr b="0" i="0" sz="1400" u="none" cap="none" strike="noStrike">
                <a:solidFill>
                  <a:srgbClr val="000000"/>
                </a:solidFill>
                <a:latin typeface="Arial"/>
                <a:ea typeface="Arial"/>
                <a:cs typeface="Arial"/>
                <a:sym typeface="Arial"/>
              </a:endParaRPr>
            </a:p>
          </p:txBody>
        </p:sp>
        <p:sp>
          <p:nvSpPr>
            <p:cNvPr id="544" name="Google Shape;544;p9"/>
            <p:cNvSpPr/>
            <p:nvPr/>
          </p:nvSpPr>
          <p:spPr>
            <a:xfrm>
              <a:off x="681" y="2150"/>
              <a:ext cx="1422"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5" name="Google Shape;545;p9"/>
            <p:cNvSpPr/>
            <p:nvPr/>
          </p:nvSpPr>
          <p:spPr>
            <a:xfrm>
              <a:off x="432" y="2105"/>
              <a:ext cx="1662"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Uniformity of input</a:t>
              </a:r>
              <a:endParaRPr b="0" i="0" sz="1400" u="none" cap="none" strike="noStrike">
                <a:solidFill>
                  <a:srgbClr val="000000"/>
                </a:solidFill>
                <a:latin typeface="Arial"/>
                <a:ea typeface="Arial"/>
                <a:cs typeface="Arial"/>
                <a:sym typeface="Arial"/>
              </a:endParaRPr>
            </a:p>
          </p:txBody>
        </p:sp>
        <p:sp>
          <p:nvSpPr>
            <p:cNvPr id="546" name="Google Shape;546;p9"/>
            <p:cNvSpPr/>
            <p:nvPr/>
          </p:nvSpPr>
          <p:spPr>
            <a:xfrm>
              <a:off x="681" y="2483"/>
              <a:ext cx="1060" cy="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7" name="Google Shape;547;p9"/>
            <p:cNvSpPr/>
            <p:nvPr/>
          </p:nvSpPr>
          <p:spPr>
            <a:xfrm>
              <a:off x="432" y="2437"/>
              <a:ext cx="1289"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Labor content</a:t>
              </a:r>
              <a:endParaRPr b="0" i="0" sz="1400" u="none" cap="none" strike="noStrike">
                <a:solidFill>
                  <a:srgbClr val="000000"/>
                </a:solidFill>
                <a:latin typeface="Arial"/>
                <a:ea typeface="Arial"/>
                <a:cs typeface="Arial"/>
                <a:sym typeface="Arial"/>
              </a:endParaRPr>
            </a:p>
          </p:txBody>
        </p:sp>
        <p:sp>
          <p:nvSpPr>
            <p:cNvPr id="548" name="Google Shape;548;p9"/>
            <p:cNvSpPr/>
            <p:nvPr/>
          </p:nvSpPr>
          <p:spPr>
            <a:xfrm>
              <a:off x="681" y="2815"/>
              <a:ext cx="152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49" name="Google Shape;549;p9"/>
            <p:cNvSpPr/>
            <p:nvPr/>
          </p:nvSpPr>
          <p:spPr>
            <a:xfrm>
              <a:off x="432" y="2770"/>
              <a:ext cx="1779"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Uniformity of output</a:t>
              </a:r>
              <a:endParaRPr b="0" i="0" sz="1400" u="none" cap="none" strike="noStrike">
                <a:solidFill>
                  <a:srgbClr val="000000"/>
                </a:solidFill>
                <a:latin typeface="Arial"/>
                <a:ea typeface="Arial"/>
                <a:cs typeface="Arial"/>
                <a:sym typeface="Arial"/>
              </a:endParaRPr>
            </a:p>
          </p:txBody>
        </p:sp>
        <p:sp>
          <p:nvSpPr>
            <p:cNvPr id="550" name="Google Shape;550;p9"/>
            <p:cNvSpPr/>
            <p:nvPr/>
          </p:nvSpPr>
          <p:spPr>
            <a:xfrm>
              <a:off x="781" y="3148"/>
              <a:ext cx="2386" cy="1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1" name="Google Shape;551;p9"/>
            <p:cNvSpPr/>
            <p:nvPr/>
          </p:nvSpPr>
          <p:spPr>
            <a:xfrm>
              <a:off x="432" y="3095"/>
              <a:ext cx="2527"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Measurement of productivity</a:t>
              </a:r>
              <a:endParaRPr b="0" i="0" sz="1400" u="none" cap="none" strike="noStrike">
                <a:solidFill>
                  <a:srgbClr val="000000"/>
                </a:solidFill>
                <a:latin typeface="Arial"/>
                <a:ea typeface="Arial"/>
                <a:cs typeface="Arial"/>
                <a:sym typeface="Arial"/>
              </a:endParaRPr>
            </a:p>
          </p:txBody>
        </p:sp>
        <p:sp>
          <p:nvSpPr>
            <p:cNvPr id="552" name="Google Shape;552;p9"/>
            <p:cNvSpPr/>
            <p:nvPr/>
          </p:nvSpPr>
          <p:spPr>
            <a:xfrm>
              <a:off x="432" y="3435"/>
              <a:ext cx="196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Opportunity to correct</a:t>
              </a:r>
              <a:endParaRPr b="0" i="0" sz="1400" u="none" cap="none" strike="noStrike">
                <a:solidFill>
                  <a:srgbClr val="000000"/>
                </a:solidFill>
                <a:latin typeface="Arial"/>
                <a:ea typeface="Arial"/>
                <a:cs typeface="Arial"/>
                <a:sym typeface="Arial"/>
              </a:endParaRPr>
            </a:p>
          </p:txBody>
        </p:sp>
        <p:grpSp>
          <p:nvGrpSpPr>
            <p:cNvPr id="553" name="Google Shape;553;p9"/>
            <p:cNvGrpSpPr/>
            <p:nvPr/>
          </p:nvGrpSpPr>
          <p:grpSpPr>
            <a:xfrm>
              <a:off x="3352" y="1464"/>
              <a:ext cx="852" cy="2265"/>
              <a:chOff x="3352" y="1487"/>
              <a:chExt cx="852" cy="2265"/>
            </a:xfrm>
          </p:grpSpPr>
          <p:sp>
            <p:nvSpPr>
              <p:cNvPr id="554" name="Google Shape;554;p9"/>
              <p:cNvSpPr/>
              <p:nvPr/>
            </p:nvSpPr>
            <p:spPr>
              <a:xfrm>
                <a:off x="3409" y="1532"/>
                <a:ext cx="651"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5" name="Google Shape;555;p9"/>
              <p:cNvSpPr/>
              <p:nvPr/>
            </p:nvSpPr>
            <p:spPr>
              <a:xfrm>
                <a:off x="3352" y="1487"/>
                <a:ext cx="852"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Tangible</a:t>
                </a:r>
                <a:endParaRPr b="0" i="0" sz="1400" u="none" cap="none" strike="noStrike">
                  <a:solidFill>
                    <a:srgbClr val="000000"/>
                  </a:solidFill>
                  <a:latin typeface="Arial"/>
                  <a:ea typeface="Arial"/>
                  <a:cs typeface="Arial"/>
                  <a:sym typeface="Arial"/>
                </a:endParaRPr>
              </a:p>
            </p:txBody>
          </p:sp>
          <p:sp>
            <p:nvSpPr>
              <p:cNvPr id="556" name="Google Shape;556;p9"/>
              <p:cNvSpPr/>
              <p:nvPr/>
            </p:nvSpPr>
            <p:spPr>
              <a:xfrm>
                <a:off x="3409" y="1871"/>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7" name="Google Shape;557;p9"/>
              <p:cNvSpPr/>
              <p:nvPr/>
            </p:nvSpPr>
            <p:spPr>
              <a:xfrm>
                <a:off x="3352" y="1826"/>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b="0" i="0" sz="1400" u="none" cap="none" strike="noStrike">
                  <a:solidFill>
                    <a:srgbClr val="000000"/>
                  </a:solidFill>
                  <a:latin typeface="Arial"/>
                  <a:ea typeface="Arial"/>
                  <a:cs typeface="Arial"/>
                  <a:sym typeface="Arial"/>
                </a:endParaRPr>
              </a:p>
            </p:txBody>
          </p:sp>
          <p:sp>
            <p:nvSpPr>
              <p:cNvPr id="558" name="Google Shape;558;p9"/>
              <p:cNvSpPr/>
              <p:nvPr/>
            </p:nvSpPr>
            <p:spPr>
              <a:xfrm>
                <a:off x="3409" y="2203"/>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59" name="Google Shape;559;p9"/>
              <p:cNvSpPr/>
              <p:nvPr/>
            </p:nvSpPr>
            <p:spPr>
              <a:xfrm>
                <a:off x="3352" y="2158"/>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b="0" i="0" sz="1400" u="none" cap="none" strike="noStrike">
                  <a:solidFill>
                    <a:srgbClr val="000000"/>
                  </a:solidFill>
                  <a:latin typeface="Arial"/>
                  <a:ea typeface="Arial"/>
                  <a:cs typeface="Arial"/>
                  <a:sym typeface="Arial"/>
                </a:endParaRPr>
              </a:p>
            </p:txBody>
          </p:sp>
          <p:sp>
            <p:nvSpPr>
              <p:cNvPr id="560" name="Google Shape;560;p9"/>
              <p:cNvSpPr/>
              <p:nvPr/>
            </p:nvSpPr>
            <p:spPr>
              <a:xfrm>
                <a:off x="3441" y="2535"/>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1" name="Google Shape;561;p9"/>
              <p:cNvSpPr/>
              <p:nvPr/>
            </p:nvSpPr>
            <p:spPr>
              <a:xfrm>
                <a:off x="3384" y="2490"/>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b="0" i="0" sz="1400" u="none" cap="none" strike="noStrike">
                  <a:solidFill>
                    <a:srgbClr val="000000"/>
                  </a:solidFill>
                  <a:latin typeface="Arial"/>
                  <a:ea typeface="Arial"/>
                  <a:cs typeface="Arial"/>
                  <a:sym typeface="Arial"/>
                </a:endParaRPr>
              </a:p>
            </p:txBody>
          </p:sp>
          <p:sp>
            <p:nvSpPr>
              <p:cNvPr id="562" name="Google Shape;562;p9"/>
              <p:cNvSpPr/>
              <p:nvPr/>
            </p:nvSpPr>
            <p:spPr>
              <a:xfrm>
                <a:off x="3409" y="2868"/>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3" name="Google Shape;563;p9"/>
              <p:cNvSpPr/>
              <p:nvPr/>
            </p:nvSpPr>
            <p:spPr>
              <a:xfrm>
                <a:off x="3352" y="2823"/>
                <a:ext cx="51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b="0" i="0" sz="1400" u="none" cap="none" strike="noStrike">
                  <a:solidFill>
                    <a:srgbClr val="000000"/>
                  </a:solidFill>
                  <a:latin typeface="Arial"/>
                  <a:ea typeface="Arial"/>
                  <a:cs typeface="Arial"/>
                  <a:sym typeface="Arial"/>
                </a:endParaRPr>
              </a:p>
            </p:txBody>
          </p:sp>
          <p:sp>
            <p:nvSpPr>
              <p:cNvPr id="564" name="Google Shape;564;p9"/>
              <p:cNvSpPr/>
              <p:nvPr/>
            </p:nvSpPr>
            <p:spPr>
              <a:xfrm>
                <a:off x="3409" y="3200"/>
                <a:ext cx="36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5" name="Google Shape;565;p9"/>
              <p:cNvSpPr/>
              <p:nvPr/>
            </p:nvSpPr>
            <p:spPr>
              <a:xfrm>
                <a:off x="3352" y="3155"/>
                <a:ext cx="541"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Easy</a:t>
                </a:r>
                <a:endParaRPr b="0" i="0" sz="1400" u="none" cap="none" strike="noStrike">
                  <a:solidFill>
                    <a:srgbClr val="000000"/>
                  </a:solidFill>
                  <a:latin typeface="Arial"/>
                  <a:ea typeface="Arial"/>
                  <a:cs typeface="Arial"/>
                  <a:sym typeface="Arial"/>
                </a:endParaRPr>
              </a:p>
            </p:txBody>
          </p:sp>
          <p:sp>
            <p:nvSpPr>
              <p:cNvPr id="566" name="Google Shape;566;p9"/>
              <p:cNvSpPr/>
              <p:nvPr/>
            </p:nvSpPr>
            <p:spPr>
              <a:xfrm>
                <a:off x="3409" y="3533"/>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67" name="Google Shape;567;p9"/>
              <p:cNvSpPr/>
              <p:nvPr/>
            </p:nvSpPr>
            <p:spPr>
              <a:xfrm>
                <a:off x="3352" y="3488"/>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b="0" i="0" sz="1400" u="none" cap="none" strike="noStrike">
                  <a:solidFill>
                    <a:srgbClr val="000000"/>
                  </a:solidFill>
                  <a:latin typeface="Arial"/>
                  <a:ea typeface="Arial"/>
                  <a:cs typeface="Arial"/>
                  <a:sym typeface="Arial"/>
                </a:endParaRPr>
              </a:p>
            </p:txBody>
          </p:sp>
        </p:grpSp>
        <p:sp>
          <p:nvSpPr>
            <p:cNvPr id="568" name="Google Shape;568;p9"/>
            <p:cNvSpPr/>
            <p:nvPr/>
          </p:nvSpPr>
          <p:spPr>
            <a:xfrm>
              <a:off x="4472" y="1464"/>
              <a:ext cx="948"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Intangible</a:t>
              </a:r>
              <a:endParaRPr b="0" i="0" sz="1400" u="none" cap="none" strike="noStrike">
                <a:solidFill>
                  <a:srgbClr val="000000"/>
                </a:solidFill>
                <a:latin typeface="Arial"/>
                <a:ea typeface="Arial"/>
                <a:cs typeface="Arial"/>
                <a:sym typeface="Arial"/>
              </a:endParaRPr>
            </a:p>
          </p:txBody>
        </p:sp>
        <p:grpSp>
          <p:nvGrpSpPr>
            <p:cNvPr id="569" name="Google Shape;569;p9"/>
            <p:cNvGrpSpPr/>
            <p:nvPr/>
          </p:nvGrpSpPr>
          <p:grpSpPr>
            <a:xfrm>
              <a:off x="4616" y="1509"/>
              <a:ext cx="805" cy="2214"/>
              <a:chOff x="4616" y="1532"/>
              <a:chExt cx="805" cy="2214"/>
            </a:xfrm>
          </p:grpSpPr>
          <p:sp>
            <p:nvSpPr>
              <p:cNvPr id="570" name="Google Shape;570;p9"/>
              <p:cNvSpPr/>
              <p:nvPr/>
            </p:nvSpPr>
            <p:spPr>
              <a:xfrm>
                <a:off x="4673" y="1532"/>
                <a:ext cx="748"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1" name="Google Shape;571;p9"/>
              <p:cNvSpPr/>
              <p:nvPr/>
            </p:nvSpPr>
            <p:spPr>
              <a:xfrm>
                <a:off x="4673" y="1864"/>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2" name="Google Shape;572;p9"/>
              <p:cNvSpPr/>
              <p:nvPr/>
            </p:nvSpPr>
            <p:spPr>
              <a:xfrm>
                <a:off x="4616" y="1819"/>
                <a:ext cx="510"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b="0" i="0" sz="1400" u="none" cap="none" strike="noStrike">
                  <a:solidFill>
                    <a:srgbClr val="000000"/>
                  </a:solidFill>
                  <a:latin typeface="Arial"/>
                  <a:ea typeface="Arial"/>
                  <a:cs typeface="Arial"/>
                  <a:sym typeface="Arial"/>
                </a:endParaRPr>
              </a:p>
            </p:txBody>
          </p:sp>
          <p:sp>
            <p:nvSpPr>
              <p:cNvPr id="573" name="Google Shape;573;p9"/>
              <p:cNvSpPr/>
              <p:nvPr/>
            </p:nvSpPr>
            <p:spPr>
              <a:xfrm>
                <a:off x="4673" y="2197"/>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4" name="Google Shape;574;p9"/>
              <p:cNvSpPr/>
              <p:nvPr/>
            </p:nvSpPr>
            <p:spPr>
              <a:xfrm>
                <a:off x="4616" y="2152"/>
                <a:ext cx="467"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b="0" i="0" sz="1400" u="none" cap="none" strike="noStrike">
                  <a:solidFill>
                    <a:srgbClr val="000000"/>
                  </a:solidFill>
                  <a:latin typeface="Arial"/>
                  <a:ea typeface="Arial"/>
                  <a:cs typeface="Arial"/>
                  <a:sym typeface="Arial"/>
                </a:endParaRPr>
              </a:p>
            </p:txBody>
          </p:sp>
          <p:sp>
            <p:nvSpPr>
              <p:cNvPr id="575" name="Google Shape;575;p9"/>
              <p:cNvSpPr/>
              <p:nvPr/>
            </p:nvSpPr>
            <p:spPr>
              <a:xfrm>
                <a:off x="4673" y="2529"/>
                <a:ext cx="34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6" name="Google Shape;576;p9"/>
              <p:cNvSpPr/>
              <p:nvPr/>
            </p:nvSpPr>
            <p:spPr>
              <a:xfrm>
                <a:off x="4616" y="2484"/>
                <a:ext cx="510" cy="26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High</a:t>
                </a:r>
                <a:endParaRPr b="0" i="0" sz="1400" u="none" cap="none" strike="noStrike">
                  <a:solidFill>
                    <a:srgbClr val="000000"/>
                  </a:solidFill>
                  <a:latin typeface="Arial"/>
                  <a:ea typeface="Arial"/>
                  <a:cs typeface="Arial"/>
                  <a:sym typeface="Arial"/>
                </a:endParaRPr>
              </a:p>
            </p:txBody>
          </p:sp>
          <p:sp>
            <p:nvSpPr>
              <p:cNvPr id="577" name="Google Shape;577;p9"/>
              <p:cNvSpPr/>
              <p:nvPr/>
            </p:nvSpPr>
            <p:spPr>
              <a:xfrm>
                <a:off x="4673" y="2861"/>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78" name="Google Shape;578;p9"/>
              <p:cNvSpPr/>
              <p:nvPr/>
            </p:nvSpPr>
            <p:spPr>
              <a:xfrm>
                <a:off x="4616" y="2816"/>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b="0" i="0" sz="1400" u="none" cap="none" strike="noStrike">
                  <a:solidFill>
                    <a:srgbClr val="000000"/>
                  </a:solidFill>
                  <a:latin typeface="Arial"/>
                  <a:ea typeface="Arial"/>
                  <a:cs typeface="Arial"/>
                  <a:sym typeface="Arial"/>
                </a:endParaRPr>
              </a:p>
            </p:txBody>
          </p:sp>
          <p:sp>
            <p:nvSpPr>
              <p:cNvPr id="579" name="Google Shape;579;p9"/>
              <p:cNvSpPr/>
              <p:nvPr/>
            </p:nvSpPr>
            <p:spPr>
              <a:xfrm>
                <a:off x="4673" y="3194"/>
                <a:ext cx="587"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0" name="Google Shape;580;p9"/>
              <p:cNvSpPr/>
              <p:nvPr/>
            </p:nvSpPr>
            <p:spPr>
              <a:xfrm>
                <a:off x="4616" y="3149"/>
                <a:ext cx="744"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Difficult</a:t>
                </a:r>
                <a:endParaRPr b="0" i="0" sz="1400" u="none" cap="none" strike="noStrike">
                  <a:solidFill>
                    <a:srgbClr val="000000"/>
                  </a:solidFill>
                  <a:latin typeface="Arial"/>
                  <a:ea typeface="Arial"/>
                  <a:cs typeface="Arial"/>
                  <a:sym typeface="Arial"/>
                </a:endParaRPr>
              </a:p>
            </p:txBody>
          </p:sp>
          <p:sp>
            <p:nvSpPr>
              <p:cNvPr id="581" name="Google Shape;581;p9"/>
              <p:cNvSpPr/>
              <p:nvPr/>
            </p:nvSpPr>
            <p:spPr>
              <a:xfrm>
                <a:off x="4673" y="3527"/>
                <a:ext cx="313"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2" name="Google Shape;582;p9"/>
              <p:cNvSpPr/>
              <p:nvPr/>
            </p:nvSpPr>
            <p:spPr>
              <a:xfrm>
                <a:off x="4616" y="3482"/>
                <a:ext cx="467" cy="26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Low</a:t>
                </a:r>
                <a:endParaRPr b="0" i="0" sz="1400" u="none" cap="none" strike="noStrike">
                  <a:solidFill>
                    <a:srgbClr val="000000"/>
                  </a:solidFill>
                  <a:latin typeface="Arial"/>
                  <a:ea typeface="Arial"/>
                  <a:cs typeface="Arial"/>
                  <a:sym typeface="Arial"/>
                </a:endParaRPr>
              </a:p>
            </p:txBody>
          </p:sp>
        </p:grpSp>
        <p:grpSp>
          <p:nvGrpSpPr>
            <p:cNvPr id="583" name="Google Shape;583;p9"/>
            <p:cNvGrpSpPr/>
            <p:nvPr/>
          </p:nvGrpSpPr>
          <p:grpSpPr>
            <a:xfrm>
              <a:off x="432" y="3480"/>
              <a:ext cx="2100" cy="711"/>
              <a:chOff x="532" y="3503"/>
              <a:chExt cx="2100" cy="711"/>
            </a:xfrm>
          </p:grpSpPr>
          <p:sp>
            <p:nvSpPr>
              <p:cNvPr id="584" name="Google Shape;584;p9"/>
              <p:cNvSpPr/>
              <p:nvPr/>
            </p:nvSpPr>
            <p:spPr>
              <a:xfrm>
                <a:off x="589" y="3503"/>
                <a:ext cx="1689"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5" name="Google Shape;585;p9"/>
              <p:cNvSpPr/>
              <p:nvPr/>
            </p:nvSpPr>
            <p:spPr>
              <a:xfrm>
                <a:off x="589" y="3670"/>
                <a:ext cx="1272" cy="18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586" name="Google Shape;586;p9"/>
              <p:cNvSpPr/>
              <p:nvPr/>
            </p:nvSpPr>
            <p:spPr>
              <a:xfrm>
                <a:off x="532" y="3914"/>
                <a:ext cx="2100" cy="3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quality problems</a:t>
                </a:r>
                <a:endParaRPr b="0" i="0" sz="1400" u="none" cap="none" strike="noStrike">
                  <a:solidFill>
                    <a:srgbClr val="000000"/>
                  </a:solidFill>
                  <a:latin typeface="Arial"/>
                  <a:ea typeface="Arial"/>
                  <a:cs typeface="Arial"/>
                  <a:sym typeface="Arial"/>
                </a:endParaRPr>
              </a:p>
            </p:txBody>
          </p:sp>
          <p:sp>
            <p:nvSpPr>
              <p:cNvPr id="587" name="Google Shape;587;p9"/>
              <p:cNvSpPr/>
              <p:nvPr/>
            </p:nvSpPr>
            <p:spPr>
              <a:xfrm>
                <a:off x="542" y="3929"/>
                <a:ext cx="9" cy="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grpSp>
      </p:grpSp>
      <p:cxnSp>
        <p:nvCxnSpPr>
          <p:cNvPr id="588" name="Google Shape;588;p9"/>
          <p:cNvCxnSpPr/>
          <p:nvPr/>
        </p:nvCxnSpPr>
        <p:spPr>
          <a:xfrm>
            <a:off x="304800" y="1693863"/>
            <a:ext cx="85344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26"/>
                                        </p:tgtEl>
                                        <p:attrNameLst>
                                          <p:attrName>ppt_y</p:attrName>
                                        </p:attrNameLst>
                                      </p:cBhvr>
                                      <p:tavLst>
                                        <p:tav fmla="" tm="0">
                                          <p:val>
                                            <p:strVal val="#ppt_y"/>
                                          </p:val>
                                        </p:tav>
                                        <p:tav fmla="" tm="100000">
                                          <p:val>
                                            <p:strVal val="#ppt_y+1"/>
                                          </p:val>
                                        </p:tav>
                                      </p:tavLst>
                                    </p:anim>
                                    <p:set>
                                      <p:cBhvr>
                                        <p:cTn dur="1" fill="hold">
                                          <p:stCondLst>
                                            <p:cond delay="500"/>
                                          </p:stCondLst>
                                        </p:cTn>
                                        <p:tgtEl>
                                          <p:spTgt spid="5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27"/>
                                        </p:tgtEl>
                                        <p:attrNameLst>
                                          <p:attrName>ppt_y</p:attrName>
                                        </p:attrNameLst>
                                      </p:cBhvr>
                                      <p:tavLst>
                                        <p:tav fmla="" tm="0">
                                          <p:val>
                                            <p:strVal val="#ppt_y"/>
                                          </p:val>
                                        </p:tav>
                                        <p:tav fmla="" tm="100000">
                                          <p:val>
                                            <p:strVal val="#ppt_y+1"/>
                                          </p:val>
                                        </p:tav>
                                      </p:tavLst>
                                    </p:anim>
                                    <p:set>
                                      <p:cBhvr>
                                        <p:cTn dur="1" fill="hold">
                                          <p:stCondLst>
                                            <p:cond delay="500"/>
                                          </p:stCondLst>
                                        </p:cTn>
                                        <p:tgtEl>
                                          <p:spTgt spid="5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28"/>
                                        </p:tgtEl>
                                        <p:attrNameLst>
                                          <p:attrName>ppt_y</p:attrName>
                                        </p:attrNameLst>
                                      </p:cBhvr>
                                      <p:tavLst>
                                        <p:tav fmla="" tm="0">
                                          <p:val>
                                            <p:strVal val="#ppt_y"/>
                                          </p:val>
                                        </p:tav>
                                        <p:tav fmla="" tm="100000">
                                          <p:val>
                                            <p:strVal val="#ppt_y+1"/>
                                          </p:val>
                                        </p:tav>
                                      </p:tavLst>
                                    </p:anim>
                                    <p:set>
                                      <p:cBhvr>
                                        <p:cTn dur="1" fill="hold">
                                          <p:stCondLst>
                                            <p:cond delay="500"/>
                                          </p:stCondLst>
                                        </p:cTn>
                                        <p:tgtEl>
                                          <p:spTgt spid="5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29"/>
                                        </p:tgtEl>
                                        <p:attrNameLst>
                                          <p:attrName>ppt_y</p:attrName>
                                        </p:attrNameLst>
                                      </p:cBhvr>
                                      <p:tavLst>
                                        <p:tav fmla="" tm="0">
                                          <p:val>
                                            <p:strVal val="#ppt_y"/>
                                          </p:val>
                                        </p:tav>
                                        <p:tav fmla="" tm="100000">
                                          <p:val>
                                            <p:strVal val="#ppt_y+1"/>
                                          </p:val>
                                        </p:tav>
                                      </p:tavLst>
                                    </p:anim>
                                    <p:set>
                                      <p:cBhvr>
                                        <p:cTn dur="1" fill="hold">
                                          <p:stCondLst>
                                            <p:cond delay="500"/>
                                          </p:stCondLst>
                                        </p:cTn>
                                        <p:tgtEl>
                                          <p:spTgt spid="5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30"/>
                                        </p:tgtEl>
                                        <p:attrNameLst>
                                          <p:attrName>ppt_y</p:attrName>
                                        </p:attrNameLst>
                                      </p:cBhvr>
                                      <p:tavLst>
                                        <p:tav fmla="" tm="0">
                                          <p:val>
                                            <p:strVal val="#ppt_y"/>
                                          </p:val>
                                        </p:tav>
                                        <p:tav fmla="" tm="100000">
                                          <p:val>
                                            <p:strVal val="#ppt_y+1"/>
                                          </p:val>
                                        </p:tav>
                                      </p:tavLst>
                                    </p:anim>
                                    <p:set>
                                      <p:cBhvr>
                                        <p:cTn dur="1" fill="hold">
                                          <p:stCondLst>
                                            <p:cond delay="500"/>
                                          </p:stCondLst>
                                        </p:cTn>
                                        <p:tgtEl>
                                          <p:spTgt spid="5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31"/>
                                        </p:tgtEl>
                                        <p:attrNameLst>
                                          <p:attrName>ppt_y</p:attrName>
                                        </p:attrNameLst>
                                      </p:cBhvr>
                                      <p:tavLst>
                                        <p:tav fmla="" tm="0">
                                          <p:val>
                                            <p:strVal val="#ppt_y"/>
                                          </p:val>
                                        </p:tav>
                                        <p:tav fmla="" tm="100000">
                                          <p:val>
                                            <p:strVal val="#ppt_y+1"/>
                                          </p:val>
                                        </p:tav>
                                      </p:tavLst>
                                    </p:anim>
                                    <p:set>
                                      <p:cBhvr>
                                        <p:cTn dur="1" fill="hold">
                                          <p:stCondLst>
                                            <p:cond delay="500"/>
                                          </p:stCondLst>
                                        </p:cTn>
                                        <p:tgtEl>
                                          <p:spTgt spid="53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
          <p:cNvSpPr txBox="1"/>
          <p:nvPr>
            <p:ph idx="1" type="body"/>
          </p:nvPr>
        </p:nvSpPr>
        <p:spPr>
          <a:xfrm>
            <a:off x="342900" y="914400"/>
            <a:ext cx="8382000" cy="5562600"/>
          </a:xfrm>
          <a:prstGeom prst="rect">
            <a:avLst/>
          </a:prstGeom>
          <a:noFill/>
          <a:ln>
            <a:noFill/>
          </a:ln>
        </p:spPr>
        <p:txBody>
          <a:bodyPr anchorCtr="0" anchor="t" bIns="45700" lIns="91425" spcFirstLastPara="1" rIns="91425" wrap="square" tIns="45700">
            <a:noAutofit/>
          </a:bodyPr>
          <a:lstStyle/>
          <a:p>
            <a:pPr indent="-231775" lvl="0" marL="231775" rtl="0" algn="l">
              <a:lnSpc>
                <a:spcPct val="100000"/>
              </a:lnSpc>
              <a:spcBef>
                <a:spcPts val="0"/>
              </a:spcBef>
              <a:spcAft>
                <a:spcPts val="0"/>
              </a:spcAft>
              <a:buSzPts val="2240"/>
              <a:buChar char="∙"/>
            </a:pPr>
            <a:r>
              <a:rPr lang="en-US"/>
              <a:t>Operations Management includes:</a:t>
            </a:r>
            <a:endParaRPr/>
          </a:p>
          <a:p>
            <a:pPr indent="-219075" lvl="1" marL="566738" rtl="0" algn="l">
              <a:lnSpc>
                <a:spcPct val="100000"/>
              </a:lnSpc>
              <a:spcBef>
                <a:spcPts val="600"/>
              </a:spcBef>
              <a:spcAft>
                <a:spcPts val="0"/>
              </a:spcAft>
              <a:buSzPts val="2100"/>
              <a:buChar char="∙"/>
            </a:pPr>
            <a:r>
              <a:rPr lang="en-US"/>
              <a:t>Forecasting</a:t>
            </a:r>
            <a:endParaRPr/>
          </a:p>
          <a:p>
            <a:pPr indent="-219075" lvl="1" marL="566738" rtl="0" algn="l">
              <a:lnSpc>
                <a:spcPct val="100000"/>
              </a:lnSpc>
              <a:spcBef>
                <a:spcPts val="600"/>
              </a:spcBef>
              <a:spcAft>
                <a:spcPts val="0"/>
              </a:spcAft>
              <a:buSzPts val="2100"/>
              <a:buChar char="∙"/>
            </a:pPr>
            <a:r>
              <a:rPr lang="en-US"/>
              <a:t>Capacity planning</a:t>
            </a:r>
            <a:endParaRPr/>
          </a:p>
          <a:p>
            <a:pPr indent="-219075" lvl="1" marL="566738" rtl="0" algn="l">
              <a:lnSpc>
                <a:spcPct val="100000"/>
              </a:lnSpc>
              <a:spcBef>
                <a:spcPts val="600"/>
              </a:spcBef>
              <a:spcAft>
                <a:spcPts val="0"/>
              </a:spcAft>
              <a:buSzPts val="2100"/>
              <a:buChar char="∙"/>
            </a:pPr>
            <a:r>
              <a:rPr lang="en-US"/>
              <a:t>Scheduling</a:t>
            </a:r>
            <a:endParaRPr/>
          </a:p>
          <a:p>
            <a:pPr indent="-219075" lvl="1" marL="566738" rtl="0" algn="l">
              <a:lnSpc>
                <a:spcPct val="100000"/>
              </a:lnSpc>
              <a:spcBef>
                <a:spcPts val="600"/>
              </a:spcBef>
              <a:spcAft>
                <a:spcPts val="0"/>
              </a:spcAft>
              <a:buSzPts val="2100"/>
              <a:buChar char="∙"/>
            </a:pPr>
            <a:r>
              <a:rPr lang="en-US"/>
              <a:t>Managing inventories</a:t>
            </a:r>
            <a:endParaRPr/>
          </a:p>
          <a:p>
            <a:pPr indent="-219075" lvl="1" marL="566738" rtl="0" algn="l">
              <a:lnSpc>
                <a:spcPct val="100000"/>
              </a:lnSpc>
              <a:spcBef>
                <a:spcPts val="600"/>
              </a:spcBef>
              <a:spcAft>
                <a:spcPts val="0"/>
              </a:spcAft>
              <a:buSzPts val="2100"/>
              <a:buChar char="∙"/>
            </a:pPr>
            <a:r>
              <a:rPr lang="en-US"/>
              <a:t>Assuring quality</a:t>
            </a:r>
            <a:endParaRPr/>
          </a:p>
          <a:p>
            <a:pPr indent="-219075" lvl="1" marL="566738" rtl="0" algn="l">
              <a:lnSpc>
                <a:spcPct val="100000"/>
              </a:lnSpc>
              <a:spcBef>
                <a:spcPts val="600"/>
              </a:spcBef>
              <a:spcAft>
                <a:spcPts val="0"/>
              </a:spcAft>
              <a:buSzPts val="2100"/>
              <a:buChar char="∙"/>
            </a:pPr>
            <a:r>
              <a:rPr lang="en-US"/>
              <a:t>Motivating employees</a:t>
            </a:r>
            <a:endParaRPr/>
          </a:p>
          <a:p>
            <a:pPr indent="-219075" lvl="1" marL="566738" rtl="0" algn="l">
              <a:lnSpc>
                <a:spcPct val="100000"/>
              </a:lnSpc>
              <a:spcBef>
                <a:spcPts val="600"/>
              </a:spcBef>
              <a:spcAft>
                <a:spcPts val="0"/>
              </a:spcAft>
              <a:buSzPts val="2100"/>
              <a:buChar char="∙"/>
            </a:pPr>
            <a:r>
              <a:rPr lang="en-US"/>
              <a:t>Deciding where to locate facilities</a:t>
            </a:r>
            <a:endParaRPr/>
          </a:p>
          <a:p>
            <a:pPr indent="-219075" lvl="1" marL="566738" rtl="0" algn="l">
              <a:lnSpc>
                <a:spcPct val="100000"/>
              </a:lnSpc>
              <a:spcBef>
                <a:spcPts val="600"/>
              </a:spcBef>
              <a:spcAft>
                <a:spcPts val="0"/>
              </a:spcAft>
              <a:buSzPts val="2100"/>
              <a:buChar char="∙"/>
            </a:pPr>
            <a:r>
              <a:rPr lang="en-US"/>
              <a:t>Supply Chain Management (SCM)</a:t>
            </a:r>
            <a:endParaRPr/>
          </a:p>
          <a:p>
            <a:pPr indent="-219075" lvl="1" marL="566738" rtl="0" algn="l">
              <a:lnSpc>
                <a:spcPct val="100000"/>
              </a:lnSpc>
              <a:spcBef>
                <a:spcPts val="600"/>
              </a:spcBef>
              <a:spcAft>
                <a:spcPts val="0"/>
              </a:spcAft>
              <a:buSzPts val="2100"/>
              <a:buChar char="∙"/>
            </a:pPr>
            <a:r>
              <a:rPr lang="en-US"/>
              <a:t>And more .</a:t>
            </a:r>
            <a:r>
              <a:rPr lang="en-US" sz="2800"/>
              <a:t> . .</a:t>
            </a:r>
            <a:endParaRPr/>
          </a:p>
        </p:txBody>
      </p:sp>
      <p:sp>
        <p:nvSpPr>
          <p:cNvPr id="594" name="Google Shape;594;p10"/>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Scope of Operations Management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3">
                                            <p:txEl>
                                              <p:pRg end="0" st="0"/>
                                            </p:txEl>
                                          </p:spTgt>
                                        </p:tgtEl>
                                        <p:attrNameLst>
                                          <p:attrName>style.visibility</p:attrName>
                                        </p:attrNameLst>
                                      </p:cBhvr>
                                      <p:to>
                                        <p:strVal val="visible"/>
                                      </p:to>
                                    </p:set>
                                    <p:animEffect filter="fade" transition="in">
                                      <p:cBhvr>
                                        <p:cTn dur="500"/>
                                        <p:tgtEl>
                                          <p:spTgt spid="59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1" st="1"/>
                                            </p:txEl>
                                          </p:spTgt>
                                        </p:tgtEl>
                                        <p:attrNameLst>
                                          <p:attrName>style.visibility</p:attrName>
                                        </p:attrNameLst>
                                      </p:cBhvr>
                                      <p:to>
                                        <p:strVal val="visible"/>
                                      </p:to>
                                    </p:set>
                                    <p:animEffect filter="fade" transition="in">
                                      <p:cBhvr>
                                        <p:cTn dur="500"/>
                                        <p:tgtEl>
                                          <p:spTgt spid="59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2" st="2"/>
                                            </p:txEl>
                                          </p:spTgt>
                                        </p:tgtEl>
                                        <p:attrNameLst>
                                          <p:attrName>style.visibility</p:attrName>
                                        </p:attrNameLst>
                                      </p:cBhvr>
                                      <p:to>
                                        <p:strVal val="visible"/>
                                      </p:to>
                                    </p:set>
                                    <p:animEffect filter="fade" transition="in">
                                      <p:cBhvr>
                                        <p:cTn dur="500"/>
                                        <p:tgtEl>
                                          <p:spTgt spid="59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3" st="3"/>
                                            </p:txEl>
                                          </p:spTgt>
                                        </p:tgtEl>
                                        <p:attrNameLst>
                                          <p:attrName>style.visibility</p:attrName>
                                        </p:attrNameLst>
                                      </p:cBhvr>
                                      <p:to>
                                        <p:strVal val="visible"/>
                                      </p:to>
                                    </p:set>
                                    <p:animEffect filter="fade" transition="in">
                                      <p:cBhvr>
                                        <p:cTn dur="500"/>
                                        <p:tgtEl>
                                          <p:spTgt spid="59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4" st="4"/>
                                            </p:txEl>
                                          </p:spTgt>
                                        </p:tgtEl>
                                        <p:attrNameLst>
                                          <p:attrName>style.visibility</p:attrName>
                                        </p:attrNameLst>
                                      </p:cBhvr>
                                      <p:to>
                                        <p:strVal val="visible"/>
                                      </p:to>
                                    </p:set>
                                    <p:animEffect filter="fade" transition="in">
                                      <p:cBhvr>
                                        <p:cTn dur="500"/>
                                        <p:tgtEl>
                                          <p:spTgt spid="593">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5" st="5"/>
                                            </p:txEl>
                                          </p:spTgt>
                                        </p:tgtEl>
                                        <p:attrNameLst>
                                          <p:attrName>style.visibility</p:attrName>
                                        </p:attrNameLst>
                                      </p:cBhvr>
                                      <p:to>
                                        <p:strVal val="visible"/>
                                      </p:to>
                                    </p:set>
                                    <p:animEffect filter="fade" transition="in">
                                      <p:cBhvr>
                                        <p:cTn dur="500"/>
                                        <p:tgtEl>
                                          <p:spTgt spid="593">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6" st="6"/>
                                            </p:txEl>
                                          </p:spTgt>
                                        </p:tgtEl>
                                        <p:attrNameLst>
                                          <p:attrName>style.visibility</p:attrName>
                                        </p:attrNameLst>
                                      </p:cBhvr>
                                      <p:to>
                                        <p:strVal val="visible"/>
                                      </p:to>
                                    </p:set>
                                    <p:animEffect filter="fade" transition="in">
                                      <p:cBhvr>
                                        <p:cTn dur="500"/>
                                        <p:tgtEl>
                                          <p:spTgt spid="593">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7" st="7"/>
                                            </p:txEl>
                                          </p:spTgt>
                                        </p:tgtEl>
                                        <p:attrNameLst>
                                          <p:attrName>style.visibility</p:attrName>
                                        </p:attrNameLst>
                                      </p:cBhvr>
                                      <p:to>
                                        <p:strVal val="visible"/>
                                      </p:to>
                                    </p:set>
                                    <p:animEffect filter="fade" transition="in">
                                      <p:cBhvr>
                                        <p:cTn dur="500"/>
                                        <p:tgtEl>
                                          <p:spTgt spid="593">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8" st="8"/>
                                            </p:txEl>
                                          </p:spTgt>
                                        </p:tgtEl>
                                        <p:attrNameLst>
                                          <p:attrName>style.visibility</p:attrName>
                                        </p:attrNameLst>
                                      </p:cBhvr>
                                      <p:to>
                                        <p:strVal val="visible"/>
                                      </p:to>
                                    </p:set>
                                    <p:animEffect filter="fade" transition="in">
                                      <p:cBhvr>
                                        <p:cTn dur="500"/>
                                        <p:tgtEl>
                                          <p:spTgt spid="59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
                                            <p:txEl>
                                              <p:pRg end="9" st="9"/>
                                            </p:txEl>
                                          </p:spTgt>
                                        </p:tgtEl>
                                        <p:attrNameLst>
                                          <p:attrName>style.visibility</p:attrName>
                                        </p:attrNameLst>
                                      </p:cBhvr>
                                      <p:to>
                                        <p:strVal val="visible"/>
                                      </p:to>
                                    </p:set>
                                    <p:animEffect filter="fade" transition="in">
                                      <p:cBhvr>
                                        <p:cTn dur="500"/>
                                        <p:tgtEl>
                                          <p:spTgt spid="59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1"/>
          <p:cNvSpPr txBox="1"/>
          <p:nvPr>
            <p:ph type="title"/>
          </p:nvPr>
        </p:nvSpPr>
        <p:spPr>
          <a:xfrm>
            <a:off x="354013" y="258763"/>
            <a:ext cx="8018462" cy="4111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Operations Function</a:t>
            </a:r>
            <a:endParaRPr/>
          </a:p>
        </p:txBody>
      </p:sp>
      <p:sp>
        <p:nvSpPr>
          <p:cNvPr id="600" name="Google Shape;600;p11"/>
          <p:cNvSpPr txBox="1"/>
          <p:nvPr>
            <p:ph idx="1" type="body"/>
          </p:nvPr>
        </p:nvSpPr>
        <p:spPr>
          <a:xfrm>
            <a:off x="0" y="1181100"/>
            <a:ext cx="9144000" cy="4941888"/>
          </a:xfrm>
          <a:prstGeom prst="rect">
            <a:avLst/>
          </a:prstGeom>
          <a:noFill/>
          <a:ln>
            <a:noFill/>
          </a:ln>
        </p:spPr>
        <p:txBody>
          <a:bodyPr anchorCtr="0" anchor="t" bIns="45700" lIns="91425" spcFirstLastPara="1" rIns="91425" wrap="square" tIns="45700">
            <a:noAutofit/>
          </a:bodyPr>
          <a:lstStyle/>
          <a:p>
            <a:pPr indent="-231775" lvl="0" marL="231775" rtl="0" algn="l">
              <a:lnSpc>
                <a:spcPct val="100000"/>
              </a:lnSpc>
              <a:spcBef>
                <a:spcPts val="0"/>
              </a:spcBef>
              <a:spcAft>
                <a:spcPts val="0"/>
              </a:spcAft>
              <a:buSzPts val="2240"/>
              <a:buChar char="∙"/>
            </a:pPr>
            <a:r>
              <a:rPr lang="en-US"/>
              <a:t>The operations function</a:t>
            </a:r>
            <a:endParaRPr/>
          </a:p>
          <a:p>
            <a:pPr indent="-219075" lvl="1" marL="566738" rtl="0" algn="l">
              <a:lnSpc>
                <a:spcPct val="100000"/>
              </a:lnSpc>
              <a:spcBef>
                <a:spcPts val="600"/>
              </a:spcBef>
              <a:spcAft>
                <a:spcPts val="0"/>
              </a:spcAft>
              <a:buSzPts val="2100"/>
              <a:buChar char="∙"/>
            </a:pPr>
            <a:r>
              <a:rPr lang="en-US"/>
              <a:t>Consists of all activities directly related to producing </a:t>
            </a:r>
            <a:r>
              <a:rPr b="1" lang="en-US"/>
              <a:t>goods</a:t>
            </a:r>
            <a:r>
              <a:rPr lang="en-US"/>
              <a:t> or providing </a:t>
            </a:r>
            <a:r>
              <a:rPr b="1" lang="en-US"/>
              <a:t>services</a:t>
            </a:r>
            <a:endParaRPr/>
          </a:p>
          <a:p>
            <a:pPr indent="-219072" lvl="1" marL="566738" rtl="0" algn="l">
              <a:lnSpc>
                <a:spcPct val="100000"/>
              </a:lnSpc>
              <a:spcBef>
                <a:spcPts val="600"/>
              </a:spcBef>
              <a:spcAft>
                <a:spcPts val="0"/>
              </a:spcAft>
              <a:buSzPts val="21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animEffect filter="fade" transition="in">
                                      <p:cBhvr>
                                        <p:cTn dur="500"/>
                                        <p:tgtEl>
                                          <p:spTgt spid="6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1" st="1"/>
                                            </p:txEl>
                                          </p:spTgt>
                                        </p:tgtEl>
                                        <p:attrNameLst>
                                          <p:attrName>style.visibility</p:attrName>
                                        </p:attrNameLst>
                                      </p:cBhvr>
                                      <p:to>
                                        <p:strVal val="visible"/>
                                      </p:to>
                                    </p:set>
                                    <p:animEffect filter="fade" transition="in">
                                      <p:cBhvr>
                                        <p:cTn dur="500"/>
                                        <p:tgtEl>
                                          <p:spTgt spid="6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2" st="2"/>
                                            </p:txEl>
                                          </p:spTgt>
                                        </p:tgtEl>
                                        <p:attrNameLst>
                                          <p:attrName>style.visibility</p:attrName>
                                        </p:attrNameLst>
                                      </p:cBhvr>
                                      <p:to>
                                        <p:strVal val="visible"/>
                                      </p:to>
                                    </p:set>
                                    <p:animEffect filter="fade" transition="in">
                                      <p:cBhvr>
                                        <p:cTn dur="500"/>
                                        <p:tgtEl>
                                          <p:spTgt spid="60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2"/>
          <p:cNvSpPr/>
          <p:nvPr/>
        </p:nvSpPr>
        <p:spPr>
          <a:xfrm>
            <a:off x="4114800" y="22860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6" name="Google Shape;606;p12"/>
          <p:cNvSpPr/>
          <p:nvPr/>
        </p:nvSpPr>
        <p:spPr>
          <a:xfrm>
            <a:off x="4114800" y="3048000"/>
            <a:ext cx="4686300" cy="639763"/>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7" name="Google Shape;607;p12"/>
          <p:cNvSpPr/>
          <p:nvPr/>
        </p:nvSpPr>
        <p:spPr>
          <a:xfrm>
            <a:off x="4114800" y="41148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8" name="Google Shape;608;p12"/>
          <p:cNvSpPr/>
          <p:nvPr/>
        </p:nvSpPr>
        <p:spPr>
          <a:xfrm>
            <a:off x="4114800" y="4826000"/>
            <a:ext cx="4686300" cy="365125"/>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09" name="Google Shape;609;p12"/>
          <p:cNvSpPr/>
          <p:nvPr/>
        </p:nvSpPr>
        <p:spPr>
          <a:xfrm>
            <a:off x="4114800" y="5600700"/>
            <a:ext cx="4686300" cy="342900"/>
          </a:xfrm>
          <a:prstGeom prst="rect">
            <a:avLst/>
          </a:prstGeom>
          <a:solidFill>
            <a:srgbClr val="FBFC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10" name="Google Shape;610;p12"/>
          <p:cNvSpPr/>
          <p:nvPr/>
        </p:nvSpPr>
        <p:spPr>
          <a:xfrm>
            <a:off x="392113" y="419100"/>
            <a:ext cx="9132887" cy="577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11" name="Google Shape;611;p12"/>
          <p:cNvSpPr/>
          <p:nvPr/>
        </p:nvSpPr>
        <p:spPr>
          <a:xfrm>
            <a:off x="0" y="190500"/>
            <a:ext cx="9144000" cy="638175"/>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rgbClr val="F84700"/>
              </a:buClr>
              <a:buSzPts val="3600"/>
              <a:buFont typeface="Century Gothic"/>
              <a:buNone/>
            </a:pPr>
            <a:r>
              <a:rPr b="0" i="0" lang="en-US" sz="3600" u="none" cap="none" strike="noStrike">
                <a:solidFill>
                  <a:srgbClr val="F84700"/>
                </a:solidFill>
                <a:latin typeface="Century Gothic"/>
                <a:ea typeface="Century Gothic"/>
                <a:cs typeface="Century Gothic"/>
                <a:sym typeface="Century Gothic"/>
              </a:rPr>
              <a:t>Types of Operations</a:t>
            </a:r>
            <a:endParaRPr b="0" i="0" sz="1400" u="none" cap="none" strike="noStrike">
              <a:solidFill>
                <a:srgbClr val="000000"/>
              </a:solidFill>
              <a:latin typeface="Arial"/>
              <a:ea typeface="Arial"/>
              <a:cs typeface="Arial"/>
              <a:sym typeface="Arial"/>
            </a:endParaRPr>
          </a:p>
        </p:txBody>
      </p:sp>
      <p:grpSp>
        <p:nvGrpSpPr>
          <p:cNvPr id="612" name="Google Shape;612;p12"/>
          <p:cNvGrpSpPr/>
          <p:nvPr/>
        </p:nvGrpSpPr>
        <p:grpSpPr>
          <a:xfrm>
            <a:off x="228600" y="1333500"/>
            <a:ext cx="8591550" cy="5013325"/>
            <a:chOff x="156" y="1104"/>
            <a:chExt cx="5412" cy="3158"/>
          </a:xfrm>
        </p:grpSpPr>
        <p:sp>
          <p:nvSpPr>
            <p:cNvPr id="613" name="Google Shape;613;p12"/>
            <p:cNvSpPr/>
            <p:nvPr/>
          </p:nvSpPr>
          <p:spPr>
            <a:xfrm>
              <a:off x="892" y="1162"/>
              <a:ext cx="1243"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14" name="Google Shape;614;p12"/>
            <p:cNvSpPr/>
            <p:nvPr/>
          </p:nvSpPr>
          <p:spPr>
            <a:xfrm>
              <a:off x="672" y="1104"/>
              <a:ext cx="1286" cy="34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Operations</a:t>
              </a:r>
              <a:endParaRPr b="0" i="0" sz="1400" u="none" cap="none" strike="noStrike">
                <a:solidFill>
                  <a:srgbClr val="000000"/>
                </a:solidFill>
                <a:latin typeface="Arial"/>
                <a:ea typeface="Arial"/>
                <a:cs typeface="Arial"/>
                <a:sym typeface="Arial"/>
              </a:endParaRPr>
            </a:p>
          </p:txBody>
        </p:sp>
        <p:sp>
          <p:nvSpPr>
            <p:cNvPr id="615" name="Google Shape;615;p12"/>
            <p:cNvSpPr/>
            <p:nvPr/>
          </p:nvSpPr>
          <p:spPr>
            <a:xfrm>
              <a:off x="3576" y="1162"/>
              <a:ext cx="1116" cy="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16" name="Google Shape;616;p12"/>
            <p:cNvSpPr/>
            <p:nvPr/>
          </p:nvSpPr>
          <p:spPr>
            <a:xfrm>
              <a:off x="3456" y="1104"/>
              <a:ext cx="1166" cy="34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148298"/>
                </a:buClr>
                <a:buSzPts val="3000"/>
                <a:buFont typeface="Noto Sans Symbols"/>
                <a:buNone/>
              </a:pPr>
              <a:r>
                <a:rPr b="0" i="0" lang="en-US" sz="3000" u="none" cap="none" strike="noStrike">
                  <a:solidFill>
                    <a:srgbClr val="148298"/>
                  </a:solidFill>
                  <a:latin typeface="Arial"/>
                  <a:ea typeface="Arial"/>
                  <a:cs typeface="Arial"/>
                  <a:sym typeface="Arial"/>
                </a:rPr>
                <a:t>Examples</a:t>
              </a:r>
              <a:endParaRPr b="0" i="0" sz="1400" u="none" cap="none" strike="noStrike">
                <a:solidFill>
                  <a:srgbClr val="000000"/>
                </a:solidFill>
                <a:latin typeface="Arial"/>
                <a:ea typeface="Arial"/>
                <a:cs typeface="Arial"/>
                <a:sym typeface="Arial"/>
              </a:endParaRPr>
            </a:p>
          </p:txBody>
        </p:sp>
        <p:grpSp>
          <p:nvGrpSpPr>
            <p:cNvPr id="617" name="Google Shape;617;p12"/>
            <p:cNvGrpSpPr/>
            <p:nvPr/>
          </p:nvGrpSpPr>
          <p:grpSpPr>
            <a:xfrm>
              <a:off x="432" y="1442"/>
              <a:ext cx="5090" cy="2820"/>
              <a:chOff x="433" y="1384"/>
              <a:chExt cx="5090" cy="2820"/>
            </a:xfrm>
          </p:grpSpPr>
          <p:sp>
            <p:nvSpPr>
              <p:cNvPr id="618" name="Google Shape;618;p12"/>
              <p:cNvSpPr/>
              <p:nvPr/>
            </p:nvSpPr>
            <p:spPr>
              <a:xfrm>
                <a:off x="490" y="1399"/>
                <a:ext cx="147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19" name="Google Shape;619;p12"/>
              <p:cNvSpPr/>
              <p:nvPr/>
            </p:nvSpPr>
            <p:spPr>
              <a:xfrm>
                <a:off x="433" y="1384"/>
                <a:ext cx="159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Goods Producing</a:t>
                </a:r>
                <a:endParaRPr b="0" i="0" sz="1400" u="none" cap="none" strike="noStrike">
                  <a:solidFill>
                    <a:srgbClr val="000000"/>
                  </a:solidFill>
                  <a:latin typeface="Arial"/>
                  <a:ea typeface="Arial"/>
                  <a:cs typeface="Arial"/>
                  <a:sym typeface="Arial"/>
                </a:endParaRPr>
              </a:p>
            </p:txBody>
          </p:sp>
          <p:sp>
            <p:nvSpPr>
              <p:cNvPr id="620" name="Google Shape;620;p12"/>
              <p:cNvSpPr/>
              <p:nvPr/>
            </p:nvSpPr>
            <p:spPr>
              <a:xfrm>
                <a:off x="2634" y="1399"/>
                <a:ext cx="2566"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1" name="Google Shape;621;p12"/>
              <p:cNvSpPr/>
              <p:nvPr/>
            </p:nvSpPr>
            <p:spPr>
              <a:xfrm>
                <a:off x="2577" y="1384"/>
                <a:ext cx="263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Farming, mining, construction</a:t>
                </a:r>
                <a:endParaRPr b="0" i="0" sz="1400" u="none" cap="none" strike="noStrike">
                  <a:solidFill>
                    <a:srgbClr val="000000"/>
                  </a:solidFill>
                  <a:latin typeface="Arial"/>
                  <a:ea typeface="Arial"/>
                  <a:cs typeface="Arial"/>
                  <a:sym typeface="Arial"/>
                </a:endParaRPr>
              </a:p>
            </p:txBody>
          </p:sp>
          <p:sp>
            <p:nvSpPr>
              <p:cNvPr id="622" name="Google Shape;622;p12"/>
              <p:cNvSpPr/>
              <p:nvPr/>
            </p:nvSpPr>
            <p:spPr>
              <a:xfrm>
                <a:off x="5097" y="1384"/>
                <a:ext cx="167"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23" name="Google Shape;623;p12"/>
              <p:cNvSpPr/>
              <p:nvPr/>
            </p:nvSpPr>
            <p:spPr>
              <a:xfrm>
                <a:off x="2634" y="1629"/>
                <a:ext cx="280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4" name="Google Shape;624;p12"/>
              <p:cNvSpPr/>
              <p:nvPr/>
            </p:nvSpPr>
            <p:spPr>
              <a:xfrm>
                <a:off x="2577" y="1614"/>
                <a:ext cx="2924"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manufacturing, power generation</a:t>
                </a:r>
                <a:endParaRPr b="0" i="0" sz="1400" u="none" cap="none" strike="noStrike">
                  <a:solidFill>
                    <a:srgbClr val="000000"/>
                  </a:solidFill>
                  <a:latin typeface="Arial"/>
                  <a:ea typeface="Arial"/>
                  <a:cs typeface="Arial"/>
                  <a:sym typeface="Arial"/>
                </a:endParaRPr>
              </a:p>
            </p:txBody>
          </p:sp>
          <p:sp>
            <p:nvSpPr>
              <p:cNvPr id="625" name="Google Shape;625;p12"/>
              <p:cNvSpPr/>
              <p:nvPr/>
            </p:nvSpPr>
            <p:spPr>
              <a:xfrm>
                <a:off x="490" y="1860"/>
                <a:ext cx="195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6" name="Google Shape;626;p12"/>
              <p:cNvSpPr/>
              <p:nvPr/>
            </p:nvSpPr>
            <p:spPr>
              <a:xfrm>
                <a:off x="433" y="1845"/>
                <a:ext cx="207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Storage/Transportation</a:t>
                </a:r>
                <a:endParaRPr b="0" i="0" sz="1400" u="none" cap="none" strike="noStrike">
                  <a:solidFill>
                    <a:srgbClr val="000000"/>
                  </a:solidFill>
                  <a:latin typeface="Arial"/>
                  <a:ea typeface="Arial"/>
                  <a:cs typeface="Arial"/>
                  <a:sym typeface="Arial"/>
                </a:endParaRPr>
              </a:p>
            </p:txBody>
          </p:sp>
          <p:sp>
            <p:nvSpPr>
              <p:cNvPr id="627" name="Google Shape;627;p12"/>
              <p:cNvSpPr/>
              <p:nvPr/>
            </p:nvSpPr>
            <p:spPr>
              <a:xfrm>
                <a:off x="2634" y="1860"/>
                <a:ext cx="2364"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28" name="Google Shape;628;p12"/>
              <p:cNvSpPr/>
              <p:nvPr/>
            </p:nvSpPr>
            <p:spPr>
              <a:xfrm>
                <a:off x="2577" y="1845"/>
                <a:ext cx="2485"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Warehousing, trucking, mail</a:t>
                </a:r>
                <a:endParaRPr b="0" i="0" sz="1400" u="none" cap="none" strike="noStrike">
                  <a:solidFill>
                    <a:srgbClr val="000000"/>
                  </a:solidFill>
                  <a:latin typeface="Arial"/>
                  <a:ea typeface="Arial"/>
                  <a:cs typeface="Arial"/>
                  <a:sym typeface="Arial"/>
                </a:endParaRPr>
              </a:p>
            </p:txBody>
          </p:sp>
          <p:sp>
            <p:nvSpPr>
              <p:cNvPr id="629" name="Google Shape;629;p12"/>
              <p:cNvSpPr/>
              <p:nvPr/>
            </p:nvSpPr>
            <p:spPr>
              <a:xfrm>
                <a:off x="2634" y="2090"/>
                <a:ext cx="2501"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0" name="Google Shape;630;p12"/>
              <p:cNvSpPr/>
              <p:nvPr/>
            </p:nvSpPr>
            <p:spPr>
              <a:xfrm>
                <a:off x="2577" y="2075"/>
                <a:ext cx="2622"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service, moving, taxis, buses,</a:t>
                </a:r>
                <a:endParaRPr b="0" i="0" sz="1400" u="none" cap="none" strike="noStrike">
                  <a:solidFill>
                    <a:srgbClr val="000000"/>
                  </a:solidFill>
                  <a:latin typeface="Arial"/>
                  <a:ea typeface="Arial"/>
                  <a:cs typeface="Arial"/>
                  <a:sym typeface="Arial"/>
                </a:endParaRPr>
              </a:p>
            </p:txBody>
          </p:sp>
          <p:sp>
            <p:nvSpPr>
              <p:cNvPr id="631" name="Google Shape;631;p12"/>
              <p:cNvSpPr/>
              <p:nvPr/>
            </p:nvSpPr>
            <p:spPr>
              <a:xfrm>
                <a:off x="2634" y="2320"/>
                <a:ext cx="1222"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2" name="Google Shape;632;p12"/>
              <p:cNvSpPr/>
              <p:nvPr/>
            </p:nvSpPr>
            <p:spPr>
              <a:xfrm>
                <a:off x="2577" y="2305"/>
                <a:ext cx="1343"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hotels, airlines</a:t>
                </a:r>
                <a:endParaRPr b="0" i="0" sz="1400" u="none" cap="none" strike="noStrike">
                  <a:solidFill>
                    <a:srgbClr val="000000"/>
                  </a:solidFill>
                  <a:latin typeface="Arial"/>
                  <a:ea typeface="Arial"/>
                  <a:cs typeface="Arial"/>
                  <a:sym typeface="Arial"/>
                </a:endParaRPr>
              </a:p>
            </p:txBody>
          </p:sp>
          <p:sp>
            <p:nvSpPr>
              <p:cNvPr id="633" name="Google Shape;633;p12"/>
              <p:cNvSpPr/>
              <p:nvPr/>
            </p:nvSpPr>
            <p:spPr>
              <a:xfrm>
                <a:off x="490" y="2551"/>
                <a:ext cx="84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4" name="Google Shape;634;p12"/>
              <p:cNvSpPr/>
              <p:nvPr/>
            </p:nvSpPr>
            <p:spPr>
              <a:xfrm>
                <a:off x="433" y="2536"/>
                <a:ext cx="96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Exchange</a:t>
                </a:r>
                <a:endParaRPr b="0" i="0" sz="1400" u="none" cap="none" strike="noStrike">
                  <a:solidFill>
                    <a:srgbClr val="000000"/>
                  </a:solidFill>
                  <a:latin typeface="Arial"/>
                  <a:ea typeface="Arial"/>
                  <a:cs typeface="Arial"/>
                  <a:sym typeface="Arial"/>
                </a:endParaRPr>
              </a:p>
            </p:txBody>
          </p:sp>
          <p:sp>
            <p:nvSpPr>
              <p:cNvPr id="635" name="Google Shape;635;p12"/>
              <p:cNvSpPr/>
              <p:nvPr/>
            </p:nvSpPr>
            <p:spPr>
              <a:xfrm>
                <a:off x="2634" y="2551"/>
                <a:ext cx="268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6" name="Google Shape;636;p12"/>
              <p:cNvSpPr/>
              <p:nvPr/>
            </p:nvSpPr>
            <p:spPr>
              <a:xfrm>
                <a:off x="2577" y="2536"/>
                <a:ext cx="2081"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Retailing, wholesaling, </a:t>
                </a:r>
                <a:endParaRPr b="0" i="0" sz="1400" u="none" cap="none" strike="noStrike">
                  <a:solidFill>
                    <a:srgbClr val="000000"/>
                  </a:solidFill>
                  <a:latin typeface="Arial"/>
                  <a:ea typeface="Arial"/>
                  <a:cs typeface="Arial"/>
                  <a:sym typeface="Arial"/>
                </a:endParaRPr>
              </a:p>
            </p:txBody>
          </p:sp>
          <p:sp>
            <p:nvSpPr>
              <p:cNvPr id="637" name="Google Shape;637;p12"/>
              <p:cNvSpPr/>
              <p:nvPr/>
            </p:nvSpPr>
            <p:spPr>
              <a:xfrm>
                <a:off x="2634" y="2781"/>
                <a:ext cx="2493"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38" name="Google Shape;638;p12"/>
              <p:cNvSpPr/>
              <p:nvPr/>
            </p:nvSpPr>
            <p:spPr>
              <a:xfrm>
                <a:off x="2577" y="2766"/>
                <a:ext cx="2665"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banking,</a:t>
                </a:r>
                <a:r>
                  <a:rPr b="0" i="0" lang="en-US" sz="18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renting, library, loans</a:t>
                </a:r>
                <a:endParaRPr b="0" i="0" sz="1400" u="none" cap="none" strike="noStrike">
                  <a:solidFill>
                    <a:srgbClr val="000000"/>
                  </a:solidFill>
                  <a:latin typeface="Arial"/>
                  <a:ea typeface="Arial"/>
                  <a:cs typeface="Arial"/>
                  <a:sym typeface="Arial"/>
                </a:endParaRPr>
              </a:p>
            </p:txBody>
          </p:sp>
          <p:sp>
            <p:nvSpPr>
              <p:cNvPr id="639" name="Google Shape;639;p12"/>
              <p:cNvSpPr/>
              <p:nvPr/>
            </p:nvSpPr>
            <p:spPr>
              <a:xfrm>
                <a:off x="490" y="3012"/>
                <a:ext cx="118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0" name="Google Shape;640;p12"/>
              <p:cNvSpPr/>
              <p:nvPr/>
            </p:nvSpPr>
            <p:spPr>
              <a:xfrm>
                <a:off x="433" y="2997"/>
                <a:ext cx="131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Entertainment</a:t>
                </a:r>
                <a:endParaRPr b="0" i="0" sz="1400" u="none" cap="none" strike="noStrike">
                  <a:solidFill>
                    <a:srgbClr val="000000"/>
                  </a:solidFill>
                  <a:latin typeface="Arial"/>
                  <a:ea typeface="Arial"/>
                  <a:cs typeface="Arial"/>
                  <a:sym typeface="Arial"/>
                </a:endParaRPr>
              </a:p>
            </p:txBody>
          </p:sp>
          <p:sp>
            <p:nvSpPr>
              <p:cNvPr id="641" name="Google Shape;641;p12"/>
              <p:cNvSpPr/>
              <p:nvPr/>
            </p:nvSpPr>
            <p:spPr>
              <a:xfrm>
                <a:off x="2634" y="3012"/>
                <a:ext cx="2268"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2" name="Google Shape;642;p12"/>
              <p:cNvSpPr/>
              <p:nvPr/>
            </p:nvSpPr>
            <p:spPr>
              <a:xfrm>
                <a:off x="2577" y="2997"/>
                <a:ext cx="2389"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Films, radio and television,</a:t>
                </a:r>
                <a:endParaRPr b="0" i="0" sz="1400" u="none" cap="none" strike="noStrike">
                  <a:solidFill>
                    <a:srgbClr val="000000"/>
                  </a:solidFill>
                  <a:latin typeface="Arial"/>
                  <a:ea typeface="Arial"/>
                  <a:cs typeface="Arial"/>
                  <a:sym typeface="Arial"/>
                </a:endParaRPr>
              </a:p>
            </p:txBody>
          </p:sp>
          <p:sp>
            <p:nvSpPr>
              <p:cNvPr id="643" name="Google Shape;643;p12"/>
              <p:cNvSpPr/>
              <p:nvPr/>
            </p:nvSpPr>
            <p:spPr>
              <a:xfrm>
                <a:off x="2634" y="3242"/>
                <a:ext cx="1627"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4" name="Google Shape;644;p12"/>
              <p:cNvSpPr/>
              <p:nvPr/>
            </p:nvSpPr>
            <p:spPr>
              <a:xfrm>
                <a:off x="2577" y="3227"/>
                <a:ext cx="1748"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concerts, recording</a:t>
                </a:r>
                <a:endParaRPr b="0" i="0" sz="1400" u="none" cap="none" strike="noStrike">
                  <a:solidFill>
                    <a:srgbClr val="000000"/>
                  </a:solidFill>
                  <a:latin typeface="Arial"/>
                  <a:ea typeface="Arial"/>
                  <a:cs typeface="Arial"/>
                  <a:sym typeface="Arial"/>
                </a:endParaRPr>
              </a:p>
            </p:txBody>
          </p:sp>
          <p:sp>
            <p:nvSpPr>
              <p:cNvPr id="645" name="Google Shape;645;p12"/>
              <p:cNvSpPr/>
              <p:nvPr/>
            </p:nvSpPr>
            <p:spPr>
              <a:xfrm>
                <a:off x="490" y="3473"/>
                <a:ext cx="1329"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6" name="Google Shape;646;p12"/>
              <p:cNvSpPr/>
              <p:nvPr/>
            </p:nvSpPr>
            <p:spPr>
              <a:xfrm>
                <a:off x="433" y="3458"/>
                <a:ext cx="1450"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Communication</a:t>
                </a:r>
                <a:endParaRPr b="0" i="0" sz="1400" u="none" cap="none" strike="noStrike">
                  <a:solidFill>
                    <a:srgbClr val="000000"/>
                  </a:solidFill>
                  <a:latin typeface="Arial"/>
                  <a:ea typeface="Arial"/>
                  <a:cs typeface="Arial"/>
                  <a:sym typeface="Arial"/>
                </a:endParaRPr>
              </a:p>
            </p:txBody>
          </p:sp>
          <p:sp>
            <p:nvSpPr>
              <p:cNvPr id="647" name="Google Shape;647;p12"/>
              <p:cNvSpPr/>
              <p:nvPr/>
            </p:nvSpPr>
            <p:spPr>
              <a:xfrm>
                <a:off x="2634" y="3473"/>
                <a:ext cx="282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48" name="Google Shape;648;p12"/>
              <p:cNvSpPr/>
              <p:nvPr/>
            </p:nvSpPr>
            <p:spPr>
              <a:xfrm>
                <a:off x="2577" y="3458"/>
                <a:ext cx="2946" cy="28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Newspapers, radio and television</a:t>
                </a:r>
                <a:endParaRPr b="0" i="0" sz="1400" u="none" cap="none" strike="noStrike">
                  <a:solidFill>
                    <a:srgbClr val="000000"/>
                  </a:solidFill>
                  <a:latin typeface="Arial"/>
                  <a:ea typeface="Arial"/>
                  <a:cs typeface="Arial"/>
                  <a:sym typeface="Arial"/>
                </a:endParaRPr>
              </a:p>
            </p:txBody>
          </p:sp>
          <p:sp>
            <p:nvSpPr>
              <p:cNvPr id="649" name="Google Shape;649;p12"/>
              <p:cNvSpPr/>
              <p:nvPr/>
            </p:nvSpPr>
            <p:spPr>
              <a:xfrm>
                <a:off x="2634" y="3703"/>
                <a:ext cx="2695" cy="2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650" name="Google Shape;650;p12"/>
              <p:cNvSpPr/>
              <p:nvPr/>
            </p:nvSpPr>
            <p:spPr>
              <a:xfrm>
                <a:off x="2577" y="3688"/>
                <a:ext cx="2634" cy="516"/>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newscasts, email, telephone,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Arial"/>
                    <a:ea typeface="Arial"/>
                    <a:cs typeface="Arial"/>
                    <a:sym typeface="Arial"/>
                  </a:rPr>
                  <a:t>satellites</a:t>
                </a:r>
                <a:endParaRPr b="0" i="0" sz="1400" u="none" cap="none" strike="noStrike">
                  <a:solidFill>
                    <a:srgbClr val="000000"/>
                  </a:solidFill>
                  <a:latin typeface="Arial"/>
                  <a:ea typeface="Arial"/>
                  <a:cs typeface="Arial"/>
                  <a:sym typeface="Arial"/>
                </a:endParaRPr>
              </a:p>
            </p:txBody>
          </p:sp>
        </p:grpSp>
        <p:cxnSp>
          <p:nvCxnSpPr>
            <p:cNvPr id="651" name="Google Shape;651;p12"/>
            <p:cNvCxnSpPr/>
            <p:nvPr/>
          </p:nvCxnSpPr>
          <p:spPr>
            <a:xfrm>
              <a:off x="192" y="1920"/>
              <a:ext cx="5376" cy="0"/>
            </a:xfrm>
            <a:prstGeom prst="straightConnector1">
              <a:avLst/>
            </a:prstGeom>
            <a:noFill/>
            <a:ln cap="flat" cmpd="sng" w="12700">
              <a:solidFill>
                <a:schemeClr val="accent2"/>
              </a:solidFill>
              <a:prstDash val="solid"/>
              <a:round/>
              <a:headEnd len="sm" w="sm" type="none"/>
              <a:tailEnd len="sm" w="sm" type="none"/>
            </a:ln>
          </p:spPr>
        </p:cxnSp>
        <p:cxnSp>
          <p:nvCxnSpPr>
            <p:cNvPr id="652" name="Google Shape;652;p12"/>
            <p:cNvCxnSpPr/>
            <p:nvPr/>
          </p:nvCxnSpPr>
          <p:spPr>
            <a:xfrm>
              <a:off x="192" y="2616"/>
              <a:ext cx="5376" cy="0"/>
            </a:xfrm>
            <a:prstGeom prst="straightConnector1">
              <a:avLst/>
            </a:prstGeom>
            <a:noFill/>
            <a:ln cap="flat" cmpd="sng" w="12700">
              <a:solidFill>
                <a:schemeClr val="accent2"/>
              </a:solidFill>
              <a:prstDash val="solid"/>
              <a:round/>
              <a:headEnd len="sm" w="sm" type="none"/>
              <a:tailEnd len="sm" w="sm" type="none"/>
            </a:ln>
          </p:spPr>
        </p:cxnSp>
        <p:cxnSp>
          <p:nvCxnSpPr>
            <p:cNvPr id="653" name="Google Shape;653;p12"/>
            <p:cNvCxnSpPr/>
            <p:nvPr/>
          </p:nvCxnSpPr>
          <p:spPr>
            <a:xfrm>
              <a:off x="192" y="3072"/>
              <a:ext cx="5376" cy="0"/>
            </a:xfrm>
            <a:prstGeom prst="straightConnector1">
              <a:avLst/>
            </a:prstGeom>
            <a:noFill/>
            <a:ln cap="flat" cmpd="sng" w="12700">
              <a:solidFill>
                <a:schemeClr val="accent2"/>
              </a:solidFill>
              <a:prstDash val="solid"/>
              <a:round/>
              <a:headEnd len="sm" w="sm" type="none"/>
              <a:tailEnd len="sm" w="sm" type="none"/>
            </a:ln>
          </p:spPr>
        </p:cxnSp>
        <p:cxnSp>
          <p:nvCxnSpPr>
            <p:cNvPr id="654" name="Google Shape;654;p12"/>
            <p:cNvCxnSpPr/>
            <p:nvPr/>
          </p:nvCxnSpPr>
          <p:spPr>
            <a:xfrm>
              <a:off x="156" y="3540"/>
              <a:ext cx="5376" cy="0"/>
            </a:xfrm>
            <a:prstGeom prst="straightConnector1">
              <a:avLst/>
            </a:prstGeom>
            <a:noFill/>
            <a:ln cap="flat" cmpd="sng" w="12700">
              <a:solidFill>
                <a:schemeClr val="accent2"/>
              </a:solidFill>
              <a:prstDash val="solid"/>
              <a:round/>
              <a:headEnd len="sm" w="sm" type="none"/>
              <a:tailEnd len="sm" w="sm" type="none"/>
            </a:ln>
          </p:spPr>
        </p:cxnSp>
        <p:cxnSp>
          <p:nvCxnSpPr>
            <p:cNvPr id="655" name="Google Shape;655;p12"/>
            <p:cNvCxnSpPr/>
            <p:nvPr/>
          </p:nvCxnSpPr>
          <p:spPr>
            <a:xfrm>
              <a:off x="192" y="1428"/>
              <a:ext cx="5376" cy="0"/>
            </a:xfrm>
            <a:prstGeom prst="straightConnector1">
              <a:avLst/>
            </a:prstGeom>
            <a:noFill/>
            <a:ln cap="flat" cmpd="sng" w="12700">
              <a:solidFill>
                <a:schemeClr val="accent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05"/>
                                        </p:tgtEl>
                                        <p:attrNameLst>
                                          <p:attrName>ppt_y</p:attrName>
                                        </p:attrNameLst>
                                      </p:cBhvr>
                                      <p:tavLst>
                                        <p:tav fmla="" tm="0">
                                          <p:val>
                                            <p:strVal val="#ppt_y"/>
                                          </p:val>
                                        </p:tav>
                                        <p:tav fmla="" tm="100000">
                                          <p:val>
                                            <p:strVal val="#ppt_y+1"/>
                                          </p:val>
                                        </p:tav>
                                      </p:tavLst>
                                    </p:anim>
                                    <p:set>
                                      <p:cBhvr>
                                        <p:cTn dur="1" fill="hold">
                                          <p:stCondLst>
                                            <p:cond delay="500"/>
                                          </p:stCondLst>
                                        </p:cTn>
                                        <p:tgtEl>
                                          <p:spTgt spid="6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06"/>
                                        </p:tgtEl>
                                        <p:attrNameLst>
                                          <p:attrName>ppt_y</p:attrName>
                                        </p:attrNameLst>
                                      </p:cBhvr>
                                      <p:tavLst>
                                        <p:tav fmla="" tm="0">
                                          <p:val>
                                            <p:strVal val="#ppt_y"/>
                                          </p:val>
                                        </p:tav>
                                        <p:tav fmla="" tm="100000">
                                          <p:val>
                                            <p:strVal val="#ppt_y+1"/>
                                          </p:val>
                                        </p:tav>
                                      </p:tavLst>
                                    </p:anim>
                                    <p:set>
                                      <p:cBhvr>
                                        <p:cTn dur="1" fill="hold">
                                          <p:stCondLst>
                                            <p:cond delay="500"/>
                                          </p:stCondLst>
                                        </p:cTn>
                                        <p:tgtEl>
                                          <p:spTgt spid="6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07"/>
                                        </p:tgtEl>
                                        <p:attrNameLst>
                                          <p:attrName>ppt_y</p:attrName>
                                        </p:attrNameLst>
                                      </p:cBhvr>
                                      <p:tavLst>
                                        <p:tav fmla="" tm="0">
                                          <p:val>
                                            <p:strVal val="#ppt_y"/>
                                          </p:val>
                                        </p:tav>
                                        <p:tav fmla="" tm="100000">
                                          <p:val>
                                            <p:strVal val="#ppt_y+1"/>
                                          </p:val>
                                        </p:tav>
                                      </p:tavLst>
                                    </p:anim>
                                    <p:set>
                                      <p:cBhvr>
                                        <p:cTn dur="1" fill="hold">
                                          <p:stCondLst>
                                            <p:cond delay="500"/>
                                          </p:stCondLst>
                                        </p:cTn>
                                        <p:tgtEl>
                                          <p:spTgt spid="6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08"/>
                                        </p:tgtEl>
                                        <p:attrNameLst>
                                          <p:attrName>ppt_y</p:attrName>
                                        </p:attrNameLst>
                                      </p:cBhvr>
                                      <p:tavLst>
                                        <p:tav fmla="" tm="0">
                                          <p:val>
                                            <p:strVal val="#ppt_y"/>
                                          </p:val>
                                        </p:tav>
                                        <p:tav fmla="" tm="100000">
                                          <p:val>
                                            <p:strVal val="#ppt_y+1"/>
                                          </p:val>
                                        </p:tav>
                                      </p:tavLst>
                                    </p:anim>
                                    <p:set>
                                      <p:cBhvr>
                                        <p:cTn dur="1" fill="hold">
                                          <p:stCondLst>
                                            <p:cond delay="500"/>
                                          </p:stCondLst>
                                        </p:cTn>
                                        <p:tgtEl>
                                          <p:spTgt spid="6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609"/>
                                        </p:tgtEl>
                                        <p:attrNameLst>
                                          <p:attrName>ppt_y</p:attrName>
                                        </p:attrNameLst>
                                      </p:cBhvr>
                                      <p:tavLst>
                                        <p:tav fmla="" tm="0">
                                          <p:val>
                                            <p:strVal val="#ppt_y"/>
                                          </p:val>
                                        </p:tav>
                                        <p:tav fmla="" tm="100000">
                                          <p:val>
                                            <p:strVal val="#ppt_y+1"/>
                                          </p:val>
                                        </p:tav>
                                      </p:tavLst>
                                    </p:anim>
                                    <p:set>
                                      <p:cBhvr>
                                        <p:cTn dur="1" fill="hold">
                                          <p:stCondLst>
                                            <p:cond delay="500"/>
                                          </p:stCondLst>
                                        </p:cTn>
                                        <p:tgtEl>
                                          <p:spTgt spid="6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3"/>
          <p:cNvSpPr txBox="1"/>
          <p:nvPr>
            <p:ph type="title"/>
          </p:nvPr>
        </p:nvSpPr>
        <p:spPr>
          <a:xfrm>
            <a:off x="564078" y="2509667"/>
            <a:ext cx="8229600" cy="655534"/>
          </a:xfrm>
          <a:prstGeom prst="rect">
            <a:avLst/>
          </a:prstGeom>
          <a:noFill/>
          <a:ln>
            <a:noFill/>
          </a:ln>
        </p:spPr>
        <p:txBody>
          <a:bodyPr anchorCtr="0" anchor="b" bIns="91425" lIns="91425" spcFirstLastPara="1" rIns="91425" wrap="square" tIns="91425">
            <a:spAutoFit/>
          </a:bodyPr>
          <a:lstStyle/>
          <a:p>
            <a:pPr indent="0" lvl="0" marL="0" rtl="0" algn="ctr">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Supply Chain 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4"/>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What Is a Supply Chain? </a:t>
            </a:r>
            <a:r>
              <a:rPr b="0" lang="en-US" sz="2000">
                <a:latin typeface="Times New Roman"/>
                <a:ea typeface="Times New Roman"/>
                <a:cs typeface="Times New Roman"/>
                <a:sym typeface="Times New Roman"/>
              </a:rPr>
              <a:t>(2 of 3)</a:t>
            </a:r>
            <a:endParaRPr/>
          </a:p>
        </p:txBody>
      </p:sp>
      <p:sp>
        <p:nvSpPr>
          <p:cNvPr id="666" name="Google Shape;666;p14"/>
          <p:cNvSpPr txBox="1"/>
          <p:nvPr>
            <p:ph idx="1" type="body"/>
          </p:nvPr>
        </p:nvSpPr>
        <p:spPr>
          <a:xfrm>
            <a:off x="457200" y="1600200"/>
            <a:ext cx="8229600" cy="3716372"/>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Customer is an integral part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Includes movement of products from suppliers to manufacturers to distributors and information, funds, and products in both directions</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May be more accurate to use the term “supply network” or “supply web”</a:t>
            </a:r>
            <a:endParaRPr sz="2400">
              <a:solidFill>
                <a:srgbClr val="000000"/>
              </a:solidFill>
              <a:latin typeface="Arial"/>
              <a:ea typeface="Arial"/>
              <a:cs typeface="Arial"/>
              <a:sym typeface="Arial"/>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Typical supply chain stages: customers, retailers, wholesalers, distributors, manufacturers, suppliers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5"/>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What Is a Supply Chain? </a:t>
            </a:r>
            <a:r>
              <a:rPr b="0" lang="en-US" sz="2000">
                <a:latin typeface="Times New Roman"/>
                <a:ea typeface="Times New Roman"/>
                <a:cs typeface="Times New Roman"/>
                <a:sym typeface="Times New Roman"/>
              </a:rPr>
              <a:t>(3 of 3)</a:t>
            </a:r>
            <a:endParaRPr/>
          </a:p>
        </p:txBody>
      </p:sp>
      <p:pic>
        <p:nvPicPr>
          <p:cNvPr descr="A flow chart shows the stages of an automotive supply chain, which are as follows. 6 raw material suppliers, divided into 3 pairs. Each pair supplies a specific raw material to a tier 2 supplier. As a result, a there is 1 tier 2 supplier for the camera, a tier 2 supplier for the cylinder, and a tier 2 supplier for the bearings. Tier 2 camera supplier provides to a tier 1 electronic supplier. The tier 2 cylinder supplier and tier 2 bearings supplier both provide to a single tier 1 powertrain supplier. The two tier 1 suppliers provide to a single assembly plant, which splits its products to three dealers with 4 customers each." id="673" name="Google Shape;673;p15"/>
          <p:cNvPicPr preferRelativeResize="0"/>
          <p:nvPr/>
        </p:nvPicPr>
        <p:blipFill rotWithShape="1">
          <a:blip r:embed="rId3">
            <a:alphaModFix/>
          </a:blip>
          <a:srcRect b="0" l="0" r="0" t="0"/>
          <a:stretch/>
        </p:blipFill>
        <p:spPr>
          <a:xfrm>
            <a:off x="1035483" y="1704529"/>
            <a:ext cx="6875627" cy="3821826"/>
          </a:xfrm>
          <a:prstGeom prst="rect">
            <a:avLst/>
          </a:prstGeom>
          <a:noFill/>
          <a:ln>
            <a:noFill/>
          </a:ln>
        </p:spPr>
      </p:pic>
      <p:sp>
        <p:nvSpPr>
          <p:cNvPr id="674" name="Google Shape;674;p15"/>
          <p:cNvSpPr txBox="1"/>
          <p:nvPr>
            <p:ph idx="1" type="body"/>
          </p:nvPr>
        </p:nvSpPr>
        <p:spPr>
          <a:xfrm>
            <a:off x="457200" y="5683477"/>
            <a:ext cx="8229600" cy="496614"/>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US" sz="2000">
                <a:latin typeface="Arial"/>
                <a:ea typeface="Arial"/>
                <a:cs typeface="Arial"/>
                <a:sym typeface="Arial"/>
              </a:rPr>
              <a:t>Figure 1-1 </a:t>
            </a:r>
            <a:r>
              <a:rPr lang="en-US" sz="2000">
                <a:latin typeface="Arial"/>
                <a:ea typeface="Arial"/>
                <a:cs typeface="Arial"/>
                <a:sym typeface="Arial"/>
              </a:rPr>
              <a:t>Stages of an Automotive Supply Chain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Flows in a Supply Chain</a:t>
            </a:r>
            <a:endParaRPr/>
          </a:p>
        </p:txBody>
      </p:sp>
      <p:pic>
        <p:nvPicPr>
          <p:cNvPr descr="The three flows between the supplier stage and customer stage. Information, and product, flow back and forth between supplier and customer. Funds, flow one-way from customer to supplier." id="680" name="Google Shape;680;p16"/>
          <p:cNvPicPr preferRelativeResize="0"/>
          <p:nvPr/>
        </p:nvPicPr>
        <p:blipFill rotWithShape="1">
          <a:blip r:embed="rId3">
            <a:alphaModFix/>
          </a:blip>
          <a:srcRect b="0" l="0" r="0" t="0"/>
          <a:stretch/>
        </p:blipFill>
        <p:spPr>
          <a:xfrm>
            <a:off x="644158" y="2008985"/>
            <a:ext cx="7923816" cy="2956193"/>
          </a:xfrm>
          <a:prstGeom prst="rect">
            <a:avLst/>
          </a:prstGeom>
          <a:noFill/>
          <a:ln>
            <a:noFill/>
          </a:ln>
        </p:spPr>
      </p:pic>
      <p:sp>
        <p:nvSpPr>
          <p:cNvPr id="681" name="Google Shape;681;p16"/>
          <p:cNvSpPr txBox="1"/>
          <p:nvPr>
            <p:ph idx="1" type="body"/>
          </p:nvPr>
        </p:nvSpPr>
        <p:spPr>
          <a:xfrm>
            <a:off x="457200" y="5661513"/>
            <a:ext cx="8229600" cy="59077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b="1" lang="en-US" sz="2000">
                <a:latin typeface="Arial"/>
                <a:ea typeface="Arial"/>
                <a:cs typeface="Arial"/>
                <a:sym typeface="Arial"/>
              </a:rPr>
              <a:t>Figure 1-2 </a:t>
            </a:r>
            <a:r>
              <a:rPr lang="en-US" sz="2000">
                <a:latin typeface="Arial"/>
                <a:ea typeface="Arial"/>
                <a:cs typeface="Arial"/>
                <a:sym typeface="Arial"/>
              </a:rPr>
              <a:t>The Three Flows in a Supply Chain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7"/>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The Objective of a Supply Chain </a:t>
            </a:r>
            <a:r>
              <a:rPr b="0" lang="en-US" sz="2000">
                <a:latin typeface="Times New Roman"/>
                <a:ea typeface="Times New Roman"/>
                <a:cs typeface="Times New Roman"/>
                <a:sym typeface="Times New Roman"/>
              </a:rPr>
              <a:t>(1 of 3)</a:t>
            </a:r>
            <a:endParaRPr/>
          </a:p>
        </p:txBody>
      </p:sp>
      <p:sp>
        <p:nvSpPr>
          <p:cNvPr id="687" name="Google Shape;687;p17"/>
          <p:cNvSpPr txBox="1"/>
          <p:nvPr>
            <p:ph idx="1" type="body"/>
          </p:nvPr>
        </p:nvSpPr>
        <p:spPr>
          <a:xfrm>
            <a:off x="457200" y="1600200"/>
            <a:ext cx="8229600" cy="1484992"/>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Maximize net value generated</a:t>
            </a:r>
            <a:endParaRPr/>
          </a:p>
          <a:p>
            <a:pPr indent="0" lvl="0" marL="0" rtl="0" algn="l">
              <a:lnSpc>
                <a:spcPct val="100000"/>
              </a:lnSpc>
              <a:spcBef>
                <a:spcPts val="1500"/>
              </a:spcBef>
              <a:spcAft>
                <a:spcPts val="0"/>
              </a:spcAft>
              <a:buSzPts val="2400"/>
              <a:buNone/>
            </a:pPr>
            <a:r>
              <a:rPr b="1" lang="en-US" sz="2400"/>
              <a:t>Supply Chain Surplus = Customer Value − Supply Chain Cost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8"/>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The Objective of a Supply Chain </a:t>
            </a:r>
            <a:r>
              <a:rPr b="0" lang="en-US" sz="2000">
                <a:solidFill>
                  <a:srgbClr val="007FA3"/>
                </a:solidFill>
                <a:latin typeface="Times New Roman"/>
                <a:ea typeface="Times New Roman"/>
                <a:cs typeface="Times New Roman"/>
                <a:sym typeface="Times New Roman"/>
              </a:rPr>
              <a:t>(2 of 3)</a:t>
            </a:r>
            <a:endParaRPr/>
          </a:p>
        </p:txBody>
      </p:sp>
      <p:sp>
        <p:nvSpPr>
          <p:cNvPr id="693" name="Google Shape;693;p18"/>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Example: a customer purchases a wireless router from Best Buy for $60 (revenue)</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Supply chain incurs costs (convey information, produce components, storage, transportation, transfer funds, etc.)</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Difference between $60 and the sum of all of these costs is the supply chain profitability</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Supply chain profitability is total profit to be shared across all stages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Success should be measured by total supply chain surplus, not profits at an individual stage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9"/>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solidFill>
                  <a:srgbClr val="007FA3"/>
                </a:solidFill>
                <a:latin typeface="Times New Roman"/>
                <a:ea typeface="Times New Roman"/>
                <a:cs typeface="Times New Roman"/>
                <a:sym typeface="Times New Roman"/>
              </a:rPr>
              <a:t>The Objective of a Supply Chain </a:t>
            </a:r>
            <a:r>
              <a:rPr b="0" lang="en-US" sz="2000">
                <a:solidFill>
                  <a:srgbClr val="007FA3"/>
                </a:solidFill>
                <a:latin typeface="Times New Roman"/>
                <a:ea typeface="Times New Roman"/>
                <a:cs typeface="Times New Roman"/>
                <a:sym typeface="Times New Roman"/>
              </a:rPr>
              <a:t>(3 of 3)</a:t>
            </a:r>
            <a:endParaRPr/>
          </a:p>
        </p:txBody>
      </p:sp>
      <p:sp>
        <p:nvSpPr>
          <p:cNvPr id="699" name="Google Shape;699;p19"/>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spAutoFit/>
          </a:bodyPr>
          <a:lstStyle/>
          <a:p>
            <a:pPr indent="-255650" lvl="0" marL="255650" rtl="0" algn="l">
              <a:lnSpc>
                <a:spcPct val="100000"/>
              </a:lnSpc>
              <a:spcBef>
                <a:spcPts val="0"/>
              </a:spcBef>
              <a:spcAft>
                <a:spcPts val="0"/>
              </a:spcAft>
              <a:buSzPts val="2400"/>
              <a:buFont typeface="Arial"/>
              <a:buChar char="•"/>
            </a:pPr>
            <a:r>
              <a:rPr lang="en-US" sz="2400">
                <a:solidFill>
                  <a:srgbClr val="000000"/>
                </a:solidFill>
                <a:latin typeface="Arial"/>
                <a:ea typeface="Arial"/>
                <a:cs typeface="Arial"/>
                <a:sym typeface="Arial"/>
              </a:rPr>
              <a:t>Customer the only source of revenue</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Sources of cost include flows of information, products, or funds between stages of the supply chain</a:t>
            </a:r>
            <a:endParaRPr/>
          </a:p>
          <a:p>
            <a:pPr indent="-255650" lvl="0" marL="255650" rtl="0" algn="l">
              <a:lnSpc>
                <a:spcPct val="100000"/>
              </a:lnSpc>
              <a:spcBef>
                <a:spcPts val="1500"/>
              </a:spcBef>
              <a:spcAft>
                <a:spcPts val="0"/>
              </a:spcAft>
              <a:buSzPts val="2400"/>
              <a:buFont typeface="Arial"/>
              <a:buChar char="•"/>
            </a:pPr>
            <a:r>
              <a:rPr lang="en-US" sz="2400">
                <a:solidFill>
                  <a:srgbClr val="000000"/>
                </a:solidFill>
                <a:latin typeface="Arial"/>
                <a:ea typeface="Arial"/>
                <a:cs typeface="Arial"/>
                <a:sym typeface="Arial"/>
              </a:rPr>
              <a:t>Effective </a:t>
            </a:r>
            <a:r>
              <a:rPr b="1" lang="en-US" sz="2400">
                <a:solidFill>
                  <a:srgbClr val="000000"/>
                </a:solidFill>
                <a:latin typeface="Arial"/>
                <a:ea typeface="Arial"/>
                <a:cs typeface="Arial"/>
                <a:sym typeface="Arial"/>
              </a:rPr>
              <a:t>supply chain management </a:t>
            </a:r>
            <a:r>
              <a:rPr lang="en-US" sz="2400">
                <a:solidFill>
                  <a:srgbClr val="000000"/>
                </a:solidFill>
                <a:latin typeface="Arial"/>
                <a:ea typeface="Arial"/>
                <a:cs typeface="Arial"/>
                <a:sym typeface="Arial"/>
              </a:rPr>
              <a:t>involves the management of supply chain assets and product, information, and fund flows to grow the total supply chain surplus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20"/>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spAutoFit/>
          </a:bodyPr>
          <a:lstStyle/>
          <a:p>
            <a:pPr indent="0" lvl="0" marL="0" rtl="0" algn="l">
              <a:lnSpc>
                <a:spcPct val="90000"/>
              </a:lnSpc>
              <a:spcBef>
                <a:spcPts val="0"/>
              </a:spcBef>
              <a:spcAft>
                <a:spcPts val="0"/>
              </a:spcAft>
              <a:buClr>
                <a:srgbClr val="007FA3"/>
              </a:buClr>
              <a:buSzPts val="3400"/>
              <a:buNone/>
            </a:pPr>
            <a:r>
              <a:rPr lang="en-US">
                <a:latin typeface="Times New Roman"/>
                <a:ea typeface="Times New Roman"/>
                <a:cs typeface="Times New Roman"/>
                <a:sym typeface="Times New Roman"/>
              </a:rPr>
              <a:t>Decision Phases in a Supply Chain</a:t>
            </a:r>
            <a:endParaRPr/>
          </a:p>
        </p:txBody>
      </p:sp>
      <p:sp>
        <p:nvSpPr>
          <p:cNvPr id="705" name="Google Shape;705;p20"/>
          <p:cNvSpPr txBox="1"/>
          <p:nvPr>
            <p:ph idx="1" type="body"/>
          </p:nvPr>
        </p:nvSpPr>
        <p:spPr>
          <a:xfrm>
            <a:off x="457200" y="1600200"/>
            <a:ext cx="8229600" cy="3385512"/>
          </a:xfrm>
          <a:prstGeom prst="rect">
            <a:avLst/>
          </a:prstGeom>
          <a:noFill/>
          <a:ln>
            <a:noFill/>
          </a:ln>
        </p:spPr>
        <p:txBody>
          <a:bodyPr anchorCtr="0" anchor="t" bIns="91425" lIns="91425" spcFirstLastPara="1" rIns="91425" wrap="square" tIns="91425">
            <a:spAutoFit/>
          </a:bodyPr>
          <a:lstStyle/>
          <a:p>
            <a:pPr indent="-432054" lvl="0" marL="432054" rtl="0" algn="l">
              <a:lnSpc>
                <a:spcPct val="100000"/>
              </a:lnSpc>
              <a:spcBef>
                <a:spcPts val="0"/>
              </a:spcBef>
              <a:spcAft>
                <a:spcPts val="0"/>
              </a:spcAft>
              <a:buSzPts val="2400"/>
              <a:buFont typeface="Arial"/>
              <a:buAutoNum type="arabicPeriod"/>
            </a:pPr>
            <a:r>
              <a:rPr lang="en-US" sz="2400">
                <a:solidFill>
                  <a:srgbClr val="000000"/>
                </a:solidFill>
                <a:latin typeface="Arial"/>
                <a:ea typeface="Arial"/>
                <a:cs typeface="Arial"/>
                <a:sym typeface="Arial"/>
              </a:rPr>
              <a:t>Supply chain strategy or design</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How to structure the supply chain over the next several years</a:t>
            </a:r>
            <a:endParaRPr/>
          </a:p>
          <a:p>
            <a:pPr indent="-432054" lvl="0" marL="432054" rtl="0" algn="l">
              <a:lnSpc>
                <a:spcPct val="100000"/>
              </a:lnSpc>
              <a:spcBef>
                <a:spcPts val="1500"/>
              </a:spcBef>
              <a:spcAft>
                <a:spcPts val="0"/>
              </a:spcAft>
              <a:buSzPts val="2400"/>
              <a:buFont typeface="Arial"/>
              <a:buAutoNum type="arabicPeriod"/>
            </a:pPr>
            <a:r>
              <a:rPr lang="en-US" sz="2400">
                <a:solidFill>
                  <a:srgbClr val="000000"/>
                </a:solidFill>
                <a:latin typeface="Arial"/>
                <a:ea typeface="Arial"/>
                <a:cs typeface="Arial"/>
                <a:sym typeface="Arial"/>
              </a:rPr>
              <a:t>Supply chain planning</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Decisions over the next quarter or year</a:t>
            </a:r>
            <a:endParaRPr/>
          </a:p>
          <a:p>
            <a:pPr indent="-432054" lvl="0" marL="432054" rtl="0" algn="l">
              <a:lnSpc>
                <a:spcPct val="100000"/>
              </a:lnSpc>
              <a:spcBef>
                <a:spcPts val="1500"/>
              </a:spcBef>
              <a:spcAft>
                <a:spcPts val="0"/>
              </a:spcAft>
              <a:buSzPts val="2400"/>
              <a:buFont typeface="Arial"/>
              <a:buAutoNum type="arabicPeriod"/>
            </a:pPr>
            <a:r>
              <a:rPr lang="en-US" sz="2400">
                <a:solidFill>
                  <a:srgbClr val="000000"/>
                </a:solidFill>
                <a:latin typeface="Arial"/>
                <a:ea typeface="Arial"/>
                <a:cs typeface="Arial"/>
                <a:sym typeface="Arial"/>
              </a:rPr>
              <a:t>Supply chain operation</a:t>
            </a:r>
            <a:endParaRPr/>
          </a:p>
          <a:p>
            <a:pPr indent="-284353" lvl="1" marL="741553" rtl="0" algn="l">
              <a:lnSpc>
                <a:spcPct val="100000"/>
              </a:lnSpc>
              <a:spcBef>
                <a:spcPts val="600"/>
              </a:spcBef>
              <a:spcAft>
                <a:spcPts val="0"/>
              </a:spcAft>
              <a:buSzPts val="2400"/>
              <a:buFont typeface="Arial"/>
              <a:buChar char="–"/>
            </a:pPr>
            <a:r>
              <a:rPr lang="en-US" sz="2400">
                <a:solidFill>
                  <a:srgbClr val="000000"/>
                </a:solidFill>
                <a:latin typeface="Arial"/>
                <a:ea typeface="Arial"/>
                <a:cs typeface="Arial"/>
                <a:sym typeface="Arial"/>
              </a:rPr>
              <a:t>Daily or weekly operational decisions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25"/>
          <p:cNvSpPr txBox="1"/>
          <p:nvPr>
            <p:ph type="title"/>
          </p:nvPr>
        </p:nvSpPr>
        <p:spPr>
          <a:xfrm>
            <a:off x="457200" y="215372"/>
            <a:ext cx="8229600" cy="516465"/>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Drivers of Supply Chain Performance</a:t>
            </a:r>
            <a:endParaRPr/>
          </a:p>
        </p:txBody>
      </p:sp>
      <p:sp>
        <p:nvSpPr>
          <p:cNvPr id="711" name="Google Shape;711;p25"/>
          <p:cNvSpPr txBox="1"/>
          <p:nvPr>
            <p:ph idx="1" type="body"/>
          </p:nvPr>
        </p:nvSpPr>
        <p:spPr>
          <a:xfrm>
            <a:off x="457200" y="840179"/>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b="1" lang="en-US" sz="2400">
                <a:solidFill>
                  <a:schemeClr val="lt2"/>
                </a:solidFill>
                <a:latin typeface="Arial"/>
                <a:ea typeface="Arial"/>
                <a:cs typeface="Arial"/>
                <a:sym typeface="Arial"/>
              </a:rPr>
              <a:t>Facilities</a:t>
            </a:r>
            <a:br>
              <a:rPr lang="en-US" sz="2400"/>
            </a:br>
            <a:r>
              <a:rPr lang="en-US" sz="2400">
                <a:latin typeface="Arial"/>
                <a:ea typeface="Arial"/>
                <a:cs typeface="Arial"/>
                <a:sym typeface="Arial"/>
              </a:rPr>
              <a:t> places where inventory is stored, assembled, or fabricated</a:t>
            </a:r>
            <a:br>
              <a:rPr lang="en-US" sz="2400"/>
            </a:br>
            <a:r>
              <a:rPr lang="en-US" sz="2400">
                <a:latin typeface="Arial"/>
                <a:ea typeface="Arial"/>
                <a:cs typeface="Arial"/>
                <a:sym typeface="Arial"/>
              </a:rPr>
              <a:t> production sites and storage sites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Inventory</a:t>
            </a:r>
            <a:br>
              <a:rPr lang="en-US" sz="2400"/>
            </a:br>
            <a:r>
              <a:rPr lang="en-US" sz="2400">
                <a:latin typeface="Arial"/>
                <a:ea typeface="Arial"/>
                <a:cs typeface="Arial"/>
                <a:sym typeface="Arial"/>
              </a:rPr>
              <a:t> raw materials, WIP(work in progress), finished goods within a supply chain</a:t>
            </a:r>
            <a:br>
              <a:rPr lang="en-US" sz="2400"/>
            </a:br>
            <a:r>
              <a:rPr lang="en-US" sz="2400">
                <a:latin typeface="Arial"/>
                <a:ea typeface="Arial"/>
                <a:cs typeface="Arial"/>
                <a:sym typeface="Arial"/>
              </a:rPr>
              <a:t> inventory policies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Transportation</a:t>
            </a:r>
            <a:br>
              <a:rPr lang="en-US" sz="2400"/>
            </a:br>
            <a:r>
              <a:rPr lang="en-US" sz="2400">
                <a:latin typeface="Arial"/>
                <a:ea typeface="Arial"/>
                <a:cs typeface="Arial"/>
                <a:sym typeface="Arial"/>
              </a:rPr>
              <a:t> moving inventory from point to point in a supply chain</a:t>
            </a:r>
            <a:br>
              <a:rPr lang="en-US" sz="2400"/>
            </a:br>
            <a:r>
              <a:rPr lang="en-US" sz="2400">
                <a:latin typeface="Arial"/>
                <a:ea typeface="Arial"/>
                <a:cs typeface="Arial"/>
                <a:sym typeface="Arial"/>
              </a:rPr>
              <a:t> combinations of transportation modes and routes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26"/>
          <p:cNvSpPr txBox="1"/>
          <p:nvPr>
            <p:ph type="title"/>
          </p:nvPr>
        </p:nvSpPr>
        <p:spPr>
          <a:xfrm>
            <a:off x="457200" y="215371"/>
            <a:ext cx="8229600" cy="1097279"/>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Drivers of Supply Chain Performance, Contd.</a:t>
            </a:r>
            <a:endParaRPr/>
          </a:p>
        </p:txBody>
      </p:sp>
      <p:sp>
        <p:nvSpPr>
          <p:cNvPr id="717" name="Google Shape;717;p26"/>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Information</a:t>
            </a:r>
            <a:br>
              <a:rPr lang="en-US" sz="2400"/>
            </a:br>
            <a:r>
              <a:rPr lang="en-US" sz="2400">
                <a:latin typeface="Arial"/>
                <a:ea typeface="Arial"/>
                <a:cs typeface="Arial"/>
                <a:sym typeface="Arial"/>
              </a:rPr>
              <a:t> data and analysis regarding inventory, transportation, facilities throughout the supply chain</a:t>
            </a:r>
            <a:br>
              <a:rPr lang="en-US" sz="2400"/>
            </a:br>
            <a:r>
              <a:rPr lang="en-US" sz="2400">
                <a:latin typeface="Arial"/>
                <a:ea typeface="Arial"/>
                <a:cs typeface="Arial"/>
                <a:sym typeface="Arial"/>
              </a:rPr>
              <a:t> potentially the biggest driver of supply chain performance</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 </a:t>
            </a:r>
            <a:r>
              <a:rPr b="1" lang="en-US" sz="2400">
                <a:solidFill>
                  <a:schemeClr val="lt2"/>
                </a:solidFill>
                <a:latin typeface="Arial"/>
                <a:ea typeface="Arial"/>
                <a:cs typeface="Arial"/>
                <a:sym typeface="Arial"/>
              </a:rPr>
              <a:t>Sourcing</a:t>
            </a:r>
            <a:br>
              <a:rPr lang="en-US" sz="2400"/>
            </a:br>
            <a:r>
              <a:rPr lang="en-US" sz="2400">
                <a:latin typeface="Arial"/>
                <a:ea typeface="Arial"/>
                <a:cs typeface="Arial"/>
                <a:sym typeface="Arial"/>
              </a:rPr>
              <a:t> functions a firm performs and functions that are outsourced</a:t>
            </a:r>
            <a:endParaRPr/>
          </a:p>
          <a:p>
            <a:pPr indent="-255600" lvl="0" marL="255600" marR="0" rtl="0" algn="l">
              <a:lnSpc>
                <a:spcPct val="100000"/>
              </a:lnSpc>
              <a:spcBef>
                <a:spcPts val="1500"/>
              </a:spcBef>
              <a:spcAft>
                <a:spcPts val="0"/>
              </a:spcAft>
              <a:buClr>
                <a:srgbClr val="007FA3"/>
              </a:buClr>
              <a:buSzPts val="2400"/>
              <a:buFont typeface="Arial"/>
              <a:buChar char="•"/>
            </a:pPr>
            <a:r>
              <a:rPr b="1" lang="en-US" sz="2400">
                <a:solidFill>
                  <a:schemeClr val="lt2"/>
                </a:solidFill>
                <a:latin typeface="Arial"/>
                <a:ea typeface="Arial"/>
                <a:cs typeface="Arial"/>
                <a:sym typeface="Arial"/>
              </a:rPr>
              <a:t>Pricing</a:t>
            </a:r>
            <a:br>
              <a:rPr lang="en-US" sz="2400"/>
            </a:br>
            <a:r>
              <a:rPr lang="en-US" sz="2400">
                <a:latin typeface="Arial"/>
                <a:ea typeface="Arial"/>
                <a:cs typeface="Arial"/>
                <a:sym typeface="Arial"/>
              </a:rPr>
              <a:t> Price associated with goods and services provided by a firm to the supply chain</a:t>
            </a:r>
            <a:endParaRPr sz="2400"/>
          </a:p>
          <a:p>
            <a:pPr indent="-103200" lvl="0" marL="255600" marR="0" rtl="0" algn="l">
              <a:lnSpc>
                <a:spcPct val="100000"/>
              </a:lnSpc>
              <a:spcBef>
                <a:spcPts val="1500"/>
              </a:spcBef>
              <a:spcAft>
                <a:spcPts val="0"/>
              </a:spcAft>
              <a:buClr>
                <a:srgbClr val="007FA3"/>
              </a:buClr>
              <a:buSzPts val="2400"/>
              <a:buFont typeface="Arial"/>
              <a:buNone/>
            </a:pPr>
            <a:r>
              <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27"/>
          <p:cNvSpPr txBox="1"/>
          <p:nvPr>
            <p:ph type="title"/>
          </p:nvPr>
        </p:nvSpPr>
        <p:spPr>
          <a:xfrm>
            <a:off x="457200" y="215371"/>
            <a:ext cx="8229600" cy="627777"/>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7FA3"/>
              </a:buClr>
              <a:buSzPts val="3400"/>
              <a:buFont typeface="Times New Roman"/>
              <a:buNone/>
            </a:pPr>
            <a:r>
              <a:rPr lang="en-US">
                <a:latin typeface="Arial"/>
                <a:ea typeface="Arial"/>
                <a:cs typeface="Arial"/>
                <a:sym typeface="Arial"/>
              </a:rPr>
              <a:t>Sustainable and Green Supply Chain</a:t>
            </a:r>
            <a:endParaRPr/>
          </a:p>
        </p:txBody>
      </p:sp>
      <p:sp>
        <p:nvSpPr>
          <p:cNvPr id="723" name="Google Shape;723;p27"/>
          <p:cNvSpPr txBox="1"/>
          <p:nvPr>
            <p:ph idx="1" type="body"/>
          </p:nvPr>
        </p:nvSpPr>
        <p:spPr>
          <a:xfrm>
            <a:off x="457200" y="972423"/>
            <a:ext cx="8229600" cy="4525963"/>
          </a:xfrm>
          <a:prstGeom prst="rect">
            <a:avLst/>
          </a:prstGeom>
          <a:noFill/>
          <a:ln>
            <a:noFill/>
          </a:ln>
        </p:spPr>
        <p:txBody>
          <a:bodyPr anchorCtr="0" anchor="t" bIns="91425" lIns="91425" spcFirstLastPara="1" rIns="91425" wrap="square" tIns="91425">
            <a:noAutofit/>
          </a:bodyPr>
          <a:lstStyle/>
          <a:p>
            <a:pPr indent="-255600" lvl="0" marL="255600" marR="0" rtl="0" algn="l">
              <a:lnSpc>
                <a:spcPct val="100000"/>
              </a:lnSpc>
              <a:spcBef>
                <a:spcPts val="0"/>
              </a:spcBef>
              <a:spcAft>
                <a:spcPts val="0"/>
              </a:spcAft>
              <a:buClr>
                <a:srgbClr val="007FA3"/>
              </a:buClr>
              <a:buSzPts val="2400"/>
              <a:buFont typeface="Arial"/>
              <a:buChar char="•"/>
            </a:pPr>
            <a:r>
              <a:rPr lang="en-US" sz="2400">
                <a:latin typeface="Arial"/>
                <a:ea typeface="Arial"/>
                <a:cs typeface="Arial"/>
                <a:sym typeface="Arial"/>
              </a:rPr>
              <a:t>Sustainable supply chain management (SSCM)is defined it as “the management of material, information and capital flows as well as cooperation among companies along the SC while taking goals from all three dimensions of sustainable development, i.e., economic, environmental and social, into account which are derived from customer and stakeholder requirements”.</a:t>
            </a:r>
            <a:endParaRPr/>
          </a:p>
          <a:p>
            <a:pPr indent="-255600" lvl="0" marL="255600" marR="0" rtl="0" algn="l">
              <a:lnSpc>
                <a:spcPct val="100000"/>
              </a:lnSpc>
              <a:spcBef>
                <a:spcPts val="1500"/>
              </a:spcBef>
              <a:spcAft>
                <a:spcPts val="0"/>
              </a:spcAft>
              <a:buClr>
                <a:srgbClr val="007FA3"/>
              </a:buClr>
              <a:buSzPts val="2400"/>
              <a:buFont typeface="Arial"/>
              <a:buChar char="•"/>
            </a:pPr>
            <a:r>
              <a:rPr lang="en-US" sz="2400">
                <a:latin typeface="Arial"/>
                <a:ea typeface="Arial"/>
                <a:cs typeface="Arial"/>
                <a:sym typeface="Arial"/>
              </a:rPr>
              <a:t>Green supply chain management (GSCM) can be defined as the integration of environmental management system into the supply chain process including collaboration with customers, suppliers, and logistics service providers to share information and knowledge with an aim to improve environmental performance.</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0312 Stevenson">
  <a:themeElements>
    <a:clrScheme name="200312 Stevenson 13">
      <a:dk1>
        <a:srgbClr val="000000"/>
      </a:dk1>
      <a:lt1>
        <a:srgbClr val="FBFCDF"/>
      </a:lt1>
      <a:dk2>
        <a:srgbClr val="F84700"/>
      </a:dk2>
      <a:lt2>
        <a:srgbClr val="808080"/>
      </a:lt2>
      <a:accent1>
        <a:srgbClr val="74B632"/>
      </a:accent1>
      <a:accent2>
        <a:srgbClr val="EFBE09"/>
      </a:accent2>
      <a:accent3>
        <a:srgbClr val="FDFDEC"/>
      </a:accent3>
      <a:accent4>
        <a:srgbClr val="000000"/>
      </a:accent4>
      <a:accent5>
        <a:srgbClr val="BCD7AD"/>
      </a:accent5>
      <a:accent6>
        <a:srgbClr val="D9AC07"/>
      </a:accent6>
      <a:hlink>
        <a:srgbClr val="148298"/>
      </a:hlink>
      <a:folHlink>
        <a:srgbClr val="F80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Chopra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