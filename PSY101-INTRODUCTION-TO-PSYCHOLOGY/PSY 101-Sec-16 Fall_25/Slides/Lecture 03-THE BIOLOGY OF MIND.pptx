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4"/>
    <p:sldMasterId id="214748367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5143500" cx="9144000"/>
  <p:notesSz cx="6858000" cy="9144000"/>
  <p:embeddedFontLst>
    <p:embeddedFont>
      <p:font typeface="Barrio"/>
      <p:regular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Barrio-regular.fnt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6c2419268d_1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g36c2419268d_1_2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6c2419268d_1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g36c2419268d_1_2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6c2419268d_1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g36c2419268d_1_2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6c2419268d_1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g36c2419268d_1_2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6c2419268d_1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g36c2419268d_1_2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6c2419268d_1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6c2419268d_1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6c2419268d_1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g36c2419268d_1_2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6c2419268d_1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g36c2419268d_1_2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6c2419268d_1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g36c2419268d_1_2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6c2419268d_1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g36c2419268d_1_2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6c2419268d_1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g36c2419268d_1_2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6c2419268d_1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g36c2419268d_1_2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6c2419268d_1_283:notes"/>
          <p:cNvSpPr/>
          <p:nvPr>
            <p:ph idx="2" type="sldImg"/>
          </p:nvPr>
        </p:nvSpPr>
        <p:spPr>
          <a:xfrm>
            <a:off x="1839473" y="1143000"/>
            <a:ext cx="3179100" cy="30855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6c2419268d_1_283:notes"/>
          <p:cNvSpPr txBox="1"/>
          <p:nvPr>
            <p:ph idx="1" type="body"/>
          </p:nvPr>
        </p:nvSpPr>
        <p:spPr>
          <a:xfrm>
            <a:off x="686233" y="4400176"/>
            <a:ext cx="54855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g36c2419268d_1_283:notes"/>
          <p:cNvSpPr txBox="1"/>
          <p:nvPr>
            <p:ph idx="12" type="sldNum"/>
          </p:nvPr>
        </p:nvSpPr>
        <p:spPr>
          <a:xfrm>
            <a:off x="3884685" y="8686427"/>
            <a:ext cx="2972400" cy="457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6c2419268d_1_288:notes"/>
          <p:cNvSpPr/>
          <p:nvPr>
            <p:ph idx="2" type="sldImg"/>
          </p:nvPr>
        </p:nvSpPr>
        <p:spPr>
          <a:xfrm>
            <a:off x="381284" y="685800"/>
            <a:ext cx="6096000" cy="34293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6c2419268d_1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6c2419268d_1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g36c2419268d_1_2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6c2419268d_1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g36c2419268d_1_2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6c2419268d_1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g36c2419268d_1_3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6c2419268d_1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g36c2419268d_1_3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6c2419268d_1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g36c2419268d_1_3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6c2419268d_1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g36c2419268d_1_3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6c2419268d_1_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6c2419268d_1_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6c2419268d_1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g36c2419268d_1_3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6c2419268d_1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g36c2419268d_1_3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6c2419268d_1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g36c2419268d_1_3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6c2419268d_1_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g36c2419268d_1_3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6c2419268d_1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g36c2419268d_1_3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6c2419268d_1_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g36c2419268d_1_3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6c2419268d_1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g36c2419268d_1_3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spcBef>
                <a:spcPts val="0"/>
              </a:spcBef>
              <a:spcAft>
                <a:spcPts val="0"/>
              </a:spcAft>
              <a:buClr>
                <a:schemeClr val="dk1"/>
              </a:buClr>
              <a:buSzPts val="9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228600" y="800100"/>
            <a:ext cx="4114800" cy="2263200"/>
          </a:xfrm>
          <a:prstGeom prst="rect">
            <a:avLst/>
          </a:prstGeom>
          <a:noFill/>
          <a:ln>
            <a:noFill/>
          </a:ln>
        </p:spPr>
        <p:txBody>
          <a:bodyPr anchorCtr="0" anchor="t" bIns="22850" lIns="45725" spcFirstLastPara="1" rIns="45725" wrap="square" tIns="22850">
            <a:normAutofit/>
          </a:bodyPr>
          <a:lstStyle>
            <a:lvl1pPr indent="-285750" lvl="0" marL="457200" algn="l">
              <a:spcBef>
                <a:spcPts val="200"/>
              </a:spcBef>
              <a:spcAft>
                <a:spcPts val="0"/>
              </a:spcAft>
              <a:buClr>
                <a:schemeClr val="dk1"/>
              </a:buClr>
              <a:buSzPts val="900"/>
              <a:buChar char="●"/>
              <a:defRPr/>
            </a:lvl1pPr>
            <a:lvl2pPr indent="-285750" lvl="1" marL="914400" algn="l">
              <a:spcBef>
                <a:spcPts val="1200"/>
              </a:spcBef>
              <a:spcAft>
                <a:spcPts val="0"/>
              </a:spcAft>
              <a:buClr>
                <a:schemeClr val="dk1"/>
              </a:buClr>
              <a:buSzPts val="900"/>
              <a:buChar char="○"/>
              <a:defRPr/>
            </a:lvl2pPr>
            <a:lvl3pPr indent="-285750" lvl="2" marL="1371600" algn="l">
              <a:spcBef>
                <a:spcPts val="1200"/>
              </a:spcBef>
              <a:spcAft>
                <a:spcPts val="0"/>
              </a:spcAft>
              <a:buClr>
                <a:schemeClr val="dk1"/>
              </a:buClr>
              <a:buSzPts val="900"/>
              <a:buChar char="■"/>
              <a:defRPr/>
            </a:lvl3pPr>
            <a:lvl4pPr indent="-285750" lvl="3" marL="1828800" algn="l">
              <a:spcBef>
                <a:spcPts val="1200"/>
              </a:spcBef>
              <a:spcAft>
                <a:spcPts val="0"/>
              </a:spcAft>
              <a:buClr>
                <a:schemeClr val="dk1"/>
              </a:buClr>
              <a:buSzPts val="900"/>
              <a:buChar char="●"/>
              <a:defRPr/>
            </a:lvl4pPr>
            <a:lvl5pPr indent="-285750" lvl="4" marL="2286000" algn="l">
              <a:spcBef>
                <a:spcPts val="1200"/>
              </a:spcBef>
              <a:spcAft>
                <a:spcPts val="0"/>
              </a:spcAft>
              <a:buClr>
                <a:schemeClr val="dk1"/>
              </a:buClr>
              <a:buSzPts val="900"/>
              <a:buChar char="○"/>
              <a:defRPr/>
            </a:lvl5pPr>
            <a:lvl6pPr indent="-285750" lvl="5" marL="2743200" algn="l">
              <a:spcBef>
                <a:spcPts val="1200"/>
              </a:spcBef>
              <a:spcAft>
                <a:spcPts val="0"/>
              </a:spcAft>
              <a:buClr>
                <a:schemeClr val="dk1"/>
              </a:buClr>
              <a:buSzPts val="900"/>
              <a:buChar char="■"/>
              <a:defRPr/>
            </a:lvl6pPr>
            <a:lvl7pPr indent="-285750" lvl="6" marL="3200400" algn="l">
              <a:spcBef>
                <a:spcPts val="1200"/>
              </a:spcBef>
              <a:spcAft>
                <a:spcPts val="0"/>
              </a:spcAft>
              <a:buClr>
                <a:schemeClr val="dk1"/>
              </a:buClr>
              <a:buSzPts val="900"/>
              <a:buChar char="●"/>
              <a:defRPr/>
            </a:lvl7pPr>
            <a:lvl8pPr indent="-285750" lvl="7" marL="3657600" algn="l">
              <a:spcBef>
                <a:spcPts val="1200"/>
              </a:spcBef>
              <a:spcAft>
                <a:spcPts val="0"/>
              </a:spcAft>
              <a:buClr>
                <a:schemeClr val="dk1"/>
              </a:buClr>
              <a:buSzPts val="900"/>
              <a:buChar char="○"/>
              <a:defRPr/>
            </a:lvl8pPr>
            <a:lvl9pPr indent="-285750" lvl="8" marL="4114800" algn="l">
              <a:spcBef>
                <a:spcPts val="1200"/>
              </a:spcBef>
              <a:spcAft>
                <a:spcPts val="1200"/>
              </a:spcAft>
              <a:buClr>
                <a:schemeClr val="dk1"/>
              </a:buClr>
              <a:buSzPts val="900"/>
              <a:buChar char="■"/>
              <a:defRPr/>
            </a:lvl9pPr>
          </a:lstStyle>
          <a:p/>
        </p:txBody>
      </p:sp>
      <p:sp>
        <p:nvSpPr>
          <p:cNvPr id="53" name="Google Shape;53;p13"/>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algn="l">
              <a:spcBef>
                <a:spcPts val="0"/>
              </a:spcBef>
              <a:spcAft>
                <a:spcPts val="0"/>
              </a:spcAft>
              <a:buSzPts val="700"/>
              <a:buNone/>
              <a:defRPr sz="700"/>
            </a:lvl1pPr>
            <a:lvl2pPr lvl="1" algn="l">
              <a:spcBef>
                <a:spcPts val="0"/>
              </a:spcBef>
              <a:spcAft>
                <a:spcPts val="0"/>
              </a:spcAft>
              <a:buSzPts val="700"/>
              <a:buNone/>
              <a:defRPr sz="700"/>
            </a:lvl2pPr>
            <a:lvl3pPr lvl="2" algn="l">
              <a:spcBef>
                <a:spcPts val="0"/>
              </a:spcBef>
              <a:spcAft>
                <a:spcPts val="0"/>
              </a:spcAft>
              <a:buSzPts val="700"/>
              <a:buNone/>
              <a:defRPr sz="700"/>
            </a:lvl3pPr>
            <a:lvl4pPr lvl="3" algn="l">
              <a:spcBef>
                <a:spcPts val="0"/>
              </a:spcBef>
              <a:spcAft>
                <a:spcPts val="0"/>
              </a:spcAft>
              <a:buSzPts val="700"/>
              <a:buNone/>
              <a:defRPr sz="700"/>
            </a:lvl4pPr>
            <a:lvl5pPr lvl="4" algn="l">
              <a:spcBef>
                <a:spcPts val="0"/>
              </a:spcBef>
              <a:spcAft>
                <a:spcPts val="0"/>
              </a:spcAft>
              <a:buSzPts val="700"/>
              <a:buNone/>
              <a:defRPr sz="700"/>
            </a:lvl5pPr>
            <a:lvl6pPr lvl="5" algn="l">
              <a:spcBef>
                <a:spcPts val="0"/>
              </a:spcBef>
              <a:spcAft>
                <a:spcPts val="0"/>
              </a:spcAft>
              <a:buSzPts val="700"/>
              <a:buNone/>
              <a:defRPr sz="700"/>
            </a:lvl6pPr>
            <a:lvl7pPr lvl="6" algn="l">
              <a:spcBef>
                <a:spcPts val="0"/>
              </a:spcBef>
              <a:spcAft>
                <a:spcPts val="0"/>
              </a:spcAft>
              <a:buSzPts val="700"/>
              <a:buNone/>
              <a:defRPr sz="700"/>
            </a:lvl7pPr>
            <a:lvl8pPr lvl="7" algn="l">
              <a:spcBef>
                <a:spcPts val="0"/>
              </a:spcBef>
              <a:spcAft>
                <a:spcPts val="0"/>
              </a:spcAft>
              <a:buSzPts val="700"/>
              <a:buNone/>
              <a:defRPr sz="700"/>
            </a:lvl8pPr>
            <a:lvl9pPr lvl="8" algn="l">
              <a:spcBef>
                <a:spcPts val="0"/>
              </a:spcBef>
              <a:spcAft>
                <a:spcPts val="0"/>
              </a:spcAft>
              <a:buSzPts val="700"/>
              <a:buNone/>
              <a:defRPr sz="700"/>
            </a:lvl9pPr>
          </a:lstStyle>
          <a:p/>
        </p:txBody>
      </p:sp>
      <p:sp>
        <p:nvSpPr>
          <p:cNvPr id="54" name="Google Shape;54;p13"/>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algn="ctr">
              <a:spcBef>
                <a:spcPts val="0"/>
              </a:spcBef>
              <a:spcAft>
                <a:spcPts val="0"/>
              </a:spcAft>
              <a:buSzPts val="700"/>
              <a:buNone/>
              <a:defRPr sz="700"/>
            </a:lvl1pPr>
            <a:lvl2pPr lvl="1" algn="l">
              <a:spcBef>
                <a:spcPts val="0"/>
              </a:spcBef>
              <a:spcAft>
                <a:spcPts val="0"/>
              </a:spcAft>
              <a:buSzPts val="700"/>
              <a:buNone/>
              <a:defRPr sz="700"/>
            </a:lvl2pPr>
            <a:lvl3pPr lvl="2" algn="l">
              <a:spcBef>
                <a:spcPts val="0"/>
              </a:spcBef>
              <a:spcAft>
                <a:spcPts val="0"/>
              </a:spcAft>
              <a:buSzPts val="700"/>
              <a:buNone/>
              <a:defRPr sz="700"/>
            </a:lvl3pPr>
            <a:lvl4pPr lvl="3" algn="l">
              <a:spcBef>
                <a:spcPts val="0"/>
              </a:spcBef>
              <a:spcAft>
                <a:spcPts val="0"/>
              </a:spcAft>
              <a:buSzPts val="700"/>
              <a:buNone/>
              <a:defRPr sz="700"/>
            </a:lvl4pPr>
            <a:lvl5pPr lvl="4" algn="l">
              <a:spcBef>
                <a:spcPts val="0"/>
              </a:spcBef>
              <a:spcAft>
                <a:spcPts val="0"/>
              </a:spcAft>
              <a:buSzPts val="700"/>
              <a:buNone/>
              <a:defRPr sz="700"/>
            </a:lvl5pPr>
            <a:lvl6pPr lvl="5" algn="l">
              <a:spcBef>
                <a:spcPts val="0"/>
              </a:spcBef>
              <a:spcAft>
                <a:spcPts val="0"/>
              </a:spcAft>
              <a:buSzPts val="700"/>
              <a:buNone/>
              <a:defRPr sz="700"/>
            </a:lvl6pPr>
            <a:lvl7pPr lvl="6" algn="l">
              <a:spcBef>
                <a:spcPts val="0"/>
              </a:spcBef>
              <a:spcAft>
                <a:spcPts val="0"/>
              </a:spcAft>
              <a:buSzPts val="700"/>
              <a:buNone/>
              <a:defRPr sz="700"/>
            </a:lvl7pPr>
            <a:lvl8pPr lvl="7" algn="l">
              <a:spcBef>
                <a:spcPts val="0"/>
              </a:spcBef>
              <a:spcAft>
                <a:spcPts val="0"/>
              </a:spcAft>
              <a:buSzPts val="700"/>
              <a:buNone/>
              <a:defRPr sz="700"/>
            </a:lvl8pPr>
            <a:lvl9pPr lvl="8" algn="l">
              <a:spcBef>
                <a:spcPts val="0"/>
              </a:spcBef>
              <a:spcAft>
                <a:spcPts val="0"/>
              </a:spcAft>
              <a:buSzPts val="700"/>
              <a:buNone/>
              <a:defRPr sz="700"/>
            </a:lvl9pPr>
          </a:lstStyle>
          <a:p/>
        </p:txBody>
      </p:sp>
      <p:sp>
        <p:nvSpPr>
          <p:cNvPr id="55" name="Google Shape;55;p13"/>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rmAutofit lnSpcReduction="20000"/>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2" name="Shape 62"/>
        <p:cNvGrpSpPr/>
        <p:nvPr/>
      </p:nvGrpSpPr>
      <p:grpSpPr>
        <a:xfrm>
          <a:off x="0" y="0"/>
          <a:ext cx="0" cy="0"/>
          <a:chOff x="0" y="0"/>
          <a:chExt cx="0" cy="0"/>
        </a:xfrm>
      </p:grpSpPr>
      <p:sp>
        <p:nvSpPr>
          <p:cNvPr id="63" name="Google Shape;63;p16"/>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4" name="Google Shape;64;p16"/>
          <p:cNvSpPr txBox="1"/>
          <p:nvPr>
            <p:ph idx="1" type="body"/>
          </p:nvPr>
        </p:nvSpPr>
        <p:spPr>
          <a:xfrm>
            <a:off x="228600" y="800100"/>
            <a:ext cx="4114800" cy="2263200"/>
          </a:xfrm>
          <a:prstGeom prst="rect">
            <a:avLst/>
          </a:prstGeom>
          <a:noFill/>
          <a:ln>
            <a:noFill/>
          </a:ln>
        </p:spPr>
        <p:txBody>
          <a:bodyPr anchorCtr="0" anchor="t" bIns="22850" lIns="45725" spcFirstLastPara="1" rIns="45725" wrap="square" tIns="22850">
            <a:normAutofit/>
          </a:bodyPr>
          <a:lstStyle>
            <a:lvl1pPr indent="-285750" lvl="0" marL="457200" algn="l">
              <a:lnSpc>
                <a:spcPct val="115000"/>
              </a:lnSpc>
              <a:spcBef>
                <a:spcPts val="200"/>
              </a:spcBef>
              <a:spcAft>
                <a:spcPts val="0"/>
              </a:spcAft>
              <a:buClr>
                <a:schemeClr val="dk1"/>
              </a:buClr>
              <a:buSzPts val="900"/>
              <a:buChar char="●"/>
              <a:defRPr/>
            </a:lvl1pPr>
            <a:lvl2pPr indent="-285750" lvl="1" marL="914400" algn="l">
              <a:lnSpc>
                <a:spcPct val="115000"/>
              </a:lnSpc>
              <a:spcBef>
                <a:spcPts val="1200"/>
              </a:spcBef>
              <a:spcAft>
                <a:spcPts val="0"/>
              </a:spcAft>
              <a:buClr>
                <a:schemeClr val="dk1"/>
              </a:buClr>
              <a:buSzPts val="900"/>
              <a:buChar char="○"/>
              <a:defRPr/>
            </a:lvl2pPr>
            <a:lvl3pPr indent="-285750" lvl="2" marL="1371600" algn="l">
              <a:lnSpc>
                <a:spcPct val="115000"/>
              </a:lnSpc>
              <a:spcBef>
                <a:spcPts val="1200"/>
              </a:spcBef>
              <a:spcAft>
                <a:spcPts val="0"/>
              </a:spcAft>
              <a:buClr>
                <a:schemeClr val="dk1"/>
              </a:buClr>
              <a:buSzPts val="900"/>
              <a:buChar char="■"/>
              <a:defRPr/>
            </a:lvl3pPr>
            <a:lvl4pPr indent="-285750" lvl="3" marL="1828800" algn="l">
              <a:lnSpc>
                <a:spcPct val="115000"/>
              </a:lnSpc>
              <a:spcBef>
                <a:spcPts val="1200"/>
              </a:spcBef>
              <a:spcAft>
                <a:spcPts val="0"/>
              </a:spcAft>
              <a:buClr>
                <a:schemeClr val="dk1"/>
              </a:buClr>
              <a:buSzPts val="900"/>
              <a:buChar char="●"/>
              <a:defRPr/>
            </a:lvl4pPr>
            <a:lvl5pPr indent="-285750" lvl="4" marL="2286000" algn="l">
              <a:lnSpc>
                <a:spcPct val="115000"/>
              </a:lnSpc>
              <a:spcBef>
                <a:spcPts val="1200"/>
              </a:spcBef>
              <a:spcAft>
                <a:spcPts val="0"/>
              </a:spcAft>
              <a:buClr>
                <a:schemeClr val="dk1"/>
              </a:buClr>
              <a:buSzPts val="900"/>
              <a:buChar char="○"/>
              <a:defRPr/>
            </a:lvl5pPr>
            <a:lvl6pPr indent="-285750" lvl="5" marL="2743200" algn="l">
              <a:lnSpc>
                <a:spcPct val="115000"/>
              </a:lnSpc>
              <a:spcBef>
                <a:spcPts val="1200"/>
              </a:spcBef>
              <a:spcAft>
                <a:spcPts val="0"/>
              </a:spcAft>
              <a:buClr>
                <a:schemeClr val="dk1"/>
              </a:buClr>
              <a:buSzPts val="900"/>
              <a:buChar char="■"/>
              <a:defRPr/>
            </a:lvl6pPr>
            <a:lvl7pPr indent="-285750" lvl="6" marL="3200400" algn="l">
              <a:lnSpc>
                <a:spcPct val="115000"/>
              </a:lnSpc>
              <a:spcBef>
                <a:spcPts val="1200"/>
              </a:spcBef>
              <a:spcAft>
                <a:spcPts val="0"/>
              </a:spcAft>
              <a:buClr>
                <a:schemeClr val="dk1"/>
              </a:buClr>
              <a:buSzPts val="900"/>
              <a:buChar char="●"/>
              <a:defRPr/>
            </a:lvl7pPr>
            <a:lvl8pPr indent="-285750" lvl="7" marL="3657600" algn="l">
              <a:lnSpc>
                <a:spcPct val="115000"/>
              </a:lnSpc>
              <a:spcBef>
                <a:spcPts val="1200"/>
              </a:spcBef>
              <a:spcAft>
                <a:spcPts val="0"/>
              </a:spcAft>
              <a:buClr>
                <a:schemeClr val="dk1"/>
              </a:buClr>
              <a:buSzPts val="900"/>
              <a:buChar char="○"/>
              <a:defRPr/>
            </a:lvl8pPr>
            <a:lvl9pPr indent="-285750" lvl="8" marL="4114800" algn="l">
              <a:lnSpc>
                <a:spcPct val="115000"/>
              </a:lnSpc>
              <a:spcBef>
                <a:spcPts val="1200"/>
              </a:spcBef>
              <a:spcAft>
                <a:spcPts val="1200"/>
              </a:spcAft>
              <a:buClr>
                <a:schemeClr val="dk1"/>
              </a:buClr>
              <a:buSzPts val="900"/>
              <a:buChar char="■"/>
              <a:defRPr/>
            </a:lvl9pPr>
          </a:lstStyle>
          <a:p/>
        </p:txBody>
      </p:sp>
      <p:sp>
        <p:nvSpPr>
          <p:cNvPr id="65" name="Google Shape;65;p16"/>
          <p:cNvSpPr txBox="1"/>
          <p:nvPr>
            <p:ph idx="10" type="dt"/>
          </p:nvPr>
        </p:nvSpPr>
        <p:spPr>
          <a:xfrm>
            <a:off x="228600" y="3178175"/>
            <a:ext cx="1066800" cy="182700"/>
          </a:xfrm>
          <a:prstGeom prst="rect">
            <a:avLst/>
          </a:prstGeom>
          <a:noFill/>
          <a:ln>
            <a:noFill/>
          </a:ln>
        </p:spPr>
        <p:txBody>
          <a:bodyPr anchorCtr="0" anchor="ctr" bIns="22850" lIns="45725" spcFirstLastPara="1" rIns="45725" wrap="square" tIns="22850">
            <a:noAutofit/>
          </a:bodyPr>
          <a:lstStyle>
            <a:lvl1pPr lvl="0" marR="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9pPr>
          </a:lstStyle>
          <a:p/>
        </p:txBody>
      </p:sp>
      <p:sp>
        <p:nvSpPr>
          <p:cNvPr id="66" name="Google Shape;66;p16"/>
          <p:cNvSpPr txBox="1"/>
          <p:nvPr>
            <p:ph idx="11" type="ftr"/>
          </p:nvPr>
        </p:nvSpPr>
        <p:spPr>
          <a:xfrm>
            <a:off x="1562100" y="3178175"/>
            <a:ext cx="1447800" cy="182700"/>
          </a:xfrm>
          <a:prstGeom prst="rect">
            <a:avLst/>
          </a:prstGeom>
          <a:noFill/>
          <a:ln>
            <a:noFill/>
          </a:ln>
        </p:spPr>
        <p:txBody>
          <a:bodyPr anchorCtr="0" anchor="ctr" bIns="22850" lIns="45725" spcFirstLastPara="1" rIns="45725" wrap="square" tIns="22850">
            <a:noAutofit/>
          </a:bodyPr>
          <a:lstStyle>
            <a:lvl1pPr lvl="0" marR="0" algn="ctr">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700"/>
              <a:buFont typeface="Arial"/>
              <a:buNone/>
              <a:defRPr b="0" i="0" sz="700" u="none" cap="none" strike="noStrike">
                <a:solidFill>
                  <a:srgbClr val="000000"/>
                </a:solidFill>
                <a:latin typeface="Arial"/>
                <a:ea typeface="Arial"/>
                <a:cs typeface="Arial"/>
                <a:sym typeface="Arial"/>
              </a:defRPr>
            </a:lvl9pPr>
          </a:lstStyle>
          <a:p/>
        </p:txBody>
      </p:sp>
      <p:sp>
        <p:nvSpPr>
          <p:cNvPr id="67" name="Google Shape;67;p16"/>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rmAutofit lnSpcReduction="20000"/>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8" name="Shape 68"/>
        <p:cNvGrpSpPr/>
        <p:nvPr/>
      </p:nvGrpSpPr>
      <p:grpSpPr>
        <a:xfrm>
          <a:off x="0" y="0"/>
          <a:ext cx="0" cy="0"/>
          <a:chOff x="0" y="0"/>
          <a:chExt cx="0" cy="0"/>
        </a:xfrm>
      </p:grpSpPr>
      <p:sp>
        <p:nvSpPr>
          <p:cNvPr id="69" name="Google Shape;69;p1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70" name="Google Shape;70;p1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71" name="Google Shape;71;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74" name="Google Shape;74;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5" name="Shape 75"/>
        <p:cNvGrpSpPr/>
        <p:nvPr/>
      </p:nvGrpSpPr>
      <p:grpSpPr>
        <a:xfrm>
          <a:off x="0" y="0"/>
          <a:ext cx="0" cy="0"/>
          <a:chOff x="0" y="0"/>
          <a:chExt cx="0" cy="0"/>
        </a:xfrm>
      </p:grpSpPr>
      <p:sp>
        <p:nvSpPr>
          <p:cNvPr id="76" name="Google Shape;76;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7" name="Google Shape;77;p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78" name="Google Shape;78;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9" name="Shape 79"/>
        <p:cNvGrpSpPr/>
        <p:nvPr/>
      </p:nvGrpSpPr>
      <p:grpSpPr>
        <a:xfrm>
          <a:off x="0" y="0"/>
          <a:ext cx="0" cy="0"/>
          <a:chOff x="0" y="0"/>
          <a:chExt cx="0" cy="0"/>
        </a:xfrm>
      </p:grpSpPr>
      <p:sp>
        <p:nvSpPr>
          <p:cNvPr id="80" name="Google Shape;80;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1" name="Google Shape;81;p2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82" name="Google Shape;82;p2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83" name="Google Shape;83;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4" name="Shape 84"/>
        <p:cNvGrpSpPr/>
        <p:nvPr/>
      </p:nvGrpSpPr>
      <p:grpSpPr>
        <a:xfrm>
          <a:off x="0" y="0"/>
          <a:ext cx="0" cy="0"/>
          <a:chOff x="0" y="0"/>
          <a:chExt cx="0" cy="0"/>
        </a:xfrm>
      </p:grpSpPr>
      <p:sp>
        <p:nvSpPr>
          <p:cNvPr id="85" name="Google Shape;85;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6" name="Google Shape;86;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7" name="Shape 87"/>
        <p:cNvGrpSpPr/>
        <p:nvPr/>
      </p:nvGrpSpPr>
      <p:grpSpPr>
        <a:xfrm>
          <a:off x="0" y="0"/>
          <a:ext cx="0" cy="0"/>
          <a:chOff x="0" y="0"/>
          <a:chExt cx="0" cy="0"/>
        </a:xfrm>
      </p:grpSpPr>
      <p:sp>
        <p:nvSpPr>
          <p:cNvPr id="88" name="Google Shape;88;p2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89" name="Google Shape;89;p2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0" name="Google Shape;90;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1" name="Shape 91"/>
        <p:cNvGrpSpPr/>
        <p:nvPr/>
      </p:nvGrpSpPr>
      <p:grpSpPr>
        <a:xfrm>
          <a:off x="0" y="0"/>
          <a:ext cx="0" cy="0"/>
          <a:chOff x="0" y="0"/>
          <a:chExt cx="0" cy="0"/>
        </a:xfrm>
      </p:grpSpPr>
      <p:sp>
        <p:nvSpPr>
          <p:cNvPr id="92" name="Google Shape;92;p2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93" name="Google Shape;93;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4" name="Shape 94"/>
        <p:cNvGrpSpPr/>
        <p:nvPr/>
      </p:nvGrpSpPr>
      <p:grpSpPr>
        <a:xfrm>
          <a:off x="0" y="0"/>
          <a:ext cx="0" cy="0"/>
          <a:chOff x="0" y="0"/>
          <a:chExt cx="0" cy="0"/>
        </a:xfrm>
      </p:grpSpPr>
      <p:sp>
        <p:nvSpPr>
          <p:cNvPr id="95" name="Google Shape;95;p2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2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97" name="Google Shape;97;p2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8" name="Google Shape;98;p2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99" name="Google Shape;99;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0" name="Shape 100"/>
        <p:cNvGrpSpPr/>
        <p:nvPr/>
      </p:nvGrpSpPr>
      <p:grpSpPr>
        <a:xfrm>
          <a:off x="0" y="0"/>
          <a:ext cx="0" cy="0"/>
          <a:chOff x="0" y="0"/>
          <a:chExt cx="0" cy="0"/>
        </a:xfrm>
      </p:grpSpPr>
      <p:sp>
        <p:nvSpPr>
          <p:cNvPr id="101" name="Google Shape;101;p2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02" name="Google Shape;102;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3" name="Shape 103"/>
        <p:cNvGrpSpPr/>
        <p:nvPr/>
      </p:nvGrpSpPr>
      <p:grpSpPr>
        <a:xfrm>
          <a:off x="0" y="0"/>
          <a:ext cx="0" cy="0"/>
          <a:chOff x="0" y="0"/>
          <a:chExt cx="0" cy="0"/>
        </a:xfrm>
      </p:grpSpPr>
      <p:sp>
        <p:nvSpPr>
          <p:cNvPr id="104" name="Google Shape;104;p2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05" name="Google Shape;105;p2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06" name="Google Shape;106;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1.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6" name="Shape 56"/>
        <p:cNvGrpSpPr/>
        <p:nvPr/>
      </p:nvGrpSpPr>
      <p:grpSpPr>
        <a:xfrm>
          <a:off x="0" y="0"/>
          <a:ext cx="0" cy="0"/>
          <a:chOff x="0" y="0"/>
          <a:chExt cx="0" cy="0"/>
        </a:xfrm>
      </p:grpSpPr>
      <p:sp>
        <p:nvSpPr>
          <p:cNvPr id="57" name="Google Shape;57;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8" name="Google Shape;58;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9" name="Google Shape;59;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21.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hyperlink" Target="https://www.youtube.com/watch?v=HUuUUJktL6E"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1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C"/>
        </a:solidFill>
      </p:bgPr>
    </p:bg>
    <p:spTree>
      <p:nvGrpSpPr>
        <p:cNvPr id="110" name="Shape 110"/>
        <p:cNvGrpSpPr/>
        <p:nvPr/>
      </p:nvGrpSpPr>
      <p:grpSpPr>
        <a:xfrm>
          <a:off x="0" y="0"/>
          <a:ext cx="0" cy="0"/>
          <a:chOff x="0" y="0"/>
          <a:chExt cx="0" cy="0"/>
        </a:xfrm>
      </p:grpSpPr>
      <p:sp>
        <p:nvSpPr>
          <p:cNvPr id="111" name="Google Shape;111;p27"/>
          <p:cNvSpPr txBox="1"/>
          <p:nvPr/>
        </p:nvSpPr>
        <p:spPr>
          <a:xfrm>
            <a:off x="710225" y="1714500"/>
            <a:ext cx="5540100" cy="3173700"/>
          </a:xfrm>
          <a:prstGeom prst="rect">
            <a:avLst/>
          </a:prstGeom>
          <a:noFill/>
          <a:ln>
            <a:noFill/>
          </a:ln>
        </p:spPr>
        <p:txBody>
          <a:bodyPr anchorCtr="0" anchor="t" bIns="0" lIns="0" spcFirstLastPara="1" rIns="0" wrap="square" tIns="0">
            <a:spAutoFit/>
          </a:bodyPr>
          <a:lstStyle/>
          <a:p>
            <a:pPr indent="0" lvl="0" marL="0" marR="0" rtl="0" algn="ctr">
              <a:lnSpc>
                <a:spcPct val="86998"/>
              </a:lnSpc>
              <a:spcBef>
                <a:spcPts val="0"/>
              </a:spcBef>
              <a:spcAft>
                <a:spcPts val="0"/>
              </a:spcAft>
              <a:buNone/>
            </a:pPr>
            <a:r>
              <a:rPr b="0" i="0" lang="en" sz="7900" u="none" cap="none" strike="noStrike">
                <a:solidFill>
                  <a:srgbClr val="1A2E21"/>
                </a:solidFill>
                <a:latin typeface="Barrio"/>
                <a:ea typeface="Barrio"/>
                <a:cs typeface="Barrio"/>
                <a:sym typeface="Barrio"/>
              </a:rPr>
              <a:t>THE BIOLOGY OF MIND</a:t>
            </a:r>
            <a:endParaRPr sz="700"/>
          </a:p>
        </p:txBody>
      </p:sp>
      <p:sp>
        <p:nvSpPr>
          <p:cNvPr id="112" name="Google Shape;112;p27"/>
          <p:cNvSpPr/>
          <p:nvPr/>
        </p:nvSpPr>
        <p:spPr>
          <a:xfrm>
            <a:off x="6073896" y="164482"/>
            <a:ext cx="2100240" cy="4979018"/>
          </a:xfrm>
          <a:custGeom>
            <a:rect b="b" l="l" r="r" t="t"/>
            <a:pathLst>
              <a:path extrusionOk="0" h="9958036" w="4200481">
                <a:moveTo>
                  <a:pt x="0" y="0"/>
                </a:moveTo>
                <a:lnTo>
                  <a:pt x="4200481" y="0"/>
                </a:lnTo>
                <a:lnTo>
                  <a:pt x="4200481" y="9958036"/>
                </a:lnTo>
                <a:lnTo>
                  <a:pt x="0" y="9958036"/>
                </a:lnTo>
                <a:lnTo>
                  <a:pt x="0" y="0"/>
                </a:lnTo>
                <a:close/>
              </a:path>
            </a:pathLst>
          </a:custGeom>
          <a:blipFill rotWithShape="1">
            <a:blip r:embed="rId3">
              <a:alphaModFix/>
            </a:blip>
            <a:stretch>
              <a:fillRect b="0" l="0" r="0" t="0"/>
            </a:stretch>
          </a:blipFill>
          <a:ln>
            <a:noFill/>
          </a:ln>
        </p:spPr>
      </p:sp>
      <p:sp>
        <p:nvSpPr>
          <p:cNvPr id="113" name="Google Shape;113;p27"/>
          <p:cNvSpPr/>
          <p:nvPr/>
        </p:nvSpPr>
        <p:spPr>
          <a:xfrm rot="1026164">
            <a:off x="2907609" y="444180"/>
            <a:ext cx="2453257" cy="1284367"/>
          </a:xfrm>
          <a:custGeom>
            <a:rect b="b" l="l" r="r" t="t"/>
            <a:pathLst>
              <a:path extrusionOk="0" h="2715768" w="6012234">
                <a:moveTo>
                  <a:pt x="0" y="0"/>
                </a:moveTo>
                <a:lnTo>
                  <a:pt x="6012234" y="0"/>
                </a:lnTo>
                <a:lnTo>
                  <a:pt x="6012234" y="2715768"/>
                </a:lnTo>
                <a:lnTo>
                  <a:pt x="0" y="2715768"/>
                </a:lnTo>
                <a:lnTo>
                  <a:pt x="0" y="0"/>
                </a:lnTo>
                <a:close/>
              </a:path>
            </a:pathLst>
          </a:custGeom>
          <a:blipFill rotWithShape="1">
            <a:blip r:embed="rId4">
              <a:alphaModFix/>
            </a:blip>
            <a:stretch>
              <a:fillRect b="0" l="0" r="0" t="0"/>
            </a:stretch>
          </a:blipFill>
          <a:ln>
            <a:noFill/>
          </a:ln>
        </p:spPr>
      </p:sp>
      <p:sp>
        <p:nvSpPr>
          <p:cNvPr id="114" name="Google Shape;114;p27"/>
          <p:cNvSpPr txBox="1"/>
          <p:nvPr/>
        </p:nvSpPr>
        <p:spPr>
          <a:xfrm>
            <a:off x="1081845" y="937045"/>
            <a:ext cx="4172700" cy="123000"/>
          </a:xfrm>
          <a:prstGeom prst="rect">
            <a:avLst/>
          </a:prstGeom>
          <a:noFill/>
          <a:ln>
            <a:noFill/>
          </a:ln>
        </p:spPr>
        <p:txBody>
          <a:bodyPr anchorCtr="0" anchor="t" bIns="0" lIns="0" spcFirstLastPara="1" rIns="0" wrap="square" tIns="0">
            <a:spAutoFit/>
          </a:bodyPr>
          <a:lstStyle/>
          <a:p>
            <a:pPr indent="0" lvl="0" marL="0" marR="0" rtl="0" algn="l">
              <a:lnSpc>
                <a:spcPct val="123000"/>
              </a:lnSpc>
              <a:spcBef>
                <a:spcPts val="0"/>
              </a:spcBef>
              <a:spcAft>
                <a:spcPts val="0"/>
              </a:spcAft>
              <a:buNone/>
            </a:pPr>
            <a:r>
              <a:t/>
            </a:r>
            <a:endParaRPr sz="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C"/>
        </a:solidFill>
      </p:bgPr>
    </p:bg>
    <p:spTree>
      <p:nvGrpSpPr>
        <p:cNvPr id="118" name="Shape 118"/>
        <p:cNvGrpSpPr/>
        <p:nvPr/>
      </p:nvGrpSpPr>
      <p:grpSpPr>
        <a:xfrm>
          <a:off x="0" y="0"/>
          <a:ext cx="0" cy="0"/>
          <a:chOff x="0" y="0"/>
          <a:chExt cx="0" cy="0"/>
        </a:xfrm>
      </p:grpSpPr>
      <p:sp>
        <p:nvSpPr>
          <p:cNvPr id="119" name="Google Shape;119;p28"/>
          <p:cNvSpPr txBox="1"/>
          <p:nvPr/>
        </p:nvSpPr>
        <p:spPr>
          <a:xfrm>
            <a:off x="2783250" y="1804974"/>
            <a:ext cx="3441000" cy="1552800"/>
          </a:xfrm>
          <a:prstGeom prst="rect">
            <a:avLst/>
          </a:prstGeom>
          <a:noFill/>
          <a:ln>
            <a:noFill/>
          </a:ln>
        </p:spPr>
        <p:txBody>
          <a:bodyPr anchorCtr="0" anchor="t" bIns="0" lIns="0" spcFirstLastPara="1" rIns="0" wrap="square" tIns="0">
            <a:spAutoFit/>
          </a:bodyPr>
          <a:lstStyle/>
          <a:p>
            <a:pPr indent="0" lvl="0" marL="0" marR="0" rtl="0" algn="ctr">
              <a:lnSpc>
                <a:spcPct val="97000"/>
              </a:lnSpc>
              <a:spcBef>
                <a:spcPts val="0"/>
              </a:spcBef>
              <a:spcAft>
                <a:spcPts val="0"/>
              </a:spcAft>
              <a:buNone/>
            </a:pPr>
            <a:r>
              <a:rPr b="0" i="0" lang="en" sz="5200" u="none" cap="none" strike="noStrike">
                <a:solidFill>
                  <a:srgbClr val="1A2E21"/>
                </a:solidFill>
                <a:latin typeface="Barrio"/>
                <a:ea typeface="Barrio"/>
                <a:cs typeface="Barrio"/>
                <a:sym typeface="Barrio"/>
              </a:rPr>
              <a:t>DO YOU HAVE MIND?</a:t>
            </a:r>
            <a:endParaRPr sz="700"/>
          </a:p>
        </p:txBody>
      </p:sp>
      <p:sp>
        <p:nvSpPr>
          <p:cNvPr id="120" name="Google Shape;120;p28"/>
          <p:cNvSpPr/>
          <p:nvPr/>
        </p:nvSpPr>
        <p:spPr>
          <a:xfrm rot="412610">
            <a:off x="3789507" y="889753"/>
            <a:ext cx="1190862" cy="754179"/>
          </a:xfrm>
          <a:custGeom>
            <a:rect b="b" l="l" r="r" t="t"/>
            <a:pathLst>
              <a:path extrusionOk="0" h="1505913" w="2376471">
                <a:moveTo>
                  <a:pt x="0" y="0"/>
                </a:moveTo>
                <a:lnTo>
                  <a:pt x="2376471" y="0"/>
                </a:lnTo>
                <a:lnTo>
                  <a:pt x="2376471" y="1505913"/>
                </a:lnTo>
                <a:lnTo>
                  <a:pt x="0" y="1505913"/>
                </a:lnTo>
                <a:lnTo>
                  <a:pt x="0" y="0"/>
                </a:lnTo>
                <a:close/>
              </a:path>
            </a:pathLst>
          </a:custGeom>
          <a:blipFill rotWithShape="1">
            <a:blip r:embed="rId3">
              <a:alphaModFix/>
            </a:blip>
            <a:stretch>
              <a:fillRect b="0" l="0" r="0" t="0"/>
            </a:stretch>
          </a:blipFill>
          <a:ln>
            <a:noFill/>
          </a:ln>
        </p:spPr>
      </p:sp>
      <p:sp>
        <p:nvSpPr>
          <p:cNvPr id="121" name="Google Shape;121;p28"/>
          <p:cNvSpPr/>
          <p:nvPr/>
        </p:nvSpPr>
        <p:spPr>
          <a:xfrm rot="10800000">
            <a:off x="4100203" y="3545810"/>
            <a:ext cx="1188236" cy="752957"/>
          </a:xfrm>
          <a:custGeom>
            <a:rect b="b" l="l" r="r" t="t"/>
            <a:pathLst>
              <a:path extrusionOk="0" h="1505913" w="2376471">
                <a:moveTo>
                  <a:pt x="0" y="0"/>
                </a:moveTo>
                <a:lnTo>
                  <a:pt x="2376471" y="0"/>
                </a:lnTo>
                <a:lnTo>
                  <a:pt x="2376471" y="1505913"/>
                </a:lnTo>
                <a:lnTo>
                  <a:pt x="0" y="1505913"/>
                </a:lnTo>
                <a:lnTo>
                  <a:pt x="0" y="0"/>
                </a:lnTo>
                <a:close/>
              </a:path>
            </a:pathLst>
          </a:custGeom>
          <a:blipFill rotWithShape="1">
            <a:blip r:embed="rId3">
              <a:alphaModFix/>
            </a:blip>
            <a:stretch>
              <a:fillRect b="0" l="0" r="0" t="0"/>
            </a:stretch>
          </a:blipFill>
          <a:ln>
            <a:noFill/>
          </a:ln>
        </p:spPr>
      </p:sp>
      <p:sp>
        <p:nvSpPr>
          <p:cNvPr id="122" name="Google Shape;122;p28"/>
          <p:cNvSpPr/>
          <p:nvPr/>
        </p:nvSpPr>
        <p:spPr>
          <a:xfrm rot="-2542193">
            <a:off x="2173858" y="1340940"/>
            <a:ext cx="1190150" cy="756712"/>
          </a:xfrm>
          <a:custGeom>
            <a:rect b="b" l="l" r="r" t="t"/>
            <a:pathLst>
              <a:path extrusionOk="0" h="1505913" w="2376471">
                <a:moveTo>
                  <a:pt x="0" y="0"/>
                </a:moveTo>
                <a:lnTo>
                  <a:pt x="2376472" y="0"/>
                </a:lnTo>
                <a:lnTo>
                  <a:pt x="2376472" y="1505913"/>
                </a:lnTo>
                <a:lnTo>
                  <a:pt x="0" y="1505913"/>
                </a:lnTo>
                <a:lnTo>
                  <a:pt x="0" y="0"/>
                </a:lnTo>
                <a:close/>
              </a:path>
            </a:pathLst>
          </a:custGeom>
          <a:blipFill rotWithShape="1">
            <a:blip r:embed="rId3">
              <a:alphaModFix/>
            </a:blip>
            <a:stretch>
              <a:fillRect b="0" l="0" r="0" t="0"/>
            </a:stretch>
          </a:blipFill>
          <a:ln>
            <a:noFill/>
          </a:ln>
        </p:spPr>
      </p:sp>
      <p:sp>
        <p:nvSpPr>
          <p:cNvPr id="123" name="Google Shape;123;p28"/>
          <p:cNvSpPr/>
          <p:nvPr/>
        </p:nvSpPr>
        <p:spPr>
          <a:xfrm rot="1940363">
            <a:off x="5755217" y="890317"/>
            <a:ext cx="1188384" cy="753051"/>
          </a:xfrm>
          <a:custGeom>
            <a:rect b="b" l="l" r="r" t="t"/>
            <a:pathLst>
              <a:path extrusionOk="0" h="1505913" w="2376471">
                <a:moveTo>
                  <a:pt x="0" y="0"/>
                </a:moveTo>
                <a:lnTo>
                  <a:pt x="2376471" y="0"/>
                </a:lnTo>
                <a:lnTo>
                  <a:pt x="2376471" y="1505913"/>
                </a:lnTo>
                <a:lnTo>
                  <a:pt x="0" y="1505913"/>
                </a:lnTo>
                <a:lnTo>
                  <a:pt x="0" y="0"/>
                </a:lnTo>
                <a:close/>
              </a:path>
            </a:pathLst>
          </a:custGeom>
          <a:blipFill rotWithShape="1">
            <a:blip r:embed="rId3">
              <a:alphaModFix/>
            </a:blip>
            <a:stretch>
              <a:fillRect b="0" l="0" r="0" t="0"/>
            </a:stretch>
          </a:blipFill>
          <a:ln>
            <a:noFill/>
          </a:ln>
        </p:spPr>
      </p:sp>
      <p:sp>
        <p:nvSpPr>
          <p:cNvPr id="124" name="Google Shape;124;p28"/>
          <p:cNvSpPr/>
          <p:nvPr/>
        </p:nvSpPr>
        <p:spPr>
          <a:xfrm rot="7612194">
            <a:off x="5892933" y="2896460"/>
            <a:ext cx="1188235" cy="752957"/>
          </a:xfrm>
          <a:custGeom>
            <a:rect b="b" l="l" r="r" t="t"/>
            <a:pathLst>
              <a:path extrusionOk="0" h="1505913" w="2376471">
                <a:moveTo>
                  <a:pt x="0" y="0"/>
                </a:moveTo>
                <a:lnTo>
                  <a:pt x="2376471" y="0"/>
                </a:lnTo>
                <a:lnTo>
                  <a:pt x="2376471" y="1505913"/>
                </a:lnTo>
                <a:lnTo>
                  <a:pt x="0" y="1505913"/>
                </a:lnTo>
                <a:lnTo>
                  <a:pt x="0" y="0"/>
                </a:lnTo>
                <a:close/>
              </a:path>
            </a:pathLst>
          </a:custGeom>
          <a:blipFill rotWithShape="1">
            <a:blip r:embed="rId3">
              <a:alphaModFix/>
            </a:blip>
            <a:stretch>
              <a:fillRect b="0" l="0" r="0" t="0"/>
            </a:stretch>
          </a:blipFill>
          <a:ln>
            <a:noFill/>
          </a:ln>
        </p:spPr>
      </p:sp>
      <p:sp>
        <p:nvSpPr>
          <p:cNvPr id="125" name="Google Shape;125;p28"/>
          <p:cNvSpPr/>
          <p:nvPr/>
        </p:nvSpPr>
        <p:spPr>
          <a:xfrm rot="-8100000">
            <a:off x="1911389" y="3176490"/>
            <a:ext cx="1184695" cy="753380"/>
          </a:xfrm>
          <a:custGeom>
            <a:rect b="b" l="l" r="r" t="t"/>
            <a:pathLst>
              <a:path extrusionOk="0" h="1505913" w="2376471">
                <a:moveTo>
                  <a:pt x="0" y="0"/>
                </a:moveTo>
                <a:lnTo>
                  <a:pt x="2376471" y="0"/>
                </a:lnTo>
                <a:lnTo>
                  <a:pt x="2376471" y="1505913"/>
                </a:lnTo>
                <a:lnTo>
                  <a:pt x="0" y="1505913"/>
                </a:lnTo>
                <a:lnTo>
                  <a:pt x="0" y="0"/>
                </a:lnTo>
                <a:close/>
              </a:path>
            </a:pathLst>
          </a:custGeom>
          <a:blipFill rotWithShape="1">
            <a:blip r:embed="rId3">
              <a:alphaModFix/>
            </a:blip>
            <a:stretch>
              <a:fillRect b="0" l="0" r="0" t="0"/>
            </a:stretch>
          </a:blipFill>
          <a:ln>
            <a:noFill/>
          </a:ln>
        </p:spPr>
      </p:sp>
      <p:sp>
        <p:nvSpPr>
          <p:cNvPr id="126" name="Google Shape;126;p28"/>
          <p:cNvSpPr txBox="1"/>
          <p:nvPr/>
        </p:nvSpPr>
        <p:spPr>
          <a:xfrm>
            <a:off x="5469976" y="4237443"/>
            <a:ext cx="3577500" cy="716700"/>
          </a:xfrm>
          <a:prstGeom prst="rect">
            <a:avLst/>
          </a:prstGeom>
          <a:noFill/>
          <a:ln>
            <a:noFill/>
          </a:ln>
        </p:spPr>
        <p:txBody>
          <a:bodyPr anchorCtr="0" anchor="t" bIns="0" lIns="0" spcFirstLastPara="1" rIns="0" wrap="square" tIns="0">
            <a:spAutoFit/>
          </a:bodyPr>
          <a:lstStyle/>
          <a:p>
            <a:pPr indent="0" lvl="0" marL="0" marR="0" rtl="0" algn="ctr">
              <a:lnSpc>
                <a:spcPct val="97000"/>
              </a:lnSpc>
              <a:spcBef>
                <a:spcPts val="0"/>
              </a:spcBef>
              <a:spcAft>
                <a:spcPts val="0"/>
              </a:spcAft>
              <a:buNone/>
            </a:pPr>
            <a:r>
              <a:rPr b="0" i="0" lang="en" sz="2400" u="none" cap="none" strike="noStrike">
                <a:solidFill>
                  <a:srgbClr val="1A2E21"/>
                </a:solidFill>
                <a:latin typeface="Barrio"/>
                <a:ea typeface="Barrio"/>
                <a:cs typeface="Barrio"/>
                <a:sym typeface="Barrio"/>
              </a:rPr>
              <a:t>WHAT IS IT?</a:t>
            </a:r>
            <a:endParaRPr sz="700"/>
          </a:p>
          <a:p>
            <a:pPr indent="0" lvl="0" marL="0" marR="0" rtl="0" algn="ctr">
              <a:lnSpc>
                <a:spcPct val="97000"/>
              </a:lnSpc>
              <a:spcBef>
                <a:spcPts val="0"/>
              </a:spcBef>
              <a:spcAft>
                <a:spcPts val="0"/>
              </a:spcAft>
              <a:buNone/>
            </a:pPr>
            <a:r>
              <a:rPr b="0" i="0" lang="en" sz="2400" u="none" cap="none" strike="noStrike">
                <a:solidFill>
                  <a:srgbClr val="1A2E21"/>
                </a:solidFill>
                <a:latin typeface="Barrio"/>
                <a:ea typeface="Barrio"/>
                <a:cs typeface="Barrio"/>
                <a:sym typeface="Barrio"/>
              </a:rPr>
              <a:t>WHERE IS IT?</a:t>
            </a:r>
            <a:endParaRPr sz="7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2"/>
                                        </p:tgtEl>
                                        <p:attrNameLst>
                                          <p:attrName>style.visibility</p:attrName>
                                        </p:attrNameLst>
                                      </p:cBhvr>
                                      <p:to>
                                        <p:strVal val="visible"/>
                                      </p:to>
                                    </p:set>
                                    <p:anim calcmode="lin" valueType="num">
                                      <p:cBhvr additive="base">
                                        <p:cTn dur="500"/>
                                        <p:tgtEl>
                                          <p:spTgt spid="12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20"/>
                                        </p:tgtEl>
                                        <p:attrNameLst>
                                          <p:attrName>style.visibility</p:attrName>
                                        </p:attrNameLst>
                                      </p:cBhvr>
                                      <p:to>
                                        <p:strVal val="visible"/>
                                      </p:to>
                                    </p:set>
                                    <p:anim calcmode="lin" valueType="num">
                                      <p:cBhvr additive="base">
                                        <p:cTn dur="500"/>
                                        <p:tgtEl>
                                          <p:spTgt spid="12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23"/>
                                        </p:tgtEl>
                                        <p:attrNameLst>
                                          <p:attrName>style.visibility</p:attrName>
                                        </p:attrNameLst>
                                      </p:cBhvr>
                                      <p:to>
                                        <p:strVal val="visible"/>
                                      </p:to>
                                    </p:set>
                                    <p:anim calcmode="lin" valueType="num">
                                      <p:cBhvr additive="base">
                                        <p:cTn dur="500"/>
                                        <p:tgtEl>
                                          <p:spTgt spid="12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24"/>
                                        </p:tgtEl>
                                        <p:attrNameLst>
                                          <p:attrName>style.visibility</p:attrName>
                                        </p:attrNameLst>
                                      </p:cBhvr>
                                      <p:to>
                                        <p:strVal val="visible"/>
                                      </p:to>
                                    </p:set>
                                    <p:anim calcmode="lin" valueType="num">
                                      <p:cBhvr additive="base">
                                        <p:cTn dur="500"/>
                                        <p:tgtEl>
                                          <p:spTgt spid="12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21"/>
                                        </p:tgtEl>
                                        <p:attrNameLst>
                                          <p:attrName>style.visibility</p:attrName>
                                        </p:attrNameLst>
                                      </p:cBhvr>
                                      <p:to>
                                        <p:strVal val="visible"/>
                                      </p:to>
                                    </p:set>
                                    <p:anim calcmode="lin" valueType="num">
                                      <p:cBhvr additive="base">
                                        <p:cTn dur="500"/>
                                        <p:tgtEl>
                                          <p:spTgt spid="12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25"/>
                                        </p:tgtEl>
                                        <p:attrNameLst>
                                          <p:attrName>style.visibility</p:attrName>
                                        </p:attrNameLst>
                                      </p:cBhvr>
                                      <p:to>
                                        <p:strVal val="visible"/>
                                      </p:to>
                                    </p:set>
                                    <p:anim calcmode="lin" valueType="num">
                                      <p:cBhvr additive="base">
                                        <p:cTn dur="500"/>
                                        <p:tgtEl>
                                          <p:spTgt spid="12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19"/>
                                        </p:tgtEl>
                                        <p:attrNameLst>
                                          <p:attrName>style.visibility</p:attrName>
                                        </p:attrNameLst>
                                      </p:cBhvr>
                                      <p:to>
                                        <p:strVal val="visible"/>
                                      </p:to>
                                    </p:set>
                                    <p:anim calcmode="lin" valueType="num">
                                      <p:cBhvr additive="base">
                                        <p:cTn dur="500"/>
                                        <p:tgtEl>
                                          <p:spTgt spid="11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1000"/>
                                        <p:tgtEl>
                                          <p:spTgt spid="1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C"/>
        </a:solidFill>
      </p:bgPr>
    </p:bg>
    <p:spTree>
      <p:nvGrpSpPr>
        <p:cNvPr id="130" name="Shape 130"/>
        <p:cNvGrpSpPr/>
        <p:nvPr/>
      </p:nvGrpSpPr>
      <p:grpSpPr>
        <a:xfrm>
          <a:off x="0" y="0"/>
          <a:ext cx="0" cy="0"/>
          <a:chOff x="0" y="0"/>
          <a:chExt cx="0" cy="0"/>
        </a:xfrm>
      </p:grpSpPr>
      <p:sp>
        <p:nvSpPr>
          <p:cNvPr id="131" name="Google Shape;131;p29"/>
          <p:cNvSpPr txBox="1"/>
          <p:nvPr/>
        </p:nvSpPr>
        <p:spPr>
          <a:xfrm>
            <a:off x="536625" y="1113750"/>
            <a:ext cx="8607300" cy="2709000"/>
          </a:xfrm>
          <a:prstGeom prst="rect">
            <a:avLst/>
          </a:prstGeom>
          <a:noFill/>
          <a:ln>
            <a:noFill/>
          </a:ln>
        </p:spPr>
        <p:txBody>
          <a:bodyPr anchorCtr="0" anchor="t" bIns="0" lIns="0" spcFirstLastPara="1" rIns="0" wrap="square" tIns="0">
            <a:spAutoFit/>
          </a:bodyPr>
          <a:lstStyle/>
          <a:p>
            <a:pPr indent="0" lvl="0" marL="0" marR="0" rtl="0" algn="ctr">
              <a:lnSpc>
                <a:spcPct val="200000"/>
              </a:lnSpc>
              <a:spcBef>
                <a:spcPts val="0"/>
              </a:spcBef>
              <a:spcAft>
                <a:spcPts val="0"/>
              </a:spcAft>
              <a:buNone/>
            </a:pPr>
            <a:r>
              <a:rPr b="0" i="0" lang="en" sz="4000" u="none" cap="none" strike="noStrike">
                <a:solidFill>
                  <a:srgbClr val="000000"/>
                </a:solidFill>
                <a:latin typeface="Barrio"/>
                <a:ea typeface="Barrio"/>
                <a:cs typeface="Barrio"/>
                <a:sym typeface="Barrio"/>
              </a:rPr>
              <a:t>YOUR MIND IS WHAT YOUR BRAIN DOES, </a:t>
            </a:r>
            <a:endParaRPr sz="700"/>
          </a:p>
          <a:p>
            <a:pPr indent="0" lvl="0" marL="0" marR="0" rtl="0" algn="ctr">
              <a:lnSpc>
                <a:spcPct val="200000"/>
              </a:lnSpc>
              <a:spcBef>
                <a:spcPts val="0"/>
              </a:spcBef>
              <a:spcAft>
                <a:spcPts val="0"/>
              </a:spcAft>
              <a:buNone/>
            </a:pPr>
            <a:r>
              <a:rPr b="0" i="0" lang="en" sz="3200" u="none" cap="none" strike="noStrike">
                <a:solidFill>
                  <a:srgbClr val="000000"/>
                </a:solidFill>
                <a:latin typeface="Barrio"/>
                <a:ea typeface="Barrio"/>
                <a:cs typeface="Barrio"/>
                <a:sym typeface="Barrio"/>
              </a:rPr>
              <a:t>WHICH REGULATES AND </a:t>
            </a:r>
            <a:endParaRPr sz="700"/>
          </a:p>
          <a:p>
            <a:pPr indent="0" lvl="0" marL="0" marR="0" rtl="0" algn="ctr">
              <a:lnSpc>
                <a:spcPct val="200000"/>
              </a:lnSpc>
              <a:spcBef>
                <a:spcPts val="0"/>
              </a:spcBef>
              <a:spcAft>
                <a:spcPts val="0"/>
              </a:spcAft>
              <a:buNone/>
            </a:pPr>
            <a:r>
              <a:rPr b="0" i="0" lang="en" sz="3200" u="none" cap="none" strike="noStrike">
                <a:solidFill>
                  <a:srgbClr val="000000"/>
                </a:solidFill>
                <a:latin typeface="Barrio"/>
                <a:ea typeface="Barrio"/>
                <a:cs typeface="Barrio"/>
                <a:sym typeface="Barrio"/>
              </a:rPr>
              <a:t>PROCESSING INFORMATION </a:t>
            </a:r>
            <a:endParaRPr sz="7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C"/>
        </a:solidFill>
      </p:bgPr>
    </p:bg>
    <p:spTree>
      <p:nvGrpSpPr>
        <p:cNvPr id="135" name="Shape 135"/>
        <p:cNvGrpSpPr/>
        <p:nvPr/>
      </p:nvGrpSpPr>
      <p:grpSpPr>
        <a:xfrm>
          <a:off x="0" y="0"/>
          <a:ext cx="0" cy="0"/>
          <a:chOff x="0" y="0"/>
          <a:chExt cx="0" cy="0"/>
        </a:xfrm>
      </p:grpSpPr>
      <p:sp>
        <p:nvSpPr>
          <p:cNvPr id="136" name="Google Shape;136;p30"/>
          <p:cNvSpPr/>
          <p:nvPr/>
        </p:nvSpPr>
        <p:spPr>
          <a:xfrm>
            <a:off x="2000250" y="839352"/>
            <a:ext cx="5143500" cy="4114800"/>
          </a:xfrm>
          <a:custGeom>
            <a:rect b="b" l="l" r="r" t="t"/>
            <a:pathLst>
              <a:path extrusionOk="0" h="8229600" w="10287000">
                <a:moveTo>
                  <a:pt x="0" y="0"/>
                </a:moveTo>
                <a:lnTo>
                  <a:pt x="10287000" y="0"/>
                </a:lnTo>
                <a:lnTo>
                  <a:pt x="10287000" y="8229600"/>
                </a:lnTo>
                <a:lnTo>
                  <a:pt x="0" y="8229600"/>
                </a:lnTo>
                <a:lnTo>
                  <a:pt x="0" y="0"/>
                </a:lnTo>
                <a:close/>
              </a:path>
            </a:pathLst>
          </a:custGeom>
          <a:blipFill rotWithShape="1">
            <a:blip r:embed="rId3">
              <a:alphaModFix/>
            </a:blip>
            <a:stretch>
              <a:fillRect b="0" l="0" r="0" t="0"/>
            </a:stretch>
          </a:blipFill>
          <a:ln>
            <a:noFill/>
          </a:ln>
        </p:spPr>
      </p:sp>
      <p:sp>
        <p:nvSpPr>
          <p:cNvPr id="137" name="Google Shape;137;p30"/>
          <p:cNvSpPr txBox="1"/>
          <p:nvPr/>
        </p:nvSpPr>
        <p:spPr>
          <a:xfrm>
            <a:off x="3204102" y="126646"/>
            <a:ext cx="2736000" cy="615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 sz="4000" u="none" cap="none" strike="noStrike">
                <a:solidFill>
                  <a:srgbClr val="000000"/>
                </a:solidFill>
                <a:latin typeface="Barrio"/>
                <a:ea typeface="Barrio"/>
                <a:cs typeface="Barrio"/>
                <a:sym typeface="Barrio"/>
              </a:rPr>
              <a:t>THE BRAIN</a:t>
            </a:r>
            <a:endParaRPr sz="7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C"/>
        </a:solidFill>
      </p:bgPr>
    </p:bg>
    <p:spTree>
      <p:nvGrpSpPr>
        <p:cNvPr id="141" name="Shape 141"/>
        <p:cNvGrpSpPr/>
        <p:nvPr/>
      </p:nvGrpSpPr>
      <p:grpSpPr>
        <a:xfrm>
          <a:off x="0" y="0"/>
          <a:ext cx="0" cy="0"/>
          <a:chOff x="0" y="0"/>
          <a:chExt cx="0" cy="0"/>
        </a:xfrm>
      </p:grpSpPr>
      <p:sp>
        <p:nvSpPr>
          <p:cNvPr id="142" name="Google Shape;142;p31"/>
          <p:cNvSpPr/>
          <p:nvPr/>
        </p:nvSpPr>
        <p:spPr>
          <a:xfrm>
            <a:off x="1599750" y="681488"/>
            <a:ext cx="6040060" cy="4372772"/>
          </a:xfrm>
          <a:custGeom>
            <a:rect b="b" l="l" r="r" t="t"/>
            <a:pathLst>
              <a:path extrusionOk="0" h="8924025" w="12202141">
                <a:moveTo>
                  <a:pt x="0" y="0"/>
                </a:moveTo>
                <a:lnTo>
                  <a:pt x="12202140" y="0"/>
                </a:lnTo>
                <a:lnTo>
                  <a:pt x="12202140" y="8924025"/>
                </a:lnTo>
                <a:lnTo>
                  <a:pt x="0" y="8924025"/>
                </a:lnTo>
                <a:lnTo>
                  <a:pt x="0" y="0"/>
                </a:lnTo>
                <a:close/>
              </a:path>
            </a:pathLst>
          </a:custGeom>
          <a:blipFill rotWithShape="1">
            <a:blip r:embed="rId3">
              <a:alphaModFix/>
            </a:blip>
            <a:stretch>
              <a:fillRect b="-4529" l="-1619" r="-1619" t="-4518"/>
            </a:stretch>
          </a:blipFill>
          <a:ln>
            <a:noFill/>
          </a:ln>
        </p:spPr>
      </p:sp>
      <p:sp>
        <p:nvSpPr>
          <p:cNvPr id="143" name="Google Shape;143;p31"/>
          <p:cNvSpPr txBox="1"/>
          <p:nvPr/>
        </p:nvSpPr>
        <p:spPr>
          <a:xfrm>
            <a:off x="3749855" y="137625"/>
            <a:ext cx="1644300" cy="461700"/>
          </a:xfrm>
          <a:prstGeom prst="rect">
            <a:avLst/>
          </a:prstGeom>
          <a:noFill/>
          <a:ln>
            <a:noFill/>
          </a:ln>
        </p:spPr>
        <p:txBody>
          <a:bodyPr anchorCtr="0" anchor="t" bIns="0" lIns="0" spcFirstLastPara="1" rIns="0" wrap="square" tIns="0">
            <a:spAutoFit/>
          </a:bodyPr>
          <a:lstStyle/>
          <a:p>
            <a:pPr indent="0" lvl="0" marL="0" marR="0" rtl="0" algn="ctr">
              <a:lnSpc>
                <a:spcPct val="169697"/>
              </a:lnSpc>
              <a:spcBef>
                <a:spcPts val="0"/>
              </a:spcBef>
              <a:spcAft>
                <a:spcPts val="0"/>
              </a:spcAft>
              <a:buNone/>
            </a:pPr>
            <a:r>
              <a:rPr b="0" i="0" lang="en" sz="3000" u="none" cap="none" strike="noStrike">
                <a:solidFill>
                  <a:srgbClr val="000000"/>
                </a:solidFill>
                <a:latin typeface="Barrio"/>
                <a:ea typeface="Barrio"/>
                <a:cs typeface="Barrio"/>
                <a:sym typeface="Barrio"/>
              </a:rPr>
              <a:t>NEURON</a:t>
            </a:r>
            <a:endParaRPr sz="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32"/>
          <p:cNvSpPr txBox="1"/>
          <p:nvPr/>
        </p:nvSpPr>
        <p:spPr>
          <a:xfrm>
            <a:off x="264600" y="1750600"/>
            <a:ext cx="88794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900" u="sng">
                <a:solidFill>
                  <a:schemeClr val="hlink"/>
                </a:solidFill>
                <a:hlinkClick r:id="rId3"/>
              </a:rPr>
              <a:t>https://www.youtube.com/watch?v=HUuUUJktL6E</a:t>
            </a:r>
            <a:endParaRPr sz="29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C"/>
        </a:solidFill>
      </p:bgPr>
    </p:bg>
    <p:spTree>
      <p:nvGrpSpPr>
        <p:cNvPr id="152" name="Shape 152"/>
        <p:cNvGrpSpPr/>
        <p:nvPr/>
      </p:nvGrpSpPr>
      <p:grpSpPr>
        <a:xfrm>
          <a:off x="0" y="0"/>
          <a:ext cx="0" cy="0"/>
          <a:chOff x="0" y="0"/>
          <a:chExt cx="0" cy="0"/>
        </a:xfrm>
      </p:grpSpPr>
      <p:sp>
        <p:nvSpPr>
          <p:cNvPr id="153" name="Google Shape;153;p33"/>
          <p:cNvSpPr/>
          <p:nvPr/>
        </p:nvSpPr>
        <p:spPr>
          <a:xfrm>
            <a:off x="752375" y="226674"/>
            <a:ext cx="7262213" cy="4839228"/>
          </a:xfrm>
          <a:custGeom>
            <a:rect b="b" l="l" r="r" t="t"/>
            <a:pathLst>
              <a:path extrusionOk="0" h="8099126" w="12256899">
                <a:moveTo>
                  <a:pt x="0" y="0"/>
                </a:moveTo>
                <a:lnTo>
                  <a:pt x="12256898" y="0"/>
                </a:lnTo>
                <a:lnTo>
                  <a:pt x="12256898" y="8099126"/>
                </a:lnTo>
                <a:lnTo>
                  <a:pt x="0" y="8099126"/>
                </a:lnTo>
                <a:lnTo>
                  <a:pt x="0" y="0"/>
                </a:lnTo>
                <a:close/>
              </a:path>
            </a:pathLst>
          </a:custGeom>
          <a:blipFill rotWithShape="1">
            <a:blip r:embed="rId3">
              <a:alphaModFix/>
            </a:blip>
            <a:stretch>
              <a:fillRect b="-5929" l="0" r="0" t="0"/>
            </a:stretch>
          </a:blipFill>
          <a:ln>
            <a:noFill/>
          </a:ln>
        </p:spPr>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C"/>
        </a:solidFill>
      </p:bgPr>
    </p:bg>
    <p:spTree>
      <p:nvGrpSpPr>
        <p:cNvPr id="157" name="Shape 157"/>
        <p:cNvGrpSpPr/>
        <p:nvPr/>
      </p:nvGrpSpPr>
      <p:grpSpPr>
        <a:xfrm>
          <a:off x="0" y="0"/>
          <a:ext cx="0" cy="0"/>
          <a:chOff x="0" y="0"/>
          <a:chExt cx="0" cy="0"/>
        </a:xfrm>
      </p:grpSpPr>
      <p:sp>
        <p:nvSpPr>
          <p:cNvPr id="158" name="Google Shape;158;p34"/>
          <p:cNvSpPr/>
          <p:nvPr/>
        </p:nvSpPr>
        <p:spPr>
          <a:xfrm>
            <a:off x="232550" y="150475"/>
            <a:ext cx="8702942" cy="4843874"/>
          </a:xfrm>
          <a:custGeom>
            <a:rect b="b" l="l" r="r" t="t"/>
            <a:pathLst>
              <a:path extrusionOk="0" h="7452114" w="14093833">
                <a:moveTo>
                  <a:pt x="0" y="0"/>
                </a:moveTo>
                <a:lnTo>
                  <a:pt x="14093834" y="0"/>
                </a:lnTo>
                <a:lnTo>
                  <a:pt x="14093834" y="7452114"/>
                </a:lnTo>
                <a:lnTo>
                  <a:pt x="0" y="7452114"/>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C"/>
        </a:solidFill>
      </p:bgPr>
    </p:bg>
    <p:spTree>
      <p:nvGrpSpPr>
        <p:cNvPr id="162" name="Shape 162"/>
        <p:cNvGrpSpPr/>
        <p:nvPr/>
      </p:nvGrpSpPr>
      <p:grpSpPr>
        <a:xfrm>
          <a:off x="0" y="0"/>
          <a:ext cx="0" cy="0"/>
          <a:chOff x="0" y="0"/>
          <a:chExt cx="0" cy="0"/>
        </a:xfrm>
      </p:grpSpPr>
      <p:sp>
        <p:nvSpPr>
          <p:cNvPr id="163" name="Google Shape;163;p35"/>
          <p:cNvSpPr/>
          <p:nvPr/>
        </p:nvSpPr>
        <p:spPr>
          <a:xfrm>
            <a:off x="2238738" y="138101"/>
            <a:ext cx="4666523" cy="4867300"/>
          </a:xfrm>
          <a:custGeom>
            <a:rect b="b" l="l" r="r" t="t"/>
            <a:pathLst>
              <a:path extrusionOk="0" h="9734599" w="9333046">
                <a:moveTo>
                  <a:pt x="0" y="0"/>
                </a:moveTo>
                <a:lnTo>
                  <a:pt x="9333046" y="0"/>
                </a:lnTo>
                <a:lnTo>
                  <a:pt x="9333046" y="9734598"/>
                </a:lnTo>
                <a:lnTo>
                  <a:pt x="0" y="9734598"/>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C"/>
        </a:solidFill>
      </p:bgPr>
    </p:bg>
    <p:spTree>
      <p:nvGrpSpPr>
        <p:cNvPr id="167" name="Shape 167"/>
        <p:cNvGrpSpPr/>
        <p:nvPr/>
      </p:nvGrpSpPr>
      <p:grpSpPr>
        <a:xfrm>
          <a:off x="0" y="0"/>
          <a:ext cx="0" cy="0"/>
          <a:chOff x="0" y="0"/>
          <a:chExt cx="0" cy="0"/>
        </a:xfrm>
      </p:grpSpPr>
      <p:sp>
        <p:nvSpPr>
          <p:cNvPr id="168" name="Google Shape;168;p36"/>
          <p:cNvSpPr txBox="1"/>
          <p:nvPr/>
        </p:nvSpPr>
        <p:spPr>
          <a:xfrm>
            <a:off x="336675" y="692912"/>
            <a:ext cx="8470800" cy="4186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 sz="2000" u="none" cap="none" strike="noStrike">
                <a:solidFill>
                  <a:srgbClr val="000000"/>
                </a:solidFill>
                <a:latin typeface="Times New Roman"/>
                <a:ea typeface="Times New Roman"/>
                <a:cs typeface="Times New Roman"/>
                <a:sym typeface="Times New Roman"/>
              </a:rPr>
              <a:t>The central command store of our body. </a:t>
            </a:r>
            <a:endParaRPr sz="400"/>
          </a:p>
          <a:p>
            <a:pPr indent="-228600" lvl="1" marL="495300" marR="0" rtl="0" algn="l">
              <a:lnSpc>
                <a:spcPct val="140000"/>
              </a:lnSpc>
              <a:spcBef>
                <a:spcPts val="0"/>
              </a:spcBef>
              <a:spcAft>
                <a:spcPts val="0"/>
              </a:spcAft>
              <a:buClr>
                <a:srgbClr val="000000"/>
              </a:buClr>
              <a:buSzPts val="2000"/>
              <a:buFont typeface="Arial"/>
              <a:buChar char="•"/>
            </a:pPr>
            <a:r>
              <a:rPr b="0" i="0" lang="en" sz="2000" u="none" cap="none" strike="noStrike">
                <a:solidFill>
                  <a:srgbClr val="000000"/>
                </a:solidFill>
                <a:latin typeface="Times New Roman"/>
                <a:ea typeface="Times New Roman"/>
                <a:cs typeface="Times New Roman"/>
                <a:sym typeface="Times New Roman"/>
              </a:rPr>
              <a:t>Thoughts, memory, learning, and feelings.</a:t>
            </a:r>
            <a:endParaRPr sz="400"/>
          </a:p>
          <a:p>
            <a:pPr indent="-228600" lvl="1" marL="495300" marR="0" rtl="0" algn="l">
              <a:lnSpc>
                <a:spcPct val="140000"/>
              </a:lnSpc>
              <a:spcBef>
                <a:spcPts val="0"/>
              </a:spcBef>
              <a:spcAft>
                <a:spcPts val="0"/>
              </a:spcAft>
              <a:buClr>
                <a:srgbClr val="000000"/>
              </a:buClr>
              <a:buSzPts val="2000"/>
              <a:buFont typeface="Arial"/>
              <a:buChar char="•"/>
            </a:pPr>
            <a:r>
              <a:rPr b="0" i="0" lang="en" sz="2000" u="none" cap="none" strike="noStrike">
                <a:solidFill>
                  <a:srgbClr val="000000"/>
                </a:solidFill>
                <a:latin typeface="Times New Roman"/>
                <a:ea typeface="Times New Roman"/>
                <a:cs typeface="Times New Roman"/>
                <a:sym typeface="Times New Roman"/>
              </a:rPr>
              <a:t>Movements, such as balance and coordination.</a:t>
            </a:r>
            <a:endParaRPr sz="400"/>
          </a:p>
          <a:p>
            <a:pPr indent="-228600" lvl="1" marL="495300" marR="0" rtl="0" algn="l">
              <a:lnSpc>
                <a:spcPct val="140000"/>
              </a:lnSpc>
              <a:spcBef>
                <a:spcPts val="0"/>
              </a:spcBef>
              <a:spcAft>
                <a:spcPts val="0"/>
              </a:spcAft>
              <a:buClr>
                <a:srgbClr val="000000"/>
              </a:buClr>
              <a:buSzPts val="2000"/>
              <a:buFont typeface="Arial"/>
              <a:buChar char="•"/>
            </a:pPr>
            <a:r>
              <a:rPr b="0" i="0" lang="en" sz="2000" u="none" cap="none" strike="noStrike">
                <a:solidFill>
                  <a:srgbClr val="000000"/>
                </a:solidFill>
                <a:latin typeface="Times New Roman"/>
                <a:ea typeface="Times New Roman"/>
                <a:cs typeface="Times New Roman"/>
                <a:sym typeface="Times New Roman"/>
              </a:rPr>
              <a:t>Senses, including how your brain interprets what you see, hear, taste, touch and feel.</a:t>
            </a:r>
            <a:endParaRPr sz="400"/>
          </a:p>
          <a:p>
            <a:pPr indent="-228600" lvl="1" marL="495300" marR="0" rtl="0" algn="l">
              <a:lnSpc>
                <a:spcPct val="140000"/>
              </a:lnSpc>
              <a:spcBef>
                <a:spcPts val="0"/>
              </a:spcBef>
              <a:spcAft>
                <a:spcPts val="0"/>
              </a:spcAft>
              <a:buClr>
                <a:srgbClr val="000000"/>
              </a:buClr>
              <a:buSzPts val="2000"/>
              <a:buFont typeface="Arial"/>
              <a:buChar char="•"/>
            </a:pPr>
            <a:r>
              <a:rPr b="0" i="0" lang="en" sz="2000" u="none" cap="none" strike="noStrike">
                <a:solidFill>
                  <a:srgbClr val="000000"/>
                </a:solidFill>
                <a:latin typeface="Times New Roman"/>
                <a:ea typeface="Times New Roman"/>
                <a:cs typeface="Times New Roman"/>
                <a:sym typeface="Times New Roman"/>
              </a:rPr>
              <a:t>Sleep, healing and aging.</a:t>
            </a:r>
            <a:endParaRPr sz="400"/>
          </a:p>
          <a:p>
            <a:pPr indent="-228600" lvl="1" marL="495300" marR="0" rtl="0" algn="l">
              <a:lnSpc>
                <a:spcPct val="140000"/>
              </a:lnSpc>
              <a:spcBef>
                <a:spcPts val="0"/>
              </a:spcBef>
              <a:spcAft>
                <a:spcPts val="0"/>
              </a:spcAft>
              <a:buClr>
                <a:srgbClr val="000000"/>
              </a:buClr>
              <a:buSzPts val="2000"/>
              <a:buFont typeface="Arial"/>
              <a:buChar char="•"/>
            </a:pPr>
            <a:r>
              <a:rPr b="0" i="0" lang="en" sz="2000" u="none" cap="none" strike="noStrike">
                <a:solidFill>
                  <a:srgbClr val="000000"/>
                </a:solidFill>
                <a:latin typeface="Times New Roman"/>
                <a:ea typeface="Times New Roman"/>
                <a:cs typeface="Times New Roman"/>
                <a:sym typeface="Times New Roman"/>
              </a:rPr>
              <a:t>Heartbeat and breathing patterns.</a:t>
            </a:r>
            <a:endParaRPr sz="400"/>
          </a:p>
          <a:p>
            <a:pPr indent="-228600" lvl="1" marL="495300" marR="0" rtl="0" algn="l">
              <a:lnSpc>
                <a:spcPct val="140000"/>
              </a:lnSpc>
              <a:spcBef>
                <a:spcPts val="0"/>
              </a:spcBef>
              <a:spcAft>
                <a:spcPts val="0"/>
              </a:spcAft>
              <a:buClr>
                <a:srgbClr val="000000"/>
              </a:buClr>
              <a:buSzPts val="2000"/>
              <a:buFont typeface="Arial"/>
              <a:buChar char="•"/>
            </a:pPr>
            <a:r>
              <a:rPr b="0" i="0" lang="en" sz="2000" u="none" cap="none" strike="noStrike">
                <a:solidFill>
                  <a:srgbClr val="000000"/>
                </a:solidFill>
                <a:latin typeface="Times New Roman"/>
                <a:ea typeface="Times New Roman"/>
                <a:cs typeface="Times New Roman"/>
                <a:sym typeface="Times New Roman"/>
              </a:rPr>
              <a:t>Response to stressful situations.</a:t>
            </a:r>
            <a:endParaRPr sz="400"/>
          </a:p>
          <a:p>
            <a:pPr indent="-228600" lvl="1" marL="495300" marR="0" rtl="0" algn="l">
              <a:lnSpc>
                <a:spcPct val="140000"/>
              </a:lnSpc>
              <a:spcBef>
                <a:spcPts val="0"/>
              </a:spcBef>
              <a:spcAft>
                <a:spcPts val="0"/>
              </a:spcAft>
              <a:buClr>
                <a:srgbClr val="000000"/>
              </a:buClr>
              <a:buSzPts val="2000"/>
              <a:buFont typeface="Arial"/>
              <a:buChar char="•"/>
            </a:pPr>
            <a:r>
              <a:rPr b="0" i="0" lang="en" sz="2000" u="none" cap="none" strike="noStrike">
                <a:solidFill>
                  <a:srgbClr val="000000"/>
                </a:solidFill>
                <a:latin typeface="Times New Roman"/>
                <a:ea typeface="Times New Roman"/>
                <a:cs typeface="Times New Roman"/>
                <a:sym typeface="Times New Roman"/>
              </a:rPr>
              <a:t>Digestion, as well as how hungry and thirsty you feel.</a:t>
            </a:r>
            <a:endParaRPr sz="400"/>
          </a:p>
          <a:p>
            <a:pPr indent="-228600" lvl="1" marL="495300" marR="0" rtl="0" algn="l">
              <a:lnSpc>
                <a:spcPct val="140000"/>
              </a:lnSpc>
              <a:spcBef>
                <a:spcPts val="0"/>
              </a:spcBef>
              <a:spcAft>
                <a:spcPts val="0"/>
              </a:spcAft>
              <a:buClr>
                <a:srgbClr val="000000"/>
              </a:buClr>
              <a:buSzPts val="2000"/>
              <a:buFont typeface="Arial"/>
              <a:buChar char="•"/>
            </a:pPr>
            <a:r>
              <a:rPr b="0" i="0" lang="en" sz="2000" u="none" cap="none" strike="noStrike">
                <a:solidFill>
                  <a:srgbClr val="000000"/>
                </a:solidFill>
                <a:latin typeface="Times New Roman"/>
                <a:ea typeface="Times New Roman"/>
                <a:cs typeface="Times New Roman"/>
                <a:sym typeface="Times New Roman"/>
              </a:rPr>
              <a:t>Body processes, such as puberty.</a:t>
            </a:r>
            <a:endParaRPr sz="400"/>
          </a:p>
        </p:txBody>
      </p:sp>
      <p:sp>
        <p:nvSpPr>
          <p:cNvPr id="169" name="Google Shape;169;p36"/>
          <p:cNvSpPr txBox="1"/>
          <p:nvPr/>
        </p:nvSpPr>
        <p:spPr>
          <a:xfrm>
            <a:off x="2509800" y="26966"/>
            <a:ext cx="4124400" cy="415500"/>
          </a:xfrm>
          <a:prstGeom prst="rect">
            <a:avLst/>
          </a:prstGeom>
          <a:noFill/>
          <a:ln>
            <a:noFill/>
          </a:ln>
        </p:spPr>
        <p:txBody>
          <a:bodyPr anchorCtr="0" anchor="t" bIns="0" lIns="0" spcFirstLastPara="1" rIns="0" wrap="square" tIns="0">
            <a:spAutoFit/>
          </a:bodyPr>
          <a:lstStyle/>
          <a:p>
            <a:pPr indent="0" lvl="0" marL="0" marR="0" rtl="0" algn="ctr">
              <a:lnSpc>
                <a:spcPct val="165907"/>
              </a:lnSpc>
              <a:spcBef>
                <a:spcPts val="0"/>
              </a:spcBef>
              <a:spcAft>
                <a:spcPts val="0"/>
              </a:spcAft>
              <a:buNone/>
            </a:pPr>
            <a:r>
              <a:rPr b="0" i="0" lang="en" sz="2700" u="none" cap="none" strike="noStrike">
                <a:solidFill>
                  <a:srgbClr val="000000"/>
                </a:solidFill>
                <a:latin typeface="Barrio"/>
                <a:ea typeface="Barrio"/>
                <a:cs typeface="Barrio"/>
                <a:sym typeface="Barrio"/>
              </a:rPr>
              <a:t>THE NERVOUS SYSTEM</a:t>
            </a:r>
            <a:endParaRPr sz="7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C"/>
        </a:solidFill>
      </p:bgPr>
    </p:bg>
    <p:spTree>
      <p:nvGrpSpPr>
        <p:cNvPr id="173" name="Shape 173"/>
        <p:cNvGrpSpPr/>
        <p:nvPr/>
      </p:nvGrpSpPr>
      <p:grpSpPr>
        <a:xfrm>
          <a:off x="0" y="0"/>
          <a:ext cx="0" cy="0"/>
          <a:chOff x="0" y="0"/>
          <a:chExt cx="0" cy="0"/>
        </a:xfrm>
      </p:grpSpPr>
      <p:sp>
        <p:nvSpPr>
          <p:cNvPr id="174" name="Google Shape;174;p37"/>
          <p:cNvSpPr/>
          <p:nvPr/>
        </p:nvSpPr>
        <p:spPr>
          <a:xfrm>
            <a:off x="2117510" y="353505"/>
            <a:ext cx="4908979" cy="4436490"/>
          </a:xfrm>
          <a:custGeom>
            <a:rect b="b" l="l" r="r" t="t"/>
            <a:pathLst>
              <a:path extrusionOk="0" h="8872980" w="9817958">
                <a:moveTo>
                  <a:pt x="0" y="0"/>
                </a:moveTo>
                <a:lnTo>
                  <a:pt x="9817958" y="0"/>
                </a:lnTo>
                <a:lnTo>
                  <a:pt x="9817958" y="8872980"/>
                </a:lnTo>
                <a:lnTo>
                  <a:pt x="0" y="887298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C"/>
        </a:solidFill>
      </p:bgPr>
    </p:bg>
    <p:spTree>
      <p:nvGrpSpPr>
        <p:cNvPr id="178" name="Shape 178"/>
        <p:cNvGrpSpPr/>
        <p:nvPr/>
      </p:nvGrpSpPr>
      <p:grpSpPr>
        <a:xfrm>
          <a:off x="0" y="0"/>
          <a:ext cx="0" cy="0"/>
          <a:chOff x="0" y="0"/>
          <a:chExt cx="0" cy="0"/>
        </a:xfrm>
      </p:grpSpPr>
      <p:sp>
        <p:nvSpPr>
          <p:cNvPr id="179" name="Google Shape;179;p38"/>
          <p:cNvSpPr/>
          <p:nvPr/>
        </p:nvSpPr>
        <p:spPr>
          <a:xfrm>
            <a:off x="738700" y="150475"/>
            <a:ext cx="7322949" cy="4883753"/>
          </a:xfrm>
          <a:custGeom>
            <a:rect b="b" l="l" r="r" t="t"/>
            <a:pathLst>
              <a:path extrusionOk="0" h="9258300" w="13948475">
                <a:moveTo>
                  <a:pt x="0" y="0"/>
                </a:moveTo>
                <a:lnTo>
                  <a:pt x="13948474" y="0"/>
                </a:lnTo>
                <a:lnTo>
                  <a:pt x="13948474" y="9258300"/>
                </a:lnTo>
                <a:lnTo>
                  <a:pt x="0" y="925830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id="185" name="Google Shape;185;p39"/>
          <p:cNvPicPr preferRelativeResize="0"/>
          <p:nvPr/>
        </p:nvPicPr>
        <p:blipFill>
          <a:blip r:embed="rId3">
            <a:alphaModFix/>
          </a:blip>
          <a:stretch>
            <a:fillRect/>
          </a:stretch>
        </p:blipFill>
        <p:spPr>
          <a:xfrm>
            <a:off x="2794500" y="50425"/>
            <a:ext cx="4275414" cy="50930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40"/>
          <p:cNvPicPr preferRelativeResize="0"/>
          <p:nvPr/>
        </p:nvPicPr>
        <p:blipFill>
          <a:blip r:embed="rId3">
            <a:alphaModFix/>
          </a:blip>
          <a:stretch>
            <a:fillRect/>
          </a:stretch>
        </p:blipFill>
        <p:spPr>
          <a:xfrm>
            <a:off x="775925" y="265112"/>
            <a:ext cx="7592149" cy="46132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C"/>
        </a:solidFill>
      </p:bgPr>
    </p:bg>
    <p:spTree>
      <p:nvGrpSpPr>
        <p:cNvPr id="194" name="Shape 194"/>
        <p:cNvGrpSpPr/>
        <p:nvPr/>
      </p:nvGrpSpPr>
      <p:grpSpPr>
        <a:xfrm>
          <a:off x="0" y="0"/>
          <a:ext cx="0" cy="0"/>
          <a:chOff x="0" y="0"/>
          <a:chExt cx="0" cy="0"/>
        </a:xfrm>
      </p:grpSpPr>
      <p:sp>
        <p:nvSpPr>
          <p:cNvPr id="195" name="Google Shape;195;p41"/>
          <p:cNvSpPr/>
          <p:nvPr/>
        </p:nvSpPr>
        <p:spPr>
          <a:xfrm>
            <a:off x="4060125" y="1559250"/>
            <a:ext cx="4993917" cy="3187428"/>
          </a:xfrm>
          <a:custGeom>
            <a:rect b="b" l="l" r="r" t="t"/>
            <a:pathLst>
              <a:path extrusionOk="0" h="4922668" w="7772634">
                <a:moveTo>
                  <a:pt x="0" y="0"/>
                </a:moveTo>
                <a:lnTo>
                  <a:pt x="7772634" y="0"/>
                </a:lnTo>
                <a:lnTo>
                  <a:pt x="7772634" y="4922669"/>
                </a:lnTo>
                <a:lnTo>
                  <a:pt x="0" y="4922669"/>
                </a:lnTo>
                <a:lnTo>
                  <a:pt x="0" y="0"/>
                </a:lnTo>
                <a:close/>
              </a:path>
            </a:pathLst>
          </a:custGeom>
          <a:blipFill rotWithShape="1">
            <a:blip r:embed="rId3">
              <a:alphaModFix/>
            </a:blip>
            <a:stretch>
              <a:fillRect b="0" l="0" r="0" t="0"/>
            </a:stretch>
          </a:blipFill>
          <a:ln>
            <a:noFill/>
          </a:ln>
        </p:spPr>
      </p:sp>
      <p:sp>
        <p:nvSpPr>
          <p:cNvPr id="196" name="Google Shape;196;p41"/>
          <p:cNvSpPr txBox="1"/>
          <p:nvPr/>
        </p:nvSpPr>
        <p:spPr>
          <a:xfrm>
            <a:off x="2295222" y="133350"/>
            <a:ext cx="4896300" cy="369300"/>
          </a:xfrm>
          <a:prstGeom prst="rect">
            <a:avLst/>
          </a:prstGeom>
          <a:noFill/>
          <a:ln>
            <a:noFill/>
          </a:ln>
        </p:spPr>
        <p:txBody>
          <a:bodyPr anchorCtr="0" anchor="t" bIns="0" lIns="0" spcFirstLastPara="1" rIns="0" wrap="square" tIns="0">
            <a:spAutoFit/>
          </a:bodyPr>
          <a:lstStyle/>
          <a:p>
            <a:pPr indent="0" lvl="0" marL="0" marR="0" rtl="0" algn="ctr">
              <a:lnSpc>
                <a:spcPct val="186645"/>
              </a:lnSpc>
              <a:spcBef>
                <a:spcPts val="0"/>
              </a:spcBef>
              <a:spcAft>
                <a:spcPts val="0"/>
              </a:spcAft>
              <a:buNone/>
            </a:pPr>
            <a:r>
              <a:rPr b="0" i="0" lang="en" sz="2400" u="none" cap="none" strike="noStrike">
                <a:solidFill>
                  <a:srgbClr val="000000"/>
                </a:solidFill>
                <a:latin typeface="Barrio"/>
                <a:ea typeface="Barrio"/>
                <a:cs typeface="Barrio"/>
                <a:sym typeface="Barrio"/>
              </a:rPr>
              <a:t>THE ORGANIZATION OF BRAIN</a:t>
            </a:r>
            <a:endParaRPr sz="700"/>
          </a:p>
        </p:txBody>
      </p:sp>
      <p:sp>
        <p:nvSpPr>
          <p:cNvPr id="197" name="Google Shape;197;p41"/>
          <p:cNvSpPr txBox="1"/>
          <p:nvPr/>
        </p:nvSpPr>
        <p:spPr>
          <a:xfrm>
            <a:off x="729928" y="2160466"/>
            <a:ext cx="3225900" cy="2370300"/>
          </a:xfrm>
          <a:prstGeom prst="rect">
            <a:avLst/>
          </a:prstGeom>
          <a:noFill/>
          <a:ln>
            <a:noFill/>
          </a:ln>
        </p:spPr>
        <p:txBody>
          <a:bodyPr anchorCtr="0" anchor="t" bIns="0" lIns="0" spcFirstLastPara="1" rIns="0" wrap="square" tIns="0">
            <a:spAutoFit/>
          </a:bodyPr>
          <a:lstStyle/>
          <a:p>
            <a:pPr indent="-304800" lvl="1" marL="609600" marR="0" rtl="0" algn="l">
              <a:lnSpc>
                <a:spcPct val="150000"/>
              </a:lnSpc>
              <a:spcBef>
                <a:spcPts val="0"/>
              </a:spcBef>
              <a:spcAft>
                <a:spcPts val="0"/>
              </a:spcAft>
              <a:buClr>
                <a:srgbClr val="000000"/>
              </a:buClr>
              <a:buSzPts val="2800"/>
              <a:buFont typeface="Barrio"/>
              <a:buAutoNum type="arabicPeriod"/>
            </a:pPr>
            <a:r>
              <a:rPr b="0" i="0" lang="en" sz="2800" u="none" cap="none" strike="noStrike">
                <a:solidFill>
                  <a:srgbClr val="000000"/>
                </a:solidFill>
                <a:latin typeface="Barrio"/>
                <a:ea typeface="Barrio"/>
                <a:cs typeface="Barrio"/>
                <a:sym typeface="Barrio"/>
              </a:rPr>
              <a:t>CEREBRAL CORTEX </a:t>
            </a:r>
            <a:endParaRPr sz="700"/>
          </a:p>
          <a:p>
            <a:pPr indent="-304800" lvl="1" marL="609600" marR="0" rtl="0" algn="l">
              <a:lnSpc>
                <a:spcPct val="150000"/>
              </a:lnSpc>
              <a:spcBef>
                <a:spcPts val="0"/>
              </a:spcBef>
              <a:spcAft>
                <a:spcPts val="0"/>
              </a:spcAft>
              <a:buClr>
                <a:srgbClr val="000000"/>
              </a:buClr>
              <a:buSzPts val="2800"/>
              <a:buFont typeface="Barrio"/>
              <a:buAutoNum type="arabicPeriod"/>
            </a:pPr>
            <a:r>
              <a:rPr b="0" i="0" lang="en" sz="2800" u="none" cap="none" strike="noStrike">
                <a:solidFill>
                  <a:srgbClr val="000000"/>
                </a:solidFill>
                <a:latin typeface="Barrio"/>
                <a:ea typeface="Barrio"/>
                <a:cs typeface="Barrio"/>
                <a:sym typeface="Barrio"/>
              </a:rPr>
              <a:t>LIMBIC SYSTEM</a:t>
            </a:r>
            <a:endParaRPr sz="700"/>
          </a:p>
          <a:p>
            <a:pPr indent="-304800" lvl="1" marL="609600" marR="0" rtl="0" algn="l">
              <a:lnSpc>
                <a:spcPct val="150000"/>
              </a:lnSpc>
              <a:spcBef>
                <a:spcPts val="0"/>
              </a:spcBef>
              <a:spcAft>
                <a:spcPts val="0"/>
              </a:spcAft>
              <a:buClr>
                <a:srgbClr val="000000"/>
              </a:buClr>
              <a:buSzPts val="2800"/>
              <a:buFont typeface="Barrio"/>
              <a:buAutoNum type="arabicPeriod"/>
            </a:pPr>
            <a:r>
              <a:rPr b="0" i="0" lang="en" sz="2800" u="none" cap="none" strike="noStrike">
                <a:solidFill>
                  <a:srgbClr val="000000"/>
                </a:solidFill>
                <a:latin typeface="Barrio"/>
                <a:ea typeface="Barrio"/>
                <a:cs typeface="Barrio"/>
                <a:sym typeface="Barrio"/>
              </a:rPr>
              <a:t>THE BRAINSTEM</a:t>
            </a:r>
            <a:endParaRPr sz="7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C"/>
        </a:solidFill>
      </p:bgPr>
    </p:bg>
    <p:spTree>
      <p:nvGrpSpPr>
        <p:cNvPr id="201" name="Shape 201"/>
        <p:cNvGrpSpPr/>
        <p:nvPr/>
      </p:nvGrpSpPr>
      <p:grpSpPr>
        <a:xfrm>
          <a:off x="0" y="0"/>
          <a:ext cx="0" cy="0"/>
          <a:chOff x="0" y="0"/>
          <a:chExt cx="0" cy="0"/>
        </a:xfrm>
      </p:grpSpPr>
      <p:sp>
        <p:nvSpPr>
          <p:cNvPr id="202" name="Google Shape;202;p42"/>
          <p:cNvSpPr/>
          <p:nvPr/>
        </p:nvSpPr>
        <p:spPr>
          <a:xfrm>
            <a:off x="1151810" y="742629"/>
            <a:ext cx="5804016" cy="3540450"/>
          </a:xfrm>
          <a:custGeom>
            <a:rect b="b" l="l" r="r" t="t"/>
            <a:pathLst>
              <a:path extrusionOk="0" h="7080899" w="11608031">
                <a:moveTo>
                  <a:pt x="0" y="0"/>
                </a:moveTo>
                <a:lnTo>
                  <a:pt x="11608031" y="0"/>
                </a:lnTo>
                <a:lnTo>
                  <a:pt x="11608031" y="7080899"/>
                </a:lnTo>
                <a:lnTo>
                  <a:pt x="0" y="7080899"/>
                </a:lnTo>
                <a:lnTo>
                  <a:pt x="0" y="0"/>
                </a:lnTo>
                <a:close/>
              </a:path>
            </a:pathLst>
          </a:custGeom>
          <a:blipFill rotWithShape="1">
            <a:blip r:embed="rId3">
              <a:alphaModFix/>
            </a:blip>
            <a:stretch>
              <a:fillRect b="0" l="0" r="0" t="0"/>
            </a:stretch>
          </a:blipFill>
          <a:ln>
            <a:noFill/>
          </a:ln>
        </p:spPr>
      </p:sp>
      <p:sp>
        <p:nvSpPr>
          <p:cNvPr id="203" name="Google Shape;203;p42"/>
          <p:cNvSpPr txBox="1"/>
          <p:nvPr/>
        </p:nvSpPr>
        <p:spPr>
          <a:xfrm>
            <a:off x="6825676" y="2399505"/>
            <a:ext cx="260100" cy="123000"/>
          </a:xfrm>
          <a:prstGeom prst="rect">
            <a:avLst/>
          </a:prstGeom>
          <a:noFill/>
          <a:ln>
            <a:noFill/>
          </a:ln>
        </p:spPr>
        <p:txBody>
          <a:bodyPr anchorCtr="0" anchor="t" bIns="0" lIns="0" spcFirstLastPara="1" rIns="0" wrap="square" tIns="0">
            <a:spAutoFit/>
          </a:bodyPr>
          <a:lstStyle/>
          <a:p>
            <a:pPr indent="0" lvl="0" marL="0" marR="0" rtl="0" algn="ctr">
              <a:lnSpc>
                <a:spcPct val="140025"/>
              </a:lnSpc>
              <a:spcBef>
                <a:spcPts val="0"/>
              </a:spcBef>
              <a:spcAft>
                <a:spcPts val="0"/>
              </a:spcAft>
              <a:buNone/>
            </a:pPr>
            <a:r>
              <a:rPr b="0" i="0" lang="en" sz="800" u="none" cap="none" strike="noStrike">
                <a:solidFill>
                  <a:srgbClr val="000000"/>
                </a:solidFill>
                <a:latin typeface="Times New Roman"/>
                <a:ea typeface="Times New Roman"/>
                <a:cs typeface="Times New Roman"/>
                <a:sym typeface="Times New Roman"/>
              </a:rPr>
              <a:t>PONS</a:t>
            </a:r>
            <a:endParaRPr sz="700"/>
          </a:p>
        </p:txBody>
      </p:sp>
      <p:sp>
        <p:nvSpPr>
          <p:cNvPr id="204" name="Google Shape;204;p42"/>
          <p:cNvSpPr txBox="1"/>
          <p:nvPr/>
        </p:nvSpPr>
        <p:spPr>
          <a:xfrm>
            <a:off x="6825676" y="3280804"/>
            <a:ext cx="453000" cy="123000"/>
          </a:xfrm>
          <a:prstGeom prst="rect">
            <a:avLst/>
          </a:prstGeom>
          <a:noFill/>
          <a:ln>
            <a:noFill/>
          </a:ln>
        </p:spPr>
        <p:txBody>
          <a:bodyPr anchorCtr="0" anchor="t" bIns="0" lIns="0" spcFirstLastPara="1" rIns="0" wrap="square" tIns="0">
            <a:spAutoFit/>
          </a:bodyPr>
          <a:lstStyle/>
          <a:p>
            <a:pPr indent="0" lvl="0" marL="0" marR="0" rtl="0" algn="ctr">
              <a:lnSpc>
                <a:spcPct val="140025"/>
              </a:lnSpc>
              <a:spcBef>
                <a:spcPts val="0"/>
              </a:spcBef>
              <a:spcAft>
                <a:spcPts val="0"/>
              </a:spcAft>
              <a:buNone/>
            </a:pPr>
            <a:r>
              <a:rPr b="0" i="0" lang="en" sz="800" u="none" cap="none" strike="noStrike">
                <a:solidFill>
                  <a:srgbClr val="000000"/>
                </a:solidFill>
                <a:latin typeface="Times New Roman"/>
                <a:ea typeface="Times New Roman"/>
                <a:cs typeface="Times New Roman"/>
                <a:sym typeface="Times New Roman"/>
              </a:rPr>
              <a:t>MEDULA</a:t>
            </a:r>
            <a:endParaRPr sz="700"/>
          </a:p>
        </p:txBody>
      </p:sp>
      <p:cxnSp>
        <p:nvCxnSpPr>
          <p:cNvPr id="205" name="Google Shape;205;p42"/>
          <p:cNvCxnSpPr/>
          <p:nvPr/>
        </p:nvCxnSpPr>
        <p:spPr>
          <a:xfrm>
            <a:off x="6047056" y="3373038"/>
            <a:ext cx="778800" cy="0"/>
          </a:xfrm>
          <a:prstGeom prst="straightConnector1">
            <a:avLst/>
          </a:prstGeom>
          <a:noFill/>
          <a:ln cap="flat" cmpd="sng" w="38100">
            <a:solidFill>
              <a:srgbClr val="000000"/>
            </a:solidFill>
            <a:prstDash val="solid"/>
            <a:round/>
            <a:headEnd len="sm" w="sm" type="none"/>
            <a:tailEnd len="sm" w="sm" type="none"/>
          </a:ln>
        </p:spPr>
      </p:cxnSp>
      <p:cxnSp>
        <p:nvCxnSpPr>
          <p:cNvPr id="206" name="Google Shape;206;p42"/>
          <p:cNvCxnSpPr/>
          <p:nvPr/>
        </p:nvCxnSpPr>
        <p:spPr>
          <a:xfrm>
            <a:off x="6047056" y="2491739"/>
            <a:ext cx="778800" cy="0"/>
          </a:xfrm>
          <a:prstGeom prst="straightConnector1">
            <a:avLst/>
          </a:prstGeom>
          <a:noFill/>
          <a:ln cap="flat" cmpd="sng" w="38100">
            <a:solidFill>
              <a:srgbClr val="000000"/>
            </a:solidFill>
            <a:prstDash val="solid"/>
            <a:round/>
            <a:headEnd len="sm" w="sm" type="none"/>
            <a:tailEnd len="sm" w="sm" type="none"/>
          </a:ln>
        </p:spPr>
      </p:cxnSp>
      <p:cxnSp>
        <p:nvCxnSpPr>
          <p:cNvPr id="207" name="Google Shape;207;p42"/>
          <p:cNvCxnSpPr/>
          <p:nvPr/>
        </p:nvCxnSpPr>
        <p:spPr>
          <a:xfrm>
            <a:off x="7854253" y="2515235"/>
            <a:ext cx="0" cy="862500"/>
          </a:xfrm>
          <a:prstGeom prst="straightConnector1">
            <a:avLst/>
          </a:prstGeom>
          <a:noFill/>
          <a:ln cap="flat" cmpd="sng" w="38100">
            <a:solidFill>
              <a:srgbClr val="000000"/>
            </a:solidFill>
            <a:prstDash val="solid"/>
            <a:round/>
            <a:headEnd len="sm" w="sm" type="none"/>
            <a:tailEnd len="sm" w="sm" type="none"/>
          </a:ln>
        </p:spPr>
      </p:cxnSp>
      <p:cxnSp>
        <p:nvCxnSpPr>
          <p:cNvPr id="208" name="Google Shape;208;p42"/>
          <p:cNvCxnSpPr/>
          <p:nvPr/>
        </p:nvCxnSpPr>
        <p:spPr>
          <a:xfrm>
            <a:off x="7575142" y="3373038"/>
            <a:ext cx="279000" cy="4800"/>
          </a:xfrm>
          <a:prstGeom prst="straightConnector1">
            <a:avLst/>
          </a:prstGeom>
          <a:noFill/>
          <a:ln cap="flat" cmpd="sng" w="38100">
            <a:solidFill>
              <a:srgbClr val="000000"/>
            </a:solidFill>
            <a:prstDash val="solid"/>
            <a:round/>
            <a:headEnd len="sm" w="sm" type="none"/>
            <a:tailEnd len="sm" w="sm" type="none"/>
          </a:ln>
        </p:spPr>
      </p:cxnSp>
      <p:cxnSp>
        <p:nvCxnSpPr>
          <p:cNvPr id="209" name="Google Shape;209;p42"/>
          <p:cNvCxnSpPr/>
          <p:nvPr/>
        </p:nvCxnSpPr>
        <p:spPr>
          <a:xfrm flipH="1" rot="10800000">
            <a:off x="5148989" y="1846426"/>
            <a:ext cx="1126200" cy="301200"/>
          </a:xfrm>
          <a:prstGeom prst="straightConnector1">
            <a:avLst/>
          </a:prstGeom>
          <a:noFill/>
          <a:ln cap="flat" cmpd="sng" w="38100">
            <a:solidFill>
              <a:srgbClr val="000000"/>
            </a:solidFill>
            <a:prstDash val="solid"/>
            <a:round/>
            <a:headEnd len="sm" w="sm" type="none"/>
            <a:tailEnd len="sm" w="sm" type="none"/>
          </a:ln>
        </p:spPr>
      </p:cxnSp>
      <p:cxnSp>
        <p:nvCxnSpPr>
          <p:cNvPr id="210" name="Google Shape;210;p42"/>
          <p:cNvCxnSpPr/>
          <p:nvPr/>
        </p:nvCxnSpPr>
        <p:spPr>
          <a:xfrm flipH="1" rot="10800000">
            <a:off x="5050532" y="1846266"/>
            <a:ext cx="1224900" cy="596100"/>
          </a:xfrm>
          <a:prstGeom prst="straightConnector1">
            <a:avLst/>
          </a:prstGeom>
          <a:noFill/>
          <a:ln cap="flat" cmpd="sng" w="38100">
            <a:solidFill>
              <a:srgbClr val="000000"/>
            </a:solidFill>
            <a:prstDash val="solid"/>
            <a:round/>
            <a:headEnd len="sm" w="sm" type="none"/>
            <a:tailEnd len="sm" w="sm" type="none"/>
          </a:ln>
        </p:spPr>
      </p:cxnSp>
      <p:sp>
        <p:nvSpPr>
          <p:cNvPr id="211" name="Google Shape;211;p42"/>
          <p:cNvSpPr txBox="1"/>
          <p:nvPr/>
        </p:nvSpPr>
        <p:spPr>
          <a:xfrm>
            <a:off x="7955951" y="2860278"/>
            <a:ext cx="617100" cy="123000"/>
          </a:xfrm>
          <a:prstGeom prst="rect">
            <a:avLst/>
          </a:prstGeom>
          <a:noFill/>
          <a:ln>
            <a:noFill/>
          </a:ln>
        </p:spPr>
        <p:txBody>
          <a:bodyPr anchorCtr="0" anchor="t" bIns="0" lIns="0" spcFirstLastPara="1" rIns="0" wrap="square" tIns="0">
            <a:spAutoFit/>
          </a:bodyPr>
          <a:lstStyle/>
          <a:p>
            <a:pPr indent="0" lvl="0" marL="0" marR="0" rtl="0" algn="ctr">
              <a:lnSpc>
                <a:spcPct val="140025"/>
              </a:lnSpc>
              <a:spcBef>
                <a:spcPts val="0"/>
              </a:spcBef>
              <a:spcAft>
                <a:spcPts val="0"/>
              </a:spcAft>
              <a:buNone/>
            </a:pPr>
            <a:r>
              <a:rPr b="0" i="0" lang="en" sz="800" u="none" cap="none" strike="noStrike">
                <a:solidFill>
                  <a:srgbClr val="000000"/>
                </a:solidFill>
                <a:latin typeface="Times New Roman"/>
                <a:ea typeface="Times New Roman"/>
                <a:cs typeface="Times New Roman"/>
                <a:sym typeface="Times New Roman"/>
              </a:rPr>
              <a:t>BRAIN STEM</a:t>
            </a:r>
            <a:endParaRPr sz="700"/>
          </a:p>
        </p:txBody>
      </p:sp>
      <p:cxnSp>
        <p:nvCxnSpPr>
          <p:cNvPr id="212" name="Google Shape;212;p42"/>
          <p:cNvCxnSpPr/>
          <p:nvPr/>
        </p:nvCxnSpPr>
        <p:spPr>
          <a:xfrm>
            <a:off x="7574979" y="2510473"/>
            <a:ext cx="279000" cy="4800"/>
          </a:xfrm>
          <a:prstGeom prst="straightConnector1">
            <a:avLst/>
          </a:prstGeom>
          <a:noFill/>
          <a:ln cap="flat" cmpd="sng" w="38100">
            <a:solidFill>
              <a:srgbClr val="000000"/>
            </a:solidFill>
            <a:prstDash val="solid"/>
            <a:round/>
            <a:headEnd len="sm" w="sm" type="none"/>
            <a:tailEnd len="sm" w="sm" type="none"/>
          </a:ln>
        </p:spPr>
      </p:cxnSp>
      <p:sp>
        <p:nvSpPr>
          <p:cNvPr id="213" name="Google Shape;213;p42"/>
          <p:cNvSpPr txBox="1"/>
          <p:nvPr/>
        </p:nvSpPr>
        <p:spPr>
          <a:xfrm>
            <a:off x="6334199" y="1753972"/>
            <a:ext cx="1240800" cy="123000"/>
          </a:xfrm>
          <a:prstGeom prst="rect">
            <a:avLst/>
          </a:prstGeom>
          <a:noFill/>
          <a:ln>
            <a:noFill/>
          </a:ln>
        </p:spPr>
        <p:txBody>
          <a:bodyPr anchorCtr="0" anchor="t" bIns="0" lIns="0" spcFirstLastPara="1" rIns="0" wrap="square" tIns="0">
            <a:spAutoFit/>
          </a:bodyPr>
          <a:lstStyle/>
          <a:p>
            <a:pPr indent="0" lvl="0" marL="0" marR="0" rtl="0" algn="ctr">
              <a:lnSpc>
                <a:spcPct val="140025"/>
              </a:lnSpc>
              <a:spcBef>
                <a:spcPts val="0"/>
              </a:spcBef>
              <a:spcAft>
                <a:spcPts val="0"/>
              </a:spcAft>
              <a:buNone/>
            </a:pPr>
            <a:r>
              <a:rPr b="0" i="0" lang="en" sz="800" u="none" cap="none" strike="noStrike">
                <a:solidFill>
                  <a:srgbClr val="000000"/>
                </a:solidFill>
                <a:latin typeface="Times New Roman"/>
                <a:ea typeface="Times New Roman"/>
                <a:cs typeface="Times New Roman"/>
                <a:sym typeface="Times New Roman"/>
              </a:rPr>
              <a:t>RETICULAR FORMATION</a:t>
            </a:r>
            <a:endParaRPr sz="700"/>
          </a:p>
        </p:txBody>
      </p:sp>
      <p:sp>
        <p:nvSpPr>
          <p:cNvPr id="214" name="Google Shape;214;p42"/>
          <p:cNvSpPr txBox="1"/>
          <p:nvPr/>
        </p:nvSpPr>
        <p:spPr>
          <a:xfrm>
            <a:off x="6378001" y="650395"/>
            <a:ext cx="577800" cy="123000"/>
          </a:xfrm>
          <a:prstGeom prst="rect">
            <a:avLst/>
          </a:prstGeom>
          <a:noFill/>
          <a:ln>
            <a:noFill/>
          </a:ln>
        </p:spPr>
        <p:txBody>
          <a:bodyPr anchorCtr="0" anchor="t" bIns="0" lIns="0" spcFirstLastPara="1" rIns="0" wrap="square" tIns="0">
            <a:spAutoFit/>
          </a:bodyPr>
          <a:lstStyle/>
          <a:p>
            <a:pPr indent="0" lvl="0" marL="0" marR="0" rtl="0" algn="ctr">
              <a:lnSpc>
                <a:spcPct val="140025"/>
              </a:lnSpc>
              <a:spcBef>
                <a:spcPts val="0"/>
              </a:spcBef>
              <a:spcAft>
                <a:spcPts val="0"/>
              </a:spcAft>
              <a:buNone/>
            </a:pPr>
            <a:r>
              <a:rPr b="0" i="0" lang="en" sz="800" u="none" cap="none" strike="noStrike">
                <a:solidFill>
                  <a:srgbClr val="000000"/>
                </a:solidFill>
                <a:latin typeface="Times New Roman"/>
                <a:ea typeface="Times New Roman"/>
                <a:cs typeface="Times New Roman"/>
                <a:sym typeface="Times New Roman"/>
              </a:rPr>
              <a:t>THALAMUS</a:t>
            </a:r>
            <a:endParaRPr sz="700"/>
          </a:p>
        </p:txBody>
      </p:sp>
      <p:cxnSp>
        <p:nvCxnSpPr>
          <p:cNvPr id="215" name="Google Shape;215;p42"/>
          <p:cNvCxnSpPr/>
          <p:nvPr/>
        </p:nvCxnSpPr>
        <p:spPr>
          <a:xfrm flipH="1" rot="10800000">
            <a:off x="5148989" y="801599"/>
            <a:ext cx="1126200" cy="391200"/>
          </a:xfrm>
          <a:prstGeom prst="straightConnector1">
            <a:avLst/>
          </a:prstGeom>
          <a:noFill/>
          <a:ln cap="flat" cmpd="sng" w="38100">
            <a:solidFill>
              <a:srgbClr val="000000"/>
            </a:solidFill>
            <a:prstDash val="solid"/>
            <a:round/>
            <a:headEnd len="sm" w="sm" type="none"/>
            <a:tailEnd len="sm" w="sm" type="none"/>
          </a:ln>
        </p:spPr>
      </p:cxnSp>
      <p:sp>
        <p:nvSpPr>
          <p:cNvPr id="216" name="Google Shape;216;p42"/>
          <p:cNvSpPr txBox="1"/>
          <p:nvPr/>
        </p:nvSpPr>
        <p:spPr>
          <a:xfrm>
            <a:off x="3176863" y="126502"/>
            <a:ext cx="2790300" cy="415500"/>
          </a:xfrm>
          <a:prstGeom prst="rect">
            <a:avLst/>
          </a:prstGeom>
          <a:noFill/>
          <a:ln>
            <a:noFill/>
          </a:ln>
        </p:spPr>
        <p:txBody>
          <a:bodyPr anchorCtr="0" anchor="t" bIns="0" lIns="0" spcFirstLastPara="1" rIns="0" wrap="square" tIns="0">
            <a:spAutoFit/>
          </a:bodyPr>
          <a:lstStyle/>
          <a:p>
            <a:pPr indent="0" lvl="0" marL="0" marR="0" rtl="0" algn="ctr">
              <a:lnSpc>
                <a:spcPct val="165907"/>
              </a:lnSpc>
              <a:spcBef>
                <a:spcPts val="0"/>
              </a:spcBef>
              <a:spcAft>
                <a:spcPts val="0"/>
              </a:spcAft>
              <a:buNone/>
            </a:pPr>
            <a:r>
              <a:rPr b="0" i="0" lang="en" sz="2700" u="none" cap="none" strike="noStrike">
                <a:solidFill>
                  <a:srgbClr val="000000"/>
                </a:solidFill>
                <a:latin typeface="Barrio"/>
                <a:ea typeface="Barrio"/>
                <a:cs typeface="Barrio"/>
                <a:sym typeface="Barrio"/>
              </a:rPr>
              <a:t>THE BRAIN STEM</a:t>
            </a:r>
            <a:endParaRPr sz="7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C"/>
        </a:solidFill>
      </p:bgPr>
    </p:bg>
    <p:spTree>
      <p:nvGrpSpPr>
        <p:cNvPr id="220" name="Shape 220"/>
        <p:cNvGrpSpPr/>
        <p:nvPr/>
      </p:nvGrpSpPr>
      <p:grpSpPr>
        <a:xfrm>
          <a:off x="0" y="0"/>
          <a:ext cx="0" cy="0"/>
          <a:chOff x="0" y="0"/>
          <a:chExt cx="0" cy="0"/>
        </a:xfrm>
      </p:grpSpPr>
      <p:sp>
        <p:nvSpPr>
          <p:cNvPr id="221" name="Google Shape;221;p43"/>
          <p:cNvSpPr/>
          <p:nvPr/>
        </p:nvSpPr>
        <p:spPr>
          <a:xfrm>
            <a:off x="4509591" y="923741"/>
            <a:ext cx="3407920" cy="3296018"/>
          </a:xfrm>
          <a:custGeom>
            <a:rect b="b" l="l" r="r" t="t"/>
            <a:pathLst>
              <a:path extrusionOk="0" h="6592035" w="6815839">
                <a:moveTo>
                  <a:pt x="0" y="0"/>
                </a:moveTo>
                <a:lnTo>
                  <a:pt x="6815838" y="0"/>
                </a:lnTo>
                <a:lnTo>
                  <a:pt x="6815838" y="6592036"/>
                </a:lnTo>
                <a:lnTo>
                  <a:pt x="0" y="6592036"/>
                </a:lnTo>
                <a:lnTo>
                  <a:pt x="0" y="0"/>
                </a:lnTo>
                <a:close/>
              </a:path>
            </a:pathLst>
          </a:custGeom>
          <a:blipFill rotWithShape="1">
            <a:blip r:embed="rId3">
              <a:alphaModFix/>
            </a:blip>
            <a:stretch>
              <a:fillRect b="0" l="0" r="0" t="0"/>
            </a:stretch>
          </a:blipFill>
          <a:ln>
            <a:noFill/>
          </a:ln>
        </p:spPr>
      </p:sp>
      <p:sp>
        <p:nvSpPr>
          <p:cNvPr id="222" name="Google Shape;222;p43"/>
          <p:cNvSpPr txBox="1"/>
          <p:nvPr/>
        </p:nvSpPr>
        <p:spPr>
          <a:xfrm>
            <a:off x="4327629" y="3466559"/>
            <a:ext cx="686700" cy="138600"/>
          </a:xfrm>
          <a:prstGeom prst="rect">
            <a:avLst/>
          </a:prstGeom>
          <a:noFill/>
          <a:ln>
            <a:noFill/>
          </a:ln>
        </p:spPr>
        <p:txBody>
          <a:bodyPr anchorCtr="0" anchor="t" bIns="0" lIns="0" spcFirstLastPara="1" rIns="0" wrap="square" tIns="0">
            <a:spAutoFit/>
          </a:bodyPr>
          <a:lstStyle/>
          <a:p>
            <a:pPr indent="0" lvl="0" marL="0" marR="0" rtl="0" algn="ctr">
              <a:lnSpc>
                <a:spcPct val="140022"/>
              </a:lnSpc>
              <a:spcBef>
                <a:spcPts val="0"/>
              </a:spcBef>
              <a:spcAft>
                <a:spcPts val="0"/>
              </a:spcAft>
              <a:buNone/>
            </a:pPr>
            <a:r>
              <a:rPr b="0" i="0" lang="en" sz="900" u="none" cap="none" strike="noStrike">
                <a:solidFill>
                  <a:srgbClr val="000000"/>
                </a:solidFill>
                <a:latin typeface="Times New Roman"/>
                <a:ea typeface="Times New Roman"/>
                <a:cs typeface="Times New Roman"/>
                <a:sym typeface="Times New Roman"/>
              </a:rPr>
              <a:t>AMYGDALA</a:t>
            </a:r>
            <a:endParaRPr sz="700"/>
          </a:p>
        </p:txBody>
      </p:sp>
      <p:sp>
        <p:nvSpPr>
          <p:cNvPr id="223" name="Google Shape;223;p43"/>
          <p:cNvSpPr txBox="1"/>
          <p:nvPr/>
        </p:nvSpPr>
        <p:spPr>
          <a:xfrm>
            <a:off x="5461052" y="3680537"/>
            <a:ext cx="815100" cy="138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 sz="900" u="none" cap="none" strike="noStrike">
                <a:solidFill>
                  <a:srgbClr val="000000"/>
                </a:solidFill>
                <a:latin typeface="Times New Roman"/>
                <a:ea typeface="Times New Roman"/>
                <a:cs typeface="Times New Roman"/>
                <a:sym typeface="Times New Roman"/>
              </a:rPr>
              <a:t>HIPPOCAMPUS</a:t>
            </a:r>
            <a:endParaRPr sz="700"/>
          </a:p>
        </p:txBody>
      </p:sp>
      <p:sp>
        <p:nvSpPr>
          <p:cNvPr id="224" name="Google Shape;224;p43"/>
          <p:cNvSpPr txBox="1"/>
          <p:nvPr/>
        </p:nvSpPr>
        <p:spPr>
          <a:xfrm>
            <a:off x="3342975" y="3049703"/>
            <a:ext cx="649800" cy="138600"/>
          </a:xfrm>
          <a:prstGeom prst="rect">
            <a:avLst/>
          </a:prstGeom>
          <a:noFill/>
          <a:ln>
            <a:noFill/>
          </a:ln>
        </p:spPr>
        <p:txBody>
          <a:bodyPr anchorCtr="0" anchor="t" bIns="0" lIns="0" spcFirstLastPara="1" rIns="0" wrap="square" tIns="0">
            <a:spAutoFit/>
          </a:bodyPr>
          <a:lstStyle/>
          <a:p>
            <a:pPr indent="0" lvl="0" marL="0" marR="0" rtl="0" algn="ctr">
              <a:lnSpc>
                <a:spcPct val="140022"/>
              </a:lnSpc>
              <a:spcBef>
                <a:spcPts val="0"/>
              </a:spcBef>
              <a:spcAft>
                <a:spcPts val="0"/>
              </a:spcAft>
              <a:buNone/>
            </a:pPr>
            <a:r>
              <a:rPr b="0" i="0" lang="en" sz="900" u="none" cap="none" strike="noStrike">
                <a:solidFill>
                  <a:srgbClr val="000000"/>
                </a:solidFill>
                <a:latin typeface="Times New Roman"/>
                <a:ea typeface="Times New Roman"/>
                <a:cs typeface="Times New Roman"/>
                <a:sym typeface="Times New Roman"/>
              </a:rPr>
              <a:t>THALAMUS</a:t>
            </a:r>
            <a:endParaRPr sz="700"/>
          </a:p>
        </p:txBody>
      </p:sp>
      <p:sp>
        <p:nvSpPr>
          <p:cNvPr id="225" name="Google Shape;225;p43"/>
          <p:cNvSpPr txBox="1"/>
          <p:nvPr/>
        </p:nvSpPr>
        <p:spPr>
          <a:xfrm>
            <a:off x="3200516" y="3327946"/>
            <a:ext cx="1062000" cy="138600"/>
          </a:xfrm>
          <a:prstGeom prst="rect">
            <a:avLst/>
          </a:prstGeom>
          <a:noFill/>
          <a:ln>
            <a:noFill/>
          </a:ln>
        </p:spPr>
        <p:txBody>
          <a:bodyPr anchorCtr="0" anchor="t" bIns="0" lIns="0" spcFirstLastPara="1" rIns="0" wrap="square" tIns="0">
            <a:spAutoFit/>
          </a:bodyPr>
          <a:lstStyle/>
          <a:p>
            <a:pPr indent="0" lvl="0" marL="0" marR="0" rtl="0" algn="ctr">
              <a:lnSpc>
                <a:spcPct val="140022"/>
              </a:lnSpc>
              <a:spcBef>
                <a:spcPts val="0"/>
              </a:spcBef>
              <a:spcAft>
                <a:spcPts val="0"/>
              </a:spcAft>
              <a:buNone/>
            </a:pPr>
            <a:r>
              <a:rPr b="0" i="0" lang="en" sz="900" u="none" cap="none" strike="noStrike">
                <a:solidFill>
                  <a:srgbClr val="000000"/>
                </a:solidFill>
                <a:latin typeface="Times New Roman"/>
                <a:ea typeface="Times New Roman"/>
                <a:cs typeface="Times New Roman"/>
                <a:sym typeface="Times New Roman"/>
              </a:rPr>
              <a:t>PITUITARY GLAND</a:t>
            </a:r>
            <a:endParaRPr sz="700"/>
          </a:p>
        </p:txBody>
      </p:sp>
      <p:cxnSp>
        <p:nvCxnSpPr>
          <p:cNvPr id="226" name="Google Shape;226;p43"/>
          <p:cNvCxnSpPr/>
          <p:nvPr/>
        </p:nvCxnSpPr>
        <p:spPr>
          <a:xfrm>
            <a:off x="5466419" y="3032462"/>
            <a:ext cx="258600" cy="580200"/>
          </a:xfrm>
          <a:prstGeom prst="straightConnector1">
            <a:avLst/>
          </a:prstGeom>
          <a:noFill/>
          <a:ln cap="flat" cmpd="sng" w="38100">
            <a:solidFill>
              <a:srgbClr val="000000"/>
            </a:solidFill>
            <a:prstDash val="solid"/>
            <a:round/>
            <a:headEnd len="sm" w="sm" type="none"/>
            <a:tailEnd len="sm" w="sm" type="none"/>
          </a:ln>
        </p:spPr>
      </p:cxnSp>
      <p:cxnSp>
        <p:nvCxnSpPr>
          <p:cNvPr id="227" name="Google Shape;227;p43"/>
          <p:cNvCxnSpPr/>
          <p:nvPr/>
        </p:nvCxnSpPr>
        <p:spPr>
          <a:xfrm flipH="1" rot="10800000">
            <a:off x="4816750" y="2945442"/>
            <a:ext cx="343800" cy="521100"/>
          </a:xfrm>
          <a:prstGeom prst="straightConnector1">
            <a:avLst/>
          </a:prstGeom>
          <a:noFill/>
          <a:ln cap="flat" cmpd="sng" w="38100">
            <a:solidFill>
              <a:srgbClr val="000000"/>
            </a:solidFill>
            <a:prstDash val="solid"/>
            <a:round/>
            <a:headEnd len="sm" w="sm" type="none"/>
            <a:tailEnd len="sm" w="sm" type="none"/>
          </a:ln>
        </p:spPr>
      </p:cxnSp>
      <p:cxnSp>
        <p:nvCxnSpPr>
          <p:cNvPr id="228" name="Google Shape;228;p43"/>
          <p:cNvCxnSpPr/>
          <p:nvPr/>
        </p:nvCxnSpPr>
        <p:spPr>
          <a:xfrm flipH="1" rot="10800000">
            <a:off x="4200351" y="2945460"/>
            <a:ext cx="850800" cy="347100"/>
          </a:xfrm>
          <a:prstGeom prst="straightConnector1">
            <a:avLst/>
          </a:prstGeom>
          <a:noFill/>
          <a:ln cap="flat" cmpd="sng" w="38100">
            <a:solidFill>
              <a:srgbClr val="000000"/>
            </a:solidFill>
            <a:prstDash val="solid"/>
            <a:round/>
            <a:headEnd len="sm" w="sm" type="none"/>
            <a:tailEnd len="sm" w="sm" type="none"/>
          </a:ln>
        </p:spPr>
      </p:cxnSp>
      <p:cxnSp>
        <p:nvCxnSpPr>
          <p:cNvPr id="229" name="Google Shape;229;p43"/>
          <p:cNvCxnSpPr/>
          <p:nvPr/>
        </p:nvCxnSpPr>
        <p:spPr>
          <a:xfrm flipH="1" rot="10800000">
            <a:off x="3965938" y="2798158"/>
            <a:ext cx="850800" cy="234300"/>
          </a:xfrm>
          <a:prstGeom prst="straightConnector1">
            <a:avLst/>
          </a:prstGeom>
          <a:noFill/>
          <a:ln cap="flat" cmpd="sng" w="38100">
            <a:solidFill>
              <a:srgbClr val="000000"/>
            </a:solidFill>
            <a:prstDash val="solid"/>
            <a:round/>
            <a:headEnd len="sm" w="sm" type="none"/>
            <a:tailEnd len="sm" w="sm" type="none"/>
          </a:ln>
        </p:spPr>
      </p:cxnSp>
      <p:sp>
        <p:nvSpPr>
          <p:cNvPr id="230" name="Google Shape;230;p43"/>
          <p:cNvSpPr txBox="1"/>
          <p:nvPr/>
        </p:nvSpPr>
        <p:spPr>
          <a:xfrm>
            <a:off x="2930592" y="121437"/>
            <a:ext cx="3071400" cy="415500"/>
          </a:xfrm>
          <a:prstGeom prst="rect">
            <a:avLst/>
          </a:prstGeom>
          <a:noFill/>
          <a:ln>
            <a:noFill/>
          </a:ln>
        </p:spPr>
        <p:txBody>
          <a:bodyPr anchorCtr="0" anchor="t" bIns="0" lIns="0" spcFirstLastPara="1" rIns="0" wrap="square" tIns="0">
            <a:spAutoFit/>
          </a:bodyPr>
          <a:lstStyle/>
          <a:p>
            <a:pPr indent="0" lvl="0" marL="0" marR="0" rtl="0" algn="ctr">
              <a:lnSpc>
                <a:spcPct val="165907"/>
              </a:lnSpc>
              <a:spcBef>
                <a:spcPts val="0"/>
              </a:spcBef>
              <a:spcAft>
                <a:spcPts val="0"/>
              </a:spcAft>
              <a:buNone/>
            </a:pPr>
            <a:r>
              <a:rPr b="0" i="0" lang="en" sz="2700" u="none" cap="none" strike="noStrike">
                <a:solidFill>
                  <a:srgbClr val="000000"/>
                </a:solidFill>
                <a:latin typeface="Barrio"/>
                <a:ea typeface="Barrio"/>
                <a:cs typeface="Barrio"/>
                <a:sym typeface="Barrio"/>
              </a:rPr>
              <a:t>THE LIMBIC SYSTEM</a:t>
            </a:r>
            <a:endParaRPr sz="700"/>
          </a:p>
        </p:txBody>
      </p:sp>
      <p:sp>
        <p:nvSpPr>
          <p:cNvPr id="231" name="Google Shape;231;p43"/>
          <p:cNvSpPr txBox="1"/>
          <p:nvPr>
            <p:ph idx="2" type="body"/>
          </p:nvPr>
        </p:nvSpPr>
        <p:spPr>
          <a:xfrm>
            <a:off x="283325" y="1029350"/>
            <a:ext cx="3080700" cy="3416400"/>
          </a:xfrm>
          <a:prstGeom prst="rect">
            <a:avLst/>
          </a:prstGeom>
        </p:spPr>
        <p:txBody>
          <a:bodyPr anchorCtr="0" anchor="t" bIns="91425" lIns="91425" spcFirstLastPara="1" rIns="91425" wrap="square" tIns="91425">
            <a:normAutofit lnSpcReduction="20000"/>
          </a:bodyPr>
          <a:lstStyle/>
          <a:p>
            <a:pPr indent="-387350" lvl="0" marL="457200" rtl="0" algn="l">
              <a:lnSpc>
                <a:spcPct val="200000"/>
              </a:lnSpc>
              <a:spcBef>
                <a:spcPts val="0"/>
              </a:spcBef>
              <a:spcAft>
                <a:spcPts val="0"/>
              </a:spcAft>
              <a:buClr>
                <a:srgbClr val="073763"/>
              </a:buClr>
              <a:buSzPts val="2500"/>
              <a:buFont typeface="Times New Roman"/>
              <a:buAutoNum type="arabicPeriod"/>
            </a:pPr>
            <a:r>
              <a:rPr b="1" lang="en" sz="2500">
                <a:solidFill>
                  <a:srgbClr val="073763"/>
                </a:solidFill>
                <a:latin typeface="Times New Roman"/>
                <a:ea typeface="Times New Roman"/>
                <a:cs typeface="Times New Roman"/>
                <a:sym typeface="Times New Roman"/>
              </a:rPr>
              <a:t>THALAMUS</a:t>
            </a:r>
            <a:endParaRPr b="1" sz="2500">
              <a:solidFill>
                <a:srgbClr val="073763"/>
              </a:solidFill>
              <a:latin typeface="Times New Roman"/>
              <a:ea typeface="Times New Roman"/>
              <a:cs typeface="Times New Roman"/>
              <a:sym typeface="Times New Roman"/>
            </a:endParaRPr>
          </a:p>
          <a:p>
            <a:pPr indent="-387350" lvl="0" marL="457200" rtl="0" algn="l">
              <a:lnSpc>
                <a:spcPct val="200000"/>
              </a:lnSpc>
              <a:spcBef>
                <a:spcPts val="0"/>
              </a:spcBef>
              <a:spcAft>
                <a:spcPts val="0"/>
              </a:spcAft>
              <a:buClr>
                <a:srgbClr val="073763"/>
              </a:buClr>
              <a:buSzPts val="2500"/>
              <a:buFont typeface="Times New Roman"/>
              <a:buAutoNum type="arabicPeriod"/>
            </a:pPr>
            <a:r>
              <a:rPr b="1" lang="en" sz="2500">
                <a:solidFill>
                  <a:srgbClr val="073763"/>
                </a:solidFill>
                <a:latin typeface="Times New Roman"/>
                <a:ea typeface="Times New Roman"/>
                <a:cs typeface="Times New Roman"/>
                <a:sym typeface="Times New Roman"/>
              </a:rPr>
              <a:t>PITUITARY GLAND</a:t>
            </a:r>
            <a:endParaRPr b="1" sz="2500">
              <a:solidFill>
                <a:srgbClr val="073763"/>
              </a:solidFill>
              <a:latin typeface="Times New Roman"/>
              <a:ea typeface="Times New Roman"/>
              <a:cs typeface="Times New Roman"/>
              <a:sym typeface="Times New Roman"/>
            </a:endParaRPr>
          </a:p>
          <a:p>
            <a:pPr indent="-387350" lvl="0" marL="457200" rtl="0" algn="l">
              <a:lnSpc>
                <a:spcPct val="200000"/>
              </a:lnSpc>
              <a:spcBef>
                <a:spcPts val="0"/>
              </a:spcBef>
              <a:spcAft>
                <a:spcPts val="0"/>
              </a:spcAft>
              <a:buClr>
                <a:srgbClr val="073763"/>
              </a:buClr>
              <a:buSzPts val="2500"/>
              <a:buFont typeface="Times New Roman"/>
              <a:buAutoNum type="arabicPeriod"/>
            </a:pPr>
            <a:r>
              <a:rPr b="1" lang="en" sz="2500">
                <a:solidFill>
                  <a:srgbClr val="073763"/>
                </a:solidFill>
                <a:latin typeface="Times New Roman"/>
                <a:ea typeface="Times New Roman"/>
                <a:cs typeface="Times New Roman"/>
                <a:sym typeface="Times New Roman"/>
              </a:rPr>
              <a:t>AMYGDALA</a:t>
            </a:r>
            <a:endParaRPr b="1" sz="2500">
              <a:solidFill>
                <a:srgbClr val="073763"/>
              </a:solidFill>
              <a:latin typeface="Times New Roman"/>
              <a:ea typeface="Times New Roman"/>
              <a:cs typeface="Times New Roman"/>
              <a:sym typeface="Times New Roman"/>
            </a:endParaRPr>
          </a:p>
          <a:p>
            <a:pPr indent="-387350" lvl="0" marL="457200" rtl="0" algn="l">
              <a:lnSpc>
                <a:spcPct val="200000"/>
              </a:lnSpc>
              <a:spcBef>
                <a:spcPts val="0"/>
              </a:spcBef>
              <a:spcAft>
                <a:spcPts val="0"/>
              </a:spcAft>
              <a:buClr>
                <a:srgbClr val="073763"/>
              </a:buClr>
              <a:buSzPts val="2500"/>
              <a:buFont typeface="Times New Roman"/>
              <a:buAutoNum type="arabicPeriod"/>
            </a:pPr>
            <a:r>
              <a:rPr b="1" lang="en" sz="2500">
                <a:solidFill>
                  <a:srgbClr val="073763"/>
                </a:solidFill>
                <a:latin typeface="Times New Roman"/>
                <a:ea typeface="Times New Roman"/>
                <a:cs typeface="Times New Roman"/>
                <a:sym typeface="Times New Roman"/>
              </a:rPr>
              <a:t>HIPPOCAMPUS</a:t>
            </a:r>
            <a:endParaRPr b="1" sz="2500">
              <a:solidFill>
                <a:srgbClr val="073763"/>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C"/>
        </a:solidFill>
      </p:bgPr>
    </p:bg>
    <p:spTree>
      <p:nvGrpSpPr>
        <p:cNvPr id="235" name="Shape 235"/>
        <p:cNvGrpSpPr/>
        <p:nvPr/>
      </p:nvGrpSpPr>
      <p:grpSpPr>
        <a:xfrm>
          <a:off x="0" y="0"/>
          <a:ext cx="0" cy="0"/>
          <a:chOff x="0" y="0"/>
          <a:chExt cx="0" cy="0"/>
        </a:xfrm>
      </p:grpSpPr>
      <p:sp>
        <p:nvSpPr>
          <p:cNvPr id="236" name="Google Shape;236;p44"/>
          <p:cNvSpPr/>
          <p:nvPr/>
        </p:nvSpPr>
        <p:spPr>
          <a:xfrm>
            <a:off x="1306229" y="591876"/>
            <a:ext cx="6531542" cy="3959748"/>
          </a:xfrm>
          <a:custGeom>
            <a:rect b="b" l="l" r="r" t="t"/>
            <a:pathLst>
              <a:path extrusionOk="0" h="7919495" w="13063084">
                <a:moveTo>
                  <a:pt x="0" y="0"/>
                </a:moveTo>
                <a:lnTo>
                  <a:pt x="13063084" y="0"/>
                </a:lnTo>
                <a:lnTo>
                  <a:pt x="13063084" y="7919494"/>
                </a:lnTo>
                <a:lnTo>
                  <a:pt x="0" y="7919494"/>
                </a:lnTo>
                <a:lnTo>
                  <a:pt x="0" y="0"/>
                </a:lnTo>
                <a:close/>
              </a:path>
            </a:pathLst>
          </a:custGeom>
          <a:blipFill rotWithShape="1">
            <a:blip r:embed="rId3">
              <a:alphaModFix/>
            </a:blip>
            <a:stretch>
              <a:fillRect b="0" l="0" r="0" t="0"/>
            </a:stretch>
          </a:blipFill>
          <a:ln>
            <a:noFill/>
          </a:ln>
        </p:spPr>
      </p:sp>
      <p:sp>
        <p:nvSpPr>
          <p:cNvPr id="237" name="Google Shape;237;p44"/>
          <p:cNvSpPr txBox="1"/>
          <p:nvPr/>
        </p:nvSpPr>
        <p:spPr>
          <a:xfrm>
            <a:off x="3578796" y="67982"/>
            <a:ext cx="1986600" cy="415500"/>
          </a:xfrm>
          <a:prstGeom prst="rect">
            <a:avLst/>
          </a:prstGeom>
          <a:noFill/>
          <a:ln>
            <a:noFill/>
          </a:ln>
        </p:spPr>
        <p:txBody>
          <a:bodyPr anchorCtr="0" anchor="t" bIns="0" lIns="0" spcFirstLastPara="1" rIns="0" wrap="square" tIns="0">
            <a:spAutoFit/>
          </a:bodyPr>
          <a:lstStyle/>
          <a:p>
            <a:pPr indent="0" lvl="0" marL="0" marR="0" rtl="0" algn="ctr">
              <a:lnSpc>
                <a:spcPct val="165907"/>
              </a:lnSpc>
              <a:spcBef>
                <a:spcPts val="0"/>
              </a:spcBef>
              <a:spcAft>
                <a:spcPts val="0"/>
              </a:spcAft>
              <a:buNone/>
            </a:pPr>
            <a:r>
              <a:rPr b="0" i="0" lang="en" sz="2700" u="none" cap="none" strike="noStrike">
                <a:solidFill>
                  <a:srgbClr val="000000"/>
                </a:solidFill>
                <a:latin typeface="Barrio"/>
                <a:ea typeface="Barrio"/>
                <a:cs typeface="Barrio"/>
                <a:sym typeface="Barrio"/>
              </a:rPr>
              <a:t>THE CORTEX</a:t>
            </a:r>
            <a:endParaRPr sz="7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C"/>
        </a:solidFill>
      </p:bgPr>
    </p:bg>
    <p:spTree>
      <p:nvGrpSpPr>
        <p:cNvPr id="241" name="Shape 241"/>
        <p:cNvGrpSpPr/>
        <p:nvPr/>
      </p:nvGrpSpPr>
      <p:grpSpPr>
        <a:xfrm>
          <a:off x="0" y="0"/>
          <a:ext cx="0" cy="0"/>
          <a:chOff x="0" y="0"/>
          <a:chExt cx="0" cy="0"/>
        </a:xfrm>
      </p:grpSpPr>
      <p:sp>
        <p:nvSpPr>
          <p:cNvPr id="242" name="Google Shape;242;p45"/>
          <p:cNvSpPr txBox="1"/>
          <p:nvPr/>
        </p:nvSpPr>
        <p:spPr>
          <a:xfrm>
            <a:off x="276551" y="1120492"/>
            <a:ext cx="5349300" cy="3694500"/>
          </a:xfrm>
          <a:prstGeom prst="rect">
            <a:avLst/>
          </a:prstGeom>
          <a:noFill/>
          <a:ln>
            <a:noFill/>
          </a:ln>
        </p:spPr>
        <p:txBody>
          <a:bodyPr anchorCtr="0" anchor="t" bIns="0" lIns="0" spcFirstLastPara="1" rIns="0" wrap="square" tIns="0">
            <a:spAutoFit/>
          </a:bodyPr>
          <a:lstStyle/>
          <a:p>
            <a:pPr indent="0" lvl="0" marL="0" marR="0" rtl="0" algn="just">
              <a:lnSpc>
                <a:spcPct val="140012"/>
              </a:lnSpc>
              <a:spcBef>
                <a:spcPts val="0"/>
              </a:spcBef>
              <a:spcAft>
                <a:spcPts val="0"/>
              </a:spcAft>
              <a:buNone/>
            </a:pPr>
            <a:r>
              <a:rPr b="0" i="0" lang="en" sz="1600" u="none" cap="none" strike="noStrike">
                <a:solidFill>
                  <a:srgbClr val="000000"/>
                </a:solidFill>
                <a:latin typeface="Times New Roman"/>
                <a:ea typeface="Times New Roman"/>
                <a:cs typeface="Times New Roman"/>
                <a:sym typeface="Times New Roman"/>
              </a:rPr>
              <a:t>One afternoon in 1848, Gage, then 25 years old, was packing gunpowder into a rock with a tamping iron. A spark ignited the gunpowder, shooting the rod up through his left cheek and out the top of his skull, leaving his frontal lobes massively damaged. To everyone’s amazement, he was immediately able to sit up and speak, and  after the wound healed he returned to work. But the affable, soft -spoken Phineas Gage was now irritable, profane, and dishonest. Although his mental abilities and memories were intact, his personality was not. This person, said his friends, was “no longer Gage.” He eventually lost his job and ended up earning his living as a fairground exhibit.</a:t>
            </a:r>
            <a:endParaRPr sz="700"/>
          </a:p>
        </p:txBody>
      </p:sp>
      <p:sp>
        <p:nvSpPr>
          <p:cNvPr id="243" name="Google Shape;243;p45"/>
          <p:cNvSpPr txBox="1"/>
          <p:nvPr/>
        </p:nvSpPr>
        <p:spPr>
          <a:xfrm>
            <a:off x="3146710" y="209550"/>
            <a:ext cx="2850600" cy="415500"/>
          </a:xfrm>
          <a:prstGeom prst="rect">
            <a:avLst/>
          </a:prstGeom>
          <a:noFill/>
          <a:ln>
            <a:noFill/>
          </a:ln>
        </p:spPr>
        <p:txBody>
          <a:bodyPr anchorCtr="0" anchor="t" bIns="0" lIns="0" spcFirstLastPara="1" rIns="0" wrap="square" tIns="0">
            <a:spAutoFit/>
          </a:bodyPr>
          <a:lstStyle/>
          <a:p>
            <a:pPr indent="0" lvl="0" marL="0" marR="0" rtl="0" algn="ctr">
              <a:lnSpc>
                <a:spcPct val="165907"/>
              </a:lnSpc>
              <a:spcBef>
                <a:spcPts val="0"/>
              </a:spcBef>
              <a:spcAft>
                <a:spcPts val="0"/>
              </a:spcAft>
              <a:buNone/>
            </a:pPr>
            <a:r>
              <a:rPr b="0" i="0" lang="en" sz="2700" u="none" cap="none" strike="noStrike">
                <a:solidFill>
                  <a:srgbClr val="000000"/>
                </a:solidFill>
                <a:latin typeface="Barrio"/>
                <a:ea typeface="Barrio"/>
                <a:cs typeface="Barrio"/>
                <a:sym typeface="Barrio"/>
              </a:rPr>
              <a:t>PHINEAS GAGE</a:t>
            </a:r>
            <a:endParaRPr sz="700"/>
          </a:p>
        </p:txBody>
      </p:sp>
      <p:sp>
        <p:nvSpPr>
          <p:cNvPr id="244" name="Google Shape;244;p45"/>
          <p:cNvSpPr/>
          <p:nvPr/>
        </p:nvSpPr>
        <p:spPr>
          <a:xfrm>
            <a:off x="6090325" y="1434211"/>
            <a:ext cx="2757241" cy="2659640"/>
          </a:xfrm>
          <a:custGeom>
            <a:rect b="b" l="l" r="r" t="t"/>
            <a:pathLst>
              <a:path extrusionOk="0" h="5319279" w="5514482">
                <a:moveTo>
                  <a:pt x="0" y="0"/>
                </a:moveTo>
                <a:lnTo>
                  <a:pt x="5514482" y="0"/>
                </a:lnTo>
                <a:lnTo>
                  <a:pt x="5514482" y="5319279"/>
                </a:lnTo>
                <a:lnTo>
                  <a:pt x="0" y="5319279"/>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C"/>
        </a:solidFill>
      </p:bgPr>
    </p:bg>
    <p:spTree>
      <p:nvGrpSpPr>
        <p:cNvPr id="248" name="Shape 248"/>
        <p:cNvGrpSpPr/>
        <p:nvPr/>
      </p:nvGrpSpPr>
      <p:grpSpPr>
        <a:xfrm>
          <a:off x="0" y="0"/>
          <a:ext cx="0" cy="0"/>
          <a:chOff x="0" y="0"/>
          <a:chExt cx="0" cy="0"/>
        </a:xfrm>
      </p:grpSpPr>
      <p:sp>
        <p:nvSpPr>
          <p:cNvPr id="249" name="Google Shape;249;p46"/>
          <p:cNvSpPr txBox="1"/>
          <p:nvPr/>
        </p:nvSpPr>
        <p:spPr>
          <a:xfrm>
            <a:off x="78150" y="207400"/>
            <a:ext cx="5465400" cy="4495200"/>
          </a:xfrm>
          <a:prstGeom prst="rect">
            <a:avLst/>
          </a:prstGeom>
          <a:noFill/>
          <a:ln>
            <a:noFill/>
          </a:ln>
        </p:spPr>
        <p:txBody>
          <a:bodyPr anchorCtr="0" anchor="t" bIns="0" lIns="0" spcFirstLastPara="1" rIns="0" wrap="square" tIns="0">
            <a:spAutoFit/>
          </a:bodyPr>
          <a:lstStyle/>
          <a:p>
            <a:pPr indent="-127000" lvl="1" marL="266700" marR="0" rtl="0" algn="just">
              <a:lnSpc>
                <a:spcPct val="140016"/>
              </a:lnSpc>
              <a:spcBef>
                <a:spcPts val="0"/>
              </a:spcBef>
              <a:spcAft>
                <a:spcPts val="0"/>
              </a:spcAft>
              <a:buClr>
                <a:srgbClr val="000000"/>
              </a:buClr>
              <a:buSzPts val="1200"/>
              <a:buFont typeface="Arial"/>
              <a:buChar char="•"/>
            </a:pPr>
            <a:r>
              <a:rPr b="1" i="0" lang="en" sz="1200" u="none" cap="none" strike="noStrike">
                <a:solidFill>
                  <a:srgbClr val="000000"/>
                </a:solidFill>
                <a:latin typeface="Times"/>
                <a:ea typeface="Times"/>
                <a:cs typeface="Times"/>
                <a:sym typeface="Times"/>
              </a:rPr>
              <a:t>Aphasia,</a:t>
            </a:r>
            <a:r>
              <a:rPr b="0" i="0" lang="en" sz="1200" u="none" cap="none" strike="noStrike">
                <a:solidFill>
                  <a:srgbClr val="000000"/>
                </a:solidFill>
                <a:latin typeface="Times New Roman"/>
                <a:ea typeface="Times New Roman"/>
                <a:cs typeface="Times New Roman"/>
                <a:sym typeface="Times New Roman"/>
              </a:rPr>
              <a:t> an impaired use of language, can result from damage to any one of several </a:t>
            </a:r>
            <a:r>
              <a:rPr b="0" i="0" lang="en" sz="1100" u="none" cap="none" strike="noStrike">
                <a:solidFill>
                  <a:srgbClr val="000000"/>
                </a:solidFill>
                <a:latin typeface="Times New Roman"/>
                <a:ea typeface="Times New Roman"/>
                <a:cs typeface="Times New Roman"/>
                <a:sym typeface="Times New Roman"/>
              </a:rPr>
              <a:t>cortical areas.</a:t>
            </a:r>
            <a:endParaRPr sz="1100"/>
          </a:p>
          <a:p>
            <a:pPr indent="0" lvl="0" marL="0" marR="0" rtl="0" algn="just">
              <a:lnSpc>
                <a:spcPct val="140016"/>
              </a:lnSpc>
              <a:spcBef>
                <a:spcPts val="0"/>
              </a:spcBef>
              <a:spcAft>
                <a:spcPts val="0"/>
              </a:spcAft>
              <a:buNone/>
            </a:pPr>
            <a:r>
              <a:t/>
            </a:r>
            <a:endParaRPr b="0" i="0" sz="1100" u="none" cap="none" strike="noStrike">
              <a:solidFill>
                <a:srgbClr val="000000"/>
              </a:solidFill>
              <a:latin typeface="Times New Roman"/>
              <a:ea typeface="Times New Roman"/>
              <a:cs typeface="Times New Roman"/>
              <a:sym typeface="Times New Roman"/>
            </a:endParaRPr>
          </a:p>
          <a:p>
            <a:pPr indent="-120650" lvl="1" marL="266700" marR="0" rtl="0" algn="just">
              <a:lnSpc>
                <a:spcPct val="140016"/>
              </a:lnSpc>
              <a:spcBef>
                <a:spcPts val="0"/>
              </a:spcBef>
              <a:spcAft>
                <a:spcPts val="0"/>
              </a:spcAft>
              <a:buClr>
                <a:srgbClr val="000000"/>
              </a:buClr>
              <a:buSzPts val="1100"/>
              <a:buFont typeface="Arial"/>
              <a:buChar char="•"/>
            </a:pPr>
            <a:r>
              <a:rPr b="0" i="0" lang="en" sz="1100" u="none" cap="none" strike="noStrike">
                <a:solidFill>
                  <a:srgbClr val="000000"/>
                </a:solidFill>
                <a:latin typeface="Times New Roman"/>
                <a:ea typeface="Times New Roman"/>
                <a:cs typeface="Times New Roman"/>
                <a:sym typeface="Times New Roman"/>
              </a:rPr>
              <a:t>In 1865, French physician </a:t>
            </a:r>
            <a:r>
              <a:rPr b="1" i="0" lang="en" sz="1100" u="none" cap="none" strike="noStrike">
                <a:solidFill>
                  <a:srgbClr val="000000"/>
                </a:solidFill>
                <a:latin typeface="Times"/>
                <a:ea typeface="Times"/>
                <a:cs typeface="Times"/>
                <a:sym typeface="Times"/>
              </a:rPr>
              <a:t>Paul Broca</a:t>
            </a:r>
            <a:r>
              <a:rPr b="0" i="0" lang="en" sz="1100" u="none" cap="none" strike="noStrike">
                <a:solidFill>
                  <a:srgbClr val="000000"/>
                </a:solidFill>
                <a:latin typeface="Times New Roman"/>
                <a:ea typeface="Times New Roman"/>
                <a:cs typeface="Times New Roman"/>
                <a:sym typeface="Times New Roman"/>
              </a:rPr>
              <a:t> reported that after damage to a specific area of the left frontal lobe (later called </a:t>
            </a:r>
            <a:r>
              <a:rPr b="1" i="0" lang="en" sz="1100" u="none" cap="none" strike="noStrike">
                <a:solidFill>
                  <a:srgbClr val="000000"/>
                </a:solidFill>
                <a:latin typeface="Times"/>
                <a:ea typeface="Times"/>
                <a:cs typeface="Times"/>
                <a:sym typeface="Times"/>
              </a:rPr>
              <a:t>Broca’s area</a:t>
            </a:r>
            <a:r>
              <a:rPr b="0" i="0" lang="en" sz="1100" u="none" cap="none" strike="noStrike">
                <a:solidFill>
                  <a:srgbClr val="000000"/>
                </a:solidFill>
                <a:latin typeface="Times New Roman"/>
                <a:ea typeface="Times New Roman"/>
                <a:cs typeface="Times New Roman"/>
                <a:sym typeface="Times New Roman"/>
              </a:rPr>
              <a:t>) a person would struggle to speak words while still being able to sing familiar songs and comprehend speech. Damage to Broca’s area disrupts </a:t>
            </a:r>
            <a:r>
              <a:rPr b="1" i="0" lang="en" sz="1100" u="none" cap="none" strike="noStrike">
                <a:solidFill>
                  <a:srgbClr val="000000"/>
                </a:solidFill>
                <a:latin typeface="Times"/>
                <a:ea typeface="Times"/>
                <a:cs typeface="Times"/>
                <a:sym typeface="Times"/>
              </a:rPr>
              <a:t>speaking</a:t>
            </a:r>
            <a:r>
              <a:rPr b="0" i="0" lang="en" sz="1100" u="none" cap="none" strike="noStrike">
                <a:solidFill>
                  <a:srgbClr val="000000"/>
                </a:solidFill>
                <a:latin typeface="Times New Roman"/>
                <a:ea typeface="Times New Roman"/>
                <a:cs typeface="Times New Roman"/>
                <a:sym typeface="Times New Roman"/>
              </a:rPr>
              <a:t>.</a:t>
            </a:r>
            <a:endParaRPr sz="1100"/>
          </a:p>
          <a:p>
            <a:pPr indent="0" lvl="1" marL="0" marR="0" rtl="0" algn="just">
              <a:lnSpc>
                <a:spcPct val="140016"/>
              </a:lnSpc>
              <a:spcBef>
                <a:spcPts val="0"/>
              </a:spcBef>
              <a:spcAft>
                <a:spcPts val="0"/>
              </a:spcAft>
              <a:buNone/>
            </a:pPr>
            <a:r>
              <a:t/>
            </a:r>
            <a:endParaRPr b="0" i="0" sz="1100" u="none" cap="none" strike="noStrike">
              <a:solidFill>
                <a:srgbClr val="000000"/>
              </a:solidFill>
              <a:latin typeface="Times New Roman"/>
              <a:ea typeface="Times New Roman"/>
              <a:cs typeface="Times New Roman"/>
              <a:sym typeface="Times New Roman"/>
            </a:endParaRPr>
          </a:p>
          <a:p>
            <a:pPr indent="-120650" lvl="1" marL="266700" marR="0" rtl="0" algn="just">
              <a:lnSpc>
                <a:spcPct val="140016"/>
              </a:lnSpc>
              <a:spcBef>
                <a:spcPts val="0"/>
              </a:spcBef>
              <a:spcAft>
                <a:spcPts val="0"/>
              </a:spcAft>
              <a:buClr>
                <a:srgbClr val="000000"/>
              </a:buClr>
              <a:buSzPts val="1100"/>
              <a:buFont typeface="Arial"/>
              <a:buChar char="•"/>
            </a:pPr>
            <a:r>
              <a:rPr b="0" i="0" lang="en" sz="1100" u="none" cap="none" strike="noStrike">
                <a:solidFill>
                  <a:srgbClr val="000000"/>
                </a:solidFill>
                <a:latin typeface="Times New Roman"/>
                <a:ea typeface="Times New Roman"/>
                <a:cs typeface="Times New Roman"/>
                <a:sym typeface="Times New Roman"/>
              </a:rPr>
              <a:t>In 1874, German investigator</a:t>
            </a:r>
            <a:r>
              <a:rPr b="1" i="0" lang="en" sz="1100" u="none" cap="none" strike="noStrike">
                <a:solidFill>
                  <a:srgbClr val="000000"/>
                </a:solidFill>
                <a:latin typeface="Times"/>
                <a:ea typeface="Times"/>
                <a:cs typeface="Times"/>
                <a:sym typeface="Times"/>
              </a:rPr>
              <a:t> Carl Wernicke</a:t>
            </a:r>
            <a:r>
              <a:rPr b="0" i="0" lang="en" sz="1100" u="none" cap="none" strike="noStrike">
                <a:solidFill>
                  <a:srgbClr val="000000"/>
                </a:solidFill>
                <a:latin typeface="Times New Roman"/>
                <a:ea typeface="Times New Roman"/>
                <a:cs typeface="Times New Roman"/>
                <a:sym typeface="Times New Roman"/>
              </a:rPr>
              <a:t> discovered that after damage to a specific area of the left temporal lobe (</a:t>
            </a:r>
            <a:r>
              <a:rPr b="1" i="0" lang="en" sz="1100" u="none" cap="none" strike="noStrike">
                <a:solidFill>
                  <a:srgbClr val="000000"/>
                </a:solidFill>
                <a:latin typeface="Times"/>
                <a:ea typeface="Times"/>
                <a:cs typeface="Times"/>
                <a:sym typeface="Times"/>
              </a:rPr>
              <a:t>Wernicke’s area</a:t>
            </a:r>
            <a:r>
              <a:rPr b="0" i="0" lang="en" sz="1100" u="none" cap="none" strike="noStrike">
                <a:solidFill>
                  <a:srgbClr val="000000"/>
                </a:solidFill>
                <a:latin typeface="Times New Roman"/>
                <a:ea typeface="Times New Roman"/>
                <a:cs typeface="Times New Roman"/>
                <a:sym typeface="Times New Roman"/>
              </a:rPr>
              <a:t>) people could speak only meaningless words. Asked to describe a picture that showed two boys stealing cookies behind a woman’s back, one patient responded: “Mother is away her working her work to get her better, but when she’s looking the two boys looking the other part. She’s working another time” (Geschwind, 1979). Damage to Wernicke’s area also disrupts </a:t>
            </a:r>
            <a:r>
              <a:rPr b="1" i="0" lang="en" sz="1100" u="none" cap="none" strike="noStrike">
                <a:solidFill>
                  <a:srgbClr val="000000"/>
                </a:solidFill>
                <a:latin typeface="Times"/>
                <a:ea typeface="Times"/>
                <a:cs typeface="Times"/>
                <a:sym typeface="Times"/>
              </a:rPr>
              <a:t>understanding.</a:t>
            </a:r>
            <a:endParaRPr sz="1100"/>
          </a:p>
          <a:p>
            <a:pPr indent="0" lvl="0" marL="0" marR="0" rtl="0" algn="just">
              <a:lnSpc>
                <a:spcPct val="140016"/>
              </a:lnSpc>
              <a:spcBef>
                <a:spcPts val="0"/>
              </a:spcBef>
              <a:spcAft>
                <a:spcPts val="0"/>
              </a:spcAft>
              <a:buNone/>
            </a:pPr>
            <a:r>
              <a:t/>
            </a:r>
            <a:endParaRPr b="1" i="0" sz="1100" u="none" cap="none" strike="noStrike">
              <a:solidFill>
                <a:srgbClr val="000000"/>
              </a:solidFill>
              <a:latin typeface="Times"/>
              <a:ea typeface="Times"/>
              <a:cs typeface="Times"/>
              <a:sym typeface="Times"/>
            </a:endParaRPr>
          </a:p>
          <a:p>
            <a:pPr indent="-127000" lvl="1" marL="266700" marR="0" rtl="0" algn="just">
              <a:lnSpc>
                <a:spcPct val="140016"/>
              </a:lnSpc>
              <a:spcBef>
                <a:spcPts val="0"/>
              </a:spcBef>
              <a:spcAft>
                <a:spcPts val="0"/>
              </a:spcAft>
              <a:buClr>
                <a:srgbClr val="000000"/>
              </a:buClr>
              <a:buSzPts val="1200"/>
              <a:buFont typeface="Arial"/>
              <a:buChar char="•"/>
            </a:pPr>
            <a:r>
              <a:rPr b="0" i="0" lang="en" sz="1100" u="none" cap="none" strike="noStrike">
                <a:solidFill>
                  <a:srgbClr val="000000"/>
                </a:solidFill>
                <a:latin typeface="Times New Roman"/>
                <a:ea typeface="Times New Roman"/>
                <a:cs typeface="Times New Roman"/>
                <a:sym typeface="Times New Roman"/>
              </a:rPr>
              <a:t>A third brain area, the </a:t>
            </a:r>
            <a:r>
              <a:rPr b="1" i="0" lang="en" sz="1100" u="none" cap="none" strike="noStrike">
                <a:solidFill>
                  <a:srgbClr val="000000"/>
                </a:solidFill>
                <a:latin typeface="Times"/>
                <a:ea typeface="Times"/>
                <a:cs typeface="Times"/>
                <a:sym typeface="Times"/>
              </a:rPr>
              <a:t>angular gyrus</a:t>
            </a:r>
            <a:r>
              <a:rPr b="0" i="0" lang="en" sz="1100" u="none" cap="none" strike="noStrike">
                <a:solidFill>
                  <a:srgbClr val="000000"/>
                </a:solidFill>
                <a:latin typeface="Times New Roman"/>
                <a:ea typeface="Times New Roman"/>
                <a:cs typeface="Times New Roman"/>
                <a:sym typeface="Times New Roman"/>
              </a:rPr>
              <a:t>, is involved in </a:t>
            </a:r>
            <a:r>
              <a:rPr b="1" i="0" lang="en" sz="1100" u="none" cap="none" strike="noStrike">
                <a:solidFill>
                  <a:srgbClr val="000000"/>
                </a:solidFill>
                <a:latin typeface="Times"/>
                <a:ea typeface="Times"/>
                <a:cs typeface="Times"/>
                <a:sym typeface="Times"/>
              </a:rPr>
              <a:t>reading aloud</a:t>
            </a:r>
            <a:r>
              <a:rPr b="0" i="0" lang="en" sz="1100" u="none" cap="none" strike="noStrike">
                <a:solidFill>
                  <a:srgbClr val="000000"/>
                </a:solidFill>
                <a:latin typeface="Times New Roman"/>
                <a:ea typeface="Times New Roman"/>
                <a:cs typeface="Times New Roman"/>
                <a:sym typeface="Times New Roman"/>
              </a:rPr>
              <a:t>. It receives visual information from the visual area and </a:t>
            </a:r>
            <a:r>
              <a:rPr lang="en" sz="1100">
                <a:latin typeface="Times New Roman"/>
                <a:ea typeface="Times New Roman"/>
                <a:cs typeface="Times New Roman"/>
                <a:sym typeface="Times New Roman"/>
              </a:rPr>
              <a:t>records</a:t>
            </a:r>
            <a:r>
              <a:rPr b="0" i="0" lang="en" sz="1100" u="none" cap="none" strike="noStrike">
                <a:solidFill>
                  <a:srgbClr val="000000"/>
                </a:solidFill>
                <a:latin typeface="Times New Roman"/>
                <a:ea typeface="Times New Roman"/>
                <a:cs typeface="Times New Roman"/>
                <a:sym typeface="Times New Roman"/>
              </a:rPr>
              <a:t> it into an auditory form, which Wernicke’s area uses to derive its meaning. Damage to the angular gyrus leaves </a:t>
            </a:r>
            <a:r>
              <a:rPr b="1" i="0" lang="en" sz="1100" u="none" cap="none" strike="noStrike">
                <a:solidFill>
                  <a:srgbClr val="000000"/>
                </a:solidFill>
                <a:latin typeface="Times New Roman"/>
                <a:ea typeface="Times New Roman"/>
                <a:cs typeface="Times New Roman"/>
                <a:sym typeface="Times New Roman"/>
              </a:rPr>
              <a:t>a person able to speak and understand, but</a:t>
            </a:r>
            <a:r>
              <a:rPr b="1" i="0" lang="en" sz="1200" u="none" cap="none" strike="noStrike">
                <a:solidFill>
                  <a:srgbClr val="000000"/>
                </a:solidFill>
                <a:latin typeface="Times New Roman"/>
                <a:ea typeface="Times New Roman"/>
                <a:cs typeface="Times New Roman"/>
                <a:sym typeface="Times New Roman"/>
              </a:rPr>
              <a:t> unable to read.</a:t>
            </a:r>
            <a:endParaRPr b="1" sz="700"/>
          </a:p>
        </p:txBody>
      </p:sp>
      <p:sp>
        <p:nvSpPr>
          <p:cNvPr id="250" name="Google Shape;250;p46"/>
          <p:cNvSpPr/>
          <p:nvPr/>
        </p:nvSpPr>
        <p:spPr>
          <a:xfrm>
            <a:off x="6147321" y="1167293"/>
            <a:ext cx="2482330" cy="2376281"/>
          </a:xfrm>
          <a:custGeom>
            <a:rect b="b" l="l" r="r" t="t"/>
            <a:pathLst>
              <a:path extrusionOk="0" h="4752562" w="4964659">
                <a:moveTo>
                  <a:pt x="0" y="0"/>
                </a:moveTo>
                <a:lnTo>
                  <a:pt x="4964659" y="0"/>
                </a:lnTo>
                <a:lnTo>
                  <a:pt x="4964659" y="4752562"/>
                </a:lnTo>
                <a:lnTo>
                  <a:pt x="0" y="4752562"/>
                </a:lnTo>
                <a:lnTo>
                  <a:pt x="0" y="0"/>
                </a:lnTo>
                <a:close/>
              </a:path>
            </a:pathLst>
          </a:custGeom>
          <a:blipFill rotWithShape="1">
            <a:blip r:embed="rId3">
              <a:alphaModFix/>
            </a:blip>
            <a:stretch>
              <a:fillRect b="-21579" l="0" r="-7738" t="0"/>
            </a:stretch>
          </a:blipFill>
          <a:ln>
            <a:noFill/>
          </a:ln>
        </p:spPr>
      </p:sp>
      <p:cxnSp>
        <p:nvCxnSpPr>
          <p:cNvPr id="251" name="Google Shape;251;p46"/>
          <p:cNvCxnSpPr/>
          <p:nvPr/>
        </p:nvCxnSpPr>
        <p:spPr>
          <a:xfrm>
            <a:off x="7837142" y="2573303"/>
            <a:ext cx="177900" cy="1169700"/>
          </a:xfrm>
          <a:prstGeom prst="straightConnector1">
            <a:avLst/>
          </a:prstGeom>
          <a:noFill/>
          <a:ln cap="flat" cmpd="sng" w="38100">
            <a:solidFill>
              <a:srgbClr val="000000"/>
            </a:solidFill>
            <a:prstDash val="solid"/>
            <a:round/>
            <a:headEnd len="sm" w="sm" type="none"/>
            <a:tailEnd len="sm" w="sm" type="none"/>
          </a:ln>
        </p:spPr>
      </p:cxnSp>
      <p:sp>
        <p:nvSpPr>
          <p:cNvPr id="252" name="Google Shape;252;p46"/>
          <p:cNvSpPr txBox="1"/>
          <p:nvPr/>
        </p:nvSpPr>
        <p:spPr>
          <a:xfrm>
            <a:off x="7603331" y="3790130"/>
            <a:ext cx="990600" cy="720600"/>
          </a:xfrm>
          <a:prstGeom prst="rect">
            <a:avLst/>
          </a:prstGeom>
          <a:noFill/>
          <a:ln>
            <a:noFill/>
          </a:ln>
        </p:spPr>
        <p:txBody>
          <a:bodyPr anchorCtr="0" anchor="t" bIns="0" lIns="0" spcFirstLastPara="1" rIns="0" wrap="square" tIns="0">
            <a:spAutoFit/>
          </a:bodyPr>
          <a:lstStyle/>
          <a:p>
            <a:pPr indent="0" lvl="0" marL="0" marR="0" rtl="0" algn="ctr">
              <a:lnSpc>
                <a:spcPct val="140022"/>
              </a:lnSpc>
              <a:spcBef>
                <a:spcPts val="0"/>
              </a:spcBef>
              <a:spcAft>
                <a:spcPts val="0"/>
              </a:spcAft>
              <a:buNone/>
            </a:pPr>
            <a:r>
              <a:rPr b="0" i="0" lang="en" sz="900" u="none" cap="none" strike="noStrike">
                <a:solidFill>
                  <a:srgbClr val="000000"/>
                </a:solidFill>
                <a:latin typeface="Times New Roman"/>
                <a:ea typeface="Times New Roman"/>
                <a:cs typeface="Times New Roman"/>
                <a:sym typeface="Times New Roman"/>
              </a:rPr>
              <a:t>VISUAL CORTEX</a:t>
            </a:r>
            <a:endParaRPr sz="700"/>
          </a:p>
          <a:p>
            <a:pPr indent="0" lvl="0" marL="0" marR="0" rtl="0" algn="ctr">
              <a:lnSpc>
                <a:spcPct val="140022"/>
              </a:lnSpc>
              <a:spcBef>
                <a:spcPts val="0"/>
              </a:spcBef>
              <a:spcAft>
                <a:spcPts val="0"/>
              </a:spcAft>
              <a:buNone/>
            </a:pPr>
            <a:r>
              <a:rPr b="0" i="0" lang="en" sz="900" u="none" cap="none" strike="noStrike">
                <a:solidFill>
                  <a:srgbClr val="000000"/>
                </a:solidFill>
                <a:latin typeface="Times New Roman"/>
                <a:ea typeface="Times New Roman"/>
                <a:cs typeface="Times New Roman"/>
                <a:sym typeface="Times New Roman"/>
              </a:rPr>
              <a:t>(receives written words</a:t>
            </a:r>
            <a:endParaRPr sz="700"/>
          </a:p>
          <a:p>
            <a:pPr indent="0" lvl="0" marL="0" marR="0" rtl="0" algn="ctr">
              <a:lnSpc>
                <a:spcPct val="140022"/>
              </a:lnSpc>
              <a:spcBef>
                <a:spcPts val="0"/>
              </a:spcBef>
              <a:spcAft>
                <a:spcPts val="0"/>
              </a:spcAft>
              <a:buNone/>
            </a:pPr>
            <a:r>
              <a:rPr b="0" i="0" lang="en" sz="900" u="none" cap="none" strike="noStrike">
                <a:solidFill>
                  <a:srgbClr val="000000"/>
                </a:solidFill>
                <a:latin typeface="Times New Roman"/>
                <a:ea typeface="Times New Roman"/>
                <a:cs typeface="Times New Roman"/>
                <a:sym typeface="Times New Roman"/>
              </a:rPr>
              <a:t>as visual stimulation)</a:t>
            </a:r>
            <a:endParaRPr sz="700"/>
          </a:p>
        </p:txBody>
      </p:sp>
      <p:sp>
        <p:nvSpPr>
          <p:cNvPr id="253" name="Google Shape;253;p46"/>
          <p:cNvSpPr txBox="1"/>
          <p:nvPr/>
        </p:nvSpPr>
        <p:spPr>
          <a:xfrm>
            <a:off x="8089553" y="562332"/>
            <a:ext cx="1008600" cy="720600"/>
          </a:xfrm>
          <a:prstGeom prst="rect">
            <a:avLst/>
          </a:prstGeom>
          <a:noFill/>
          <a:ln>
            <a:noFill/>
          </a:ln>
        </p:spPr>
        <p:txBody>
          <a:bodyPr anchorCtr="0" anchor="t" bIns="0" lIns="0" spcFirstLastPara="1" rIns="0" wrap="square" tIns="0">
            <a:spAutoFit/>
          </a:bodyPr>
          <a:lstStyle/>
          <a:p>
            <a:pPr indent="0" lvl="0" marL="0" marR="0" rtl="0" algn="ctr">
              <a:lnSpc>
                <a:spcPct val="140022"/>
              </a:lnSpc>
              <a:spcBef>
                <a:spcPts val="0"/>
              </a:spcBef>
              <a:spcAft>
                <a:spcPts val="0"/>
              </a:spcAft>
              <a:buNone/>
            </a:pPr>
            <a:r>
              <a:rPr b="0" i="0" lang="en" sz="900" u="none" cap="none" strike="noStrike">
                <a:solidFill>
                  <a:srgbClr val="000000"/>
                </a:solidFill>
                <a:latin typeface="Times New Roman"/>
                <a:ea typeface="Times New Roman"/>
                <a:cs typeface="Times New Roman"/>
                <a:sym typeface="Times New Roman"/>
              </a:rPr>
              <a:t>ANGULAR GYRUS</a:t>
            </a:r>
            <a:endParaRPr sz="700"/>
          </a:p>
          <a:p>
            <a:pPr indent="0" lvl="0" marL="0" marR="0" rtl="0" algn="ctr">
              <a:lnSpc>
                <a:spcPct val="140022"/>
              </a:lnSpc>
              <a:spcBef>
                <a:spcPts val="0"/>
              </a:spcBef>
              <a:spcAft>
                <a:spcPts val="0"/>
              </a:spcAft>
              <a:buNone/>
            </a:pPr>
            <a:r>
              <a:rPr b="0" i="0" lang="en" sz="900" u="none" cap="none" strike="noStrike">
                <a:solidFill>
                  <a:srgbClr val="000000"/>
                </a:solidFill>
                <a:latin typeface="Times New Roman"/>
                <a:ea typeface="Times New Roman"/>
                <a:cs typeface="Times New Roman"/>
                <a:sym typeface="Times New Roman"/>
              </a:rPr>
              <a:t>(transforms visual</a:t>
            </a:r>
            <a:endParaRPr sz="700"/>
          </a:p>
          <a:p>
            <a:pPr indent="0" lvl="0" marL="0" marR="0" rtl="0" algn="ctr">
              <a:lnSpc>
                <a:spcPct val="140022"/>
              </a:lnSpc>
              <a:spcBef>
                <a:spcPts val="0"/>
              </a:spcBef>
              <a:spcAft>
                <a:spcPts val="0"/>
              </a:spcAft>
              <a:buNone/>
            </a:pPr>
            <a:r>
              <a:rPr b="0" i="0" lang="en" sz="900" u="none" cap="none" strike="noStrike">
                <a:solidFill>
                  <a:srgbClr val="000000"/>
                </a:solidFill>
                <a:latin typeface="Times New Roman"/>
                <a:ea typeface="Times New Roman"/>
                <a:cs typeface="Times New Roman"/>
                <a:sym typeface="Times New Roman"/>
              </a:rPr>
              <a:t>representations into</a:t>
            </a:r>
            <a:endParaRPr sz="700"/>
          </a:p>
          <a:p>
            <a:pPr indent="0" lvl="0" marL="0" marR="0" rtl="0" algn="ctr">
              <a:lnSpc>
                <a:spcPct val="140022"/>
              </a:lnSpc>
              <a:spcBef>
                <a:spcPts val="0"/>
              </a:spcBef>
              <a:spcAft>
                <a:spcPts val="0"/>
              </a:spcAft>
              <a:buNone/>
            </a:pPr>
            <a:r>
              <a:rPr b="0" i="0" lang="en" sz="900" u="none" cap="none" strike="noStrike">
                <a:solidFill>
                  <a:srgbClr val="000000"/>
                </a:solidFill>
                <a:latin typeface="Times New Roman"/>
                <a:ea typeface="Times New Roman"/>
                <a:cs typeface="Times New Roman"/>
                <a:sym typeface="Times New Roman"/>
              </a:rPr>
              <a:t>an auditory code)</a:t>
            </a:r>
            <a:endParaRPr sz="700"/>
          </a:p>
        </p:txBody>
      </p:sp>
      <p:cxnSp>
        <p:nvCxnSpPr>
          <p:cNvPr id="254" name="Google Shape;254;p46"/>
          <p:cNvCxnSpPr/>
          <p:nvPr/>
        </p:nvCxnSpPr>
        <p:spPr>
          <a:xfrm flipH="1">
            <a:off x="7747057" y="1318387"/>
            <a:ext cx="567300" cy="592800"/>
          </a:xfrm>
          <a:prstGeom prst="straightConnector1">
            <a:avLst/>
          </a:prstGeom>
          <a:noFill/>
          <a:ln cap="flat" cmpd="sng" w="38100">
            <a:solidFill>
              <a:srgbClr val="000000"/>
            </a:solidFill>
            <a:prstDash val="solid"/>
            <a:round/>
            <a:headEnd len="sm" w="sm" type="none"/>
            <a:tailEnd len="sm" w="sm" type="none"/>
          </a:ln>
        </p:spPr>
      </p:cxnSp>
      <p:sp>
        <p:nvSpPr>
          <p:cNvPr id="255" name="Google Shape;255;p46"/>
          <p:cNvSpPr txBox="1"/>
          <p:nvPr/>
        </p:nvSpPr>
        <p:spPr>
          <a:xfrm>
            <a:off x="6195997" y="3790130"/>
            <a:ext cx="1101300" cy="526500"/>
          </a:xfrm>
          <a:prstGeom prst="rect">
            <a:avLst/>
          </a:prstGeom>
          <a:noFill/>
          <a:ln>
            <a:noFill/>
          </a:ln>
        </p:spPr>
        <p:txBody>
          <a:bodyPr anchorCtr="0" anchor="t" bIns="0" lIns="0" spcFirstLastPara="1" rIns="0" wrap="square" tIns="0">
            <a:spAutoFit/>
          </a:bodyPr>
          <a:lstStyle/>
          <a:p>
            <a:pPr indent="0" lvl="0" marL="0" marR="0" rtl="0" algn="ctr">
              <a:lnSpc>
                <a:spcPct val="140022"/>
              </a:lnSpc>
              <a:spcBef>
                <a:spcPts val="0"/>
              </a:spcBef>
              <a:spcAft>
                <a:spcPts val="0"/>
              </a:spcAft>
              <a:buNone/>
            </a:pPr>
            <a:r>
              <a:rPr b="0" i="0" lang="en" sz="900" u="none" cap="none" strike="noStrike">
                <a:solidFill>
                  <a:srgbClr val="000000"/>
                </a:solidFill>
                <a:latin typeface="Times New Roman"/>
                <a:ea typeface="Times New Roman"/>
                <a:cs typeface="Times New Roman"/>
                <a:sym typeface="Times New Roman"/>
              </a:rPr>
              <a:t>WERNICKE’S AREA</a:t>
            </a:r>
            <a:endParaRPr sz="700"/>
          </a:p>
          <a:p>
            <a:pPr indent="0" lvl="0" marL="0" marR="0" rtl="0" algn="ctr">
              <a:lnSpc>
                <a:spcPct val="140022"/>
              </a:lnSpc>
              <a:spcBef>
                <a:spcPts val="0"/>
              </a:spcBef>
              <a:spcAft>
                <a:spcPts val="0"/>
              </a:spcAft>
              <a:buNone/>
            </a:pPr>
            <a:r>
              <a:rPr b="0" i="0" lang="en" sz="900" u="none" cap="none" strike="noStrike">
                <a:solidFill>
                  <a:srgbClr val="000000"/>
                </a:solidFill>
                <a:latin typeface="Times New Roman"/>
                <a:ea typeface="Times New Roman"/>
                <a:cs typeface="Times New Roman"/>
                <a:sym typeface="Times New Roman"/>
              </a:rPr>
              <a:t>(interprets auditory code)</a:t>
            </a:r>
            <a:endParaRPr sz="700"/>
          </a:p>
        </p:txBody>
      </p:sp>
      <p:cxnSp>
        <p:nvCxnSpPr>
          <p:cNvPr id="256" name="Google Shape;256;p46"/>
          <p:cNvCxnSpPr/>
          <p:nvPr/>
        </p:nvCxnSpPr>
        <p:spPr>
          <a:xfrm flipH="1">
            <a:off x="6860485" y="2128742"/>
            <a:ext cx="528000" cy="1614300"/>
          </a:xfrm>
          <a:prstGeom prst="straightConnector1">
            <a:avLst/>
          </a:prstGeom>
          <a:noFill/>
          <a:ln cap="flat" cmpd="sng" w="38100">
            <a:solidFill>
              <a:srgbClr val="000000"/>
            </a:solidFill>
            <a:prstDash val="solid"/>
            <a:round/>
            <a:headEnd len="sm" w="sm" type="none"/>
            <a:tailEnd len="sm" w="sm" type="none"/>
          </a:ln>
        </p:spPr>
      </p:cxnSp>
      <p:sp>
        <p:nvSpPr>
          <p:cNvPr id="257" name="Google Shape;257;p46"/>
          <p:cNvSpPr txBox="1"/>
          <p:nvPr/>
        </p:nvSpPr>
        <p:spPr>
          <a:xfrm>
            <a:off x="5823070" y="439933"/>
            <a:ext cx="1101300" cy="720600"/>
          </a:xfrm>
          <a:prstGeom prst="rect">
            <a:avLst/>
          </a:prstGeom>
          <a:noFill/>
          <a:ln>
            <a:noFill/>
          </a:ln>
        </p:spPr>
        <p:txBody>
          <a:bodyPr anchorCtr="0" anchor="t" bIns="0" lIns="0" spcFirstLastPara="1" rIns="0" wrap="square" tIns="0">
            <a:spAutoFit/>
          </a:bodyPr>
          <a:lstStyle/>
          <a:p>
            <a:pPr indent="0" lvl="0" marL="0" marR="0" rtl="0" algn="ctr">
              <a:lnSpc>
                <a:spcPct val="140022"/>
              </a:lnSpc>
              <a:spcBef>
                <a:spcPts val="0"/>
              </a:spcBef>
              <a:spcAft>
                <a:spcPts val="0"/>
              </a:spcAft>
              <a:buNone/>
            </a:pPr>
            <a:r>
              <a:rPr b="0" i="0" lang="en" sz="900" u="none" cap="none" strike="noStrike">
                <a:solidFill>
                  <a:srgbClr val="000000"/>
                </a:solidFill>
                <a:latin typeface="Times New Roman"/>
                <a:ea typeface="Times New Roman"/>
                <a:cs typeface="Times New Roman"/>
                <a:sym typeface="Times New Roman"/>
              </a:rPr>
              <a:t>BROCA’S AREA</a:t>
            </a:r>
            <a:endParaRPr sz="700"/>
          </a:p>
          <a:p>
            <a:pPr indent="0" lvl="0" marL="0" marR="0" rtl="0" algn="ctr">
              <a:lnSpc>
                <a:spcPct val="140022"/>
              </a:lnSpc>
              <a:spcBef>
                <a:spcPts val="0"/>
              </a:spcBef>
              <a:spcAft>
                <a:spcPts val="0"/>
              </a:spcAft>
              <a:buNone/>
            </a:pPr>
            <a:r>
              <a:rPr b="0" i="0" lang="en" sz="900" u="none" cap="none" strike="noStrike">
                <a:solidFill>
                  <a:srgbClr val="000000"/>
                </a:solidFill>
                <a:latin typeface="Times New Roman"/>
                <a:ea typeface="Times New Roman"/>
                <a:cs typeface="Times New Roman"/>
                <a:sym typeface="Times New Roman"/>
              </a:rPr>
              <a:t>(controls speech</a:t>
            </a:r>
            <a:endParaRPr sz="700"/>
          </a:p>
          <a:p>
            <a:pPr indent="0" lvl="0" marL="0" marR="0" rtl="0" algn="ctr">
              <a:lnSpc>
                <a:spcPct val="140022"/>
              </a:lnSpc>
              <a:spcBef>
                <a:spcPts val="0"/>
              </a:spcBef>
              <a:spcAft>
                <a:spcPts val="0"/>
              </a:spcAft>
              <a:buNone/>
            </a:pPr>
            <a:r>
              <a:rPr b="0" i="0" lang="en" sz="900" u="none" cap="none" strike="noStrike">
                <a:solidFill>
                  <a:srgbClr val="000000"/>
                </a:solidFill>
                <a:latin typeface="Times New Roman"/>
                <a:ea typeface="Times New Roman"/>
                <a:cs typeface="Times New Roman"/>
                <a:sym typeface="Times New Roman"/>
              </a:rPr>
              <a:t>muscles via</a:t>
            </a:r>
            <a:endParaRPr sz="700"/>
          </a:p>
          <a:p>
            <a:pPr indent="0" lvl="0" marL="0" marR="0" rtl="0" algn="ctr">
              <a:lnSpc>
                <a:spcPct val="140022"/>
              </a:lnSpc>
              <a:spcBef>
                <a:spcPts val="0"/>
              </a:spcBef>
              <a:spcAft>
                <a:spcPts val="0"/>
              </a:spcAft>
              <a:buNone/>
            </a:pPr>
            <a:r>
              <a:rPr b="0" i="0" lang="en" sz="900" u="none" cap="none" strike="noStrike">
                <a:solidFill>
                  <a:srgbClr val="000000"/>
                </a:solidFill>
                <a:latin typeface="Times New Roman"/>
                <a:ea typeface="Times New Roman"/>
                <a:cs typeface="Times New Roman"/>
                <a:sym typeface="Times New Roman"/>
              </a:rPr>
              <a:t>the motor cortex)</a:t>
            </a:r>
            <a:endParaRPr sz="700"/>
          </a:p>
        </p:txBody>
      </p:sp>
      <p:cxnSp>
        <p:nvCxnSpPr>
          <p:cNvPr id="258" name="Google Shape;258;p46"/>
          <p:cNvCxnSpPr/>
          <p:nvPr/>
        </p:nvCxnSpPr>
        <p:spPr>
          <a:xfrm>
            <a:off x="6543749" y="1167293"/>
            <a:ext cx="203100" cy="744000"/>
          </a:xfrm>
          <a:prstGeom prst="straightConnector1">
            <a:avLst/>
          </a:prstGeom>
          <a:noFill/>
          <a:ln cap="flat" cmpd="sng" w="38100">
            <a:solidFill>
              <a:srgbClr val="000000"/>
            </a:solidFill>
            <a:prstDash val="solid"/>
            <a:round/>
            <a:headEnd len="sm" w="sm" type="none"/>
            <a:tailEnd len="sm" w="sm" type="none"/>
          </a:ln>
        </p:spPr>
      </p:cxnSp>
      <p:sp>
        <p:nvSpPr>
          <p:cNvPr id="259" name="Google Shape;259;p46"/>
          <p:cNvSpPr txBox="1"/>
          <p:nvPr/>
        </p:nvSpPr>
        <p:spPr>
          <a:xfrm>
            <a:off x="6941899" y="266700"/>
            <a:ext cx="938700" cy="526500"/>
          </a:xfrm>
          <a:prstGeom prst="rect">
            <a:avLst/>
          </a:prstGeom>
          <a:noFill/>
          <a:ln>
            <a:noFill/>
          </a:ln>
        </p:spPr>
        <p:txBody>
          <a:bodyPr anchorCtr="0" anchor="t" bIns="0" lIns="0" spcFirstLastPara="1" rIns="0" wrap="square" tIns="0">
            <a:spAutoFit/>
          </a:bodyPr>
          <a:lstStyle/>
          <a:p>
            <a:pPr indent="0" lvl="0" marL="0" marR="0" rtl="0" algn="ctr">
              <a:lnSpc>
                <a:spcPct val="140022"/>
              </a:lnSpc>
              <a:spcBef>
                <a:spcPts val="0"/>
              </a:spcBef>
              <a:spcAft>
                <a:spcPts val="0"/>
              </a:spcAft>
              <a:buNone/>
            </a:pPr>
            <a:r>
              <a:rPr b="0" i="0" lang="en" sz="900" u="none" cap="none" strike="noStrike">
                <a:solidFill>
                  <a:srgbClr val="000000"/>
                </a:solidFill>
                <a:latin typeface="Times New Roman"/>
                <a:ea typeface="Times New Roman"/>
                <a:cs typeface="Times New Roman"/>
                <a:sym typeface="Times New Roman"/>
              </a:rPr>
              <a:t>MOTOR CORTEX</a:t>
            </a:r>
            <a:endParaRPr sz="700"/>
          </a:p>
          <a:p>
            <a:pPr indent="0" lvl="0" marL="0" marR="0" rtl="0" algn="ctr">
              <a:lnSpc>
                <a:spcPct val="140022"/>
              </a:lnSpc>
              <a:spcBef>
                <a:spcPts val="0"/>
              </a:spcBef>
              <a:spcAft>
                <a:spcPts val="0"/>
              </a:spcAft>
              <a:buNone/>
            </a:pPr>
            <a:r>
              <a:rPr b="0" i="0" lang="en" sz="900" u="none" cap="none" strike="noStrike">
                <a:solidFill>
                  <a:srgbClr val="000000"/>
                </a:solidFill>
                <a:latin typeface="Times New Roman"/>
                <a:ea typeface="Times New Roman"/>
                <a:cs typeface="Times New Roman"/>
                <a:sym typeface="Times New Roman"/>
              </a:rPr>
              <a:t>(word is pronounced)</a:t>
            </a:r>
            <a:endParaRPr sz="700"/>
          </a:p>
        </p:txBody>
      </p:sp>
      <p:cxnSp>
        <p:nvCxnSpPr>
          <p:cNvPr id="260" name="Google Shape;260;p46"/>
          <p:cNvCxnSpPr>
            <a:stCxn id="259" idx="2"/>
          </p:cNvCxnSpPr>
          <p:nvPr/>
        </p:nvCxnSpPr>
        <p:spPr>
          <a:xfrm flipH="1">
            <a:off x="7297549" y="793199"/>
            <a:ext cx="113700" cy="774000"/>
          </a:xfrm>
          <a:prstGeom prst="straightConnector1">
            <a:avLst/>
          </a:prstGeom>
          <a:noFill/>
          <a:ln cap="flat" cmpd="sng" w="38100">
            <a:solidFill>
              <a:srgbClr val="000000"/>
            </a:solidFill>
            <a:prstDash val="solid"/>
            <a:round/>
            <a:headEnd len="sm" w="sm" type="none"/>
            <a:tailEnd len="sm" w="sm"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7"/>
          <p:cNvSpPr txBox="1"/>
          <p:nvPr/>
        </p:nvSpPr>
        <p:spPr>
          <a:xfrm>
            <a:off x="228600" y="232600"/>
            <a:ext cx="8715000" cy="4587000"/>
          </a:xfrm>
          <a:prstGeom prst="rect">
            <a:avLst/>
          </a:prstGeom>
          <a:noFill/>
          <a:ln>
            <a:noFill/>
          </a:ln>
        </p:spPr>
        <p:txBody>
          <a:bodyPr anchorCtr="0" anchor="t" bIns="91425" lIns="91425" spcFirstLastPara="1" rIns="91425" wrap="square" tIns="91425">
            <a:spAutoFit/>
          </a:bodyPr>
          <a:lstStyle/>
          <a:p>
            <a:pPr indent="-368300" lvl="0" marL="596900" rtl="0" algn="just">
              <a:lnSpc>
                <a:spcPct val="100000"/>
              </a:lnSpc>
              <a:spcBef>
                <a:spcPts val="1000"/>
              </a:spcBef>
              <a:spcAft>
                <a:spcPts val="0"/>
              </a:spcAft>
              <a:buClr>
                <a:schemeClr val="dk1"/>
              </a:buClr>
              <a:buSzPts val="2200"/>
              <a:buFont typeface="Times New Roman"/>
              <a:buAutoNum type="arabicPeriod"/>
            </a:pPr>
            <a:r>
              <a:rPr b="1" lang="en" sz="2200">
                <a:solidFill>
                  <a:schemeClr val="dk1"/>
                </a:solidFill>
                <a:highlight>
                  <a:srgbClr val="FFFFFF"/>
                </a:highlight>
                <a:latin typeface="Times New Roman"/>
                <a:ea typeface="Times New Roman"/>
                <a:cs typeface="Times New Roman"/>
                <a:sym typeface="Times New Roman"/>
              </a:rPr>
              <a:t>How do you approach problem-solving?</a:t>
            </a:r>
            <a:endParaRPr b="1" sz="2200">
              <a:solidFill>
                <a:schemeClr val="dk1"/>
              </a:solidFill>
              <a:highlight>
                <a:srgbClr val="FFFFFF"/>
              </a:highlight>
              <a:latin typeface="Times New Roman"/>
              <a:ea typeface="Times New Roman"/>
              <a:cs typeface="Times New Roman"/>
              <a:sym typeface="Times New Roman"/>
            </a:endParaRPr>
          </a:p>
          <a:p>
            <a:pPr indent="-368300" lvl="1" marL="1193800" rtl="0" algn="just">
              <a:lnSpc>
                <a:spcPct val="100000"/>
              </a:lnSpc>
              <a:spcBef>
                <a:spcPts val="0"/>
              </a:spcBef>
              <a:spcAft>
                <a:spcPts val="0"/>
              </a:spcAft>
              <a:buClr>
                <a:schemeClr val="dk1"/>
              </a:buClr>
              <a:buSzPts val="2200"/>
              <a:buFont typeface="Times New Roman"/>
              <a:buChar char="○"/>
            </a:pPr>
            <a:r>
              <a:rPr lang="en" sz="2200">
                <a:solidFill>
                  <a:schemeClr val="dk1"/>
                </a:solidFill>
                <a:highlight>
                  <a:srgbClr val="FFFFFF"/>
                </a:highlight>
                <a:latin typeface="Times New Roman"/>
                <a:ea typeface="Times New Roman"/>
                <a:cs typeface="Times New Roman"/>
                <a:sym typeface="Times New Roman"/>
              </a:rPr>
              <a:t>I rely on intuition </a:t>
            </a:r>
            <a:endParaRPr sz="2200">
              <a:solidFill>
                <a:schemeClr val="dk1"/>
              </a:solidFill>
              <a:highlight>
                <a:srgbClr val="FFFFFF"/>
              </a:highlight>
              <a:latin typeface="Times New Roman"/>
              <a:ea typeface="Times New Roman"/>
              <a:cs typeface="Times New Roman"/>
              <a:sym typeface="Times New Roman"/>
            </a:endParaRPr>
          </a:p>
          <a:p>
            <a:pPr indent="-368300" lvl="1" marL="1193800" rtl="0" algn="just">
              <a:lnSpc>
                <a:spcPct val="100000"/>
              </a:lnSpc>
              <a:spcBef>
                <a:spcPts val="0"/>
              </a:spcBef>
              <a:spcAft>
                <a:spcPts val="0"/>
              </a:spcAft>
              <a:buClr>
                <a:schemeClr val="dk1"/>
              </a:buClr>
              <a:buSzPts val="2200"/>
              <a:buFont typeface="Times New Roman"/>
              <a:buChar char="○"/>
            </a:pPr>
            <a:r>
              <a:rPr lang="en" sz="2200">
                <a:solidFill>
                  <a:schemeClr val="dk1"/>
                </a:solidFill>
                <a:highlight>
                  <a:srgbClr val="FFFFFF"/>
                </a:highlight>
                <a:latin typeface="Times New Roman"/>
                <a:ea typeface="Times New Roman"/>
                <a:cs typeface="Times New Roman"/>
                <a:sym typeface="Times New Roman"/>
              </a:rPr>
              <a:t>I break the problem down into smaller steps and use logic.</a:t>
            </a:r>
            <a:endParaRPr sz="2200">
              <a:solidFill>
                <a:schemeClr val="dk1"/>
              </a:solidFill>
              <a:highlight>
                <a:srgbClr val="FFFFFF"/>
              </a:highlight>
              <a:latin typeface="Times New Roman"/>
              <a:ea typeface="Times New Roman"/>
              <a:cs typeface="Times New Roman"/>
              <a:sym typeface="Times New Roman"/>
            </a:endParaRPr>
          </a:p>
          <a:p>
            <a:pPr indent="-368300" lvl="0" marL="596900" rtl="0" algn="just">
              <a:lnSpc>
                <a:spcPct val="100000"/>
              </a:lnSpc>
              <a:spcBef>
                <a:spcPts val="0"/>
              </a:spcBef>
              <a:spcAft>
                <a:spcPts val="0"/>
              </a:spcAft>
              <a:buClr>
                <a:schemeClr val="dk1"/>
              </a:buClr>
              <a:buSzPts val="2200"/>
              <a:buFont typeface="Times New Roman"/>
              <a:buAutoNum type="arabicPeriod"/>
            </a:pPr>
            <a:r>
              <a:rPr b="1" lang="en" sz="2200">
                <a:solidFill>
                  <a:schemeClr val="dk1"/>
                </a:solidFill>
                <a:highlight>
                  <a:srgbClr val="FFFFFF"/>
                </a:highlight>
                <a:latin typeface="Times New Roman"/>
                <a:ea typeface="Times New Roman"/>
                <a:cs typeface="Times New Roman"/>
                <a:sym typeface="Times New Roman"/>
              </a:rPr>
              <a:t>How do you process information better?</a:t>
            </a:r>
            <a:endParaRPr b="1" sz="2200">
              <a:solidFill>
                <a:schemeClr val="dk1"/>
              </a:solidFill>
              <a:highlight>
                <a:srgbClr val="FFFFFF"/>
              </a:highlight>
              <a:latin typeface="Times New Roman"/>
              <a:ea typeface="Times New Roman"/>
              <a:cs typeface="Times New Roman"/>
              <a:sym typeface="Times New Roman"/>
            </a:endParaRPr>
          </a:p>
          <a:p>
            <a:pPr indent="-368300" lvl="1" marL="1193800" rtl="0" algn="just">
              <a:lnSpc>
                <a:spcPct val="100000"/>
              </a:lnSpc>
              <a:spcBef>
                <a:spcPts val="0"/>
              </a:spcBef>
              <a:spcAft>
                <a:spcPts val="0"/>
              </a:spcAft>
              <a:buClr>
                <a:schemeClr val="dk1"/>
              </a:buClr>
              <a:buSzPts val="2200"/>
              <a:buFont typeface="Times New Roman"/>
              <a:buChar char="○"/>
            </a:pPr>
            <a:r>
              <a:rPr lang="en" sz="2200">
                <a:solidFill>
                  <a:schemeClr val="dk1"/>
                </a:solidFill>
                <a:highlight>
                  <a:srgbClr val="FFFFFF"/>
                </a:highlight>
                <a:latin typeface="Times New Roman"/>
                <a:ea typeface="Times New Roman"/>
                <a:cs typeface="Times New Roman"/>
                <a:sym typeface="Times New Roman"/>
              </a:rPr>
              <a:t>Through images, patterns, and stories.</a:t>
            </a:r>
            <a:endParaRPr sz="2200">
              <a:solidFill>
                <a:schemeClr val="dk1"/>
              </a:solidFill>
              <a:highlight>
                <a:srgbClr val="FFFFFF"/>
              </a:highlight>
              <a:latin typeface="Times New Roman"/>
              <a:ea typeface="Times New Roman"/>
              <a:cs typeface="Times New Roman"/>
              <a:sym typeface="Times New Roman"/>
            </a:endParaRPr>
          </a:p>
          <a:p>
            <a:pPr indent="-368300" lvl="1" marL="1193800" rtl="0" algn="just">
              <a:lnSpc>
                <a:spcPct val="100000"/>
              </a:lnSpc>
              <a:spcBef>
                <a:spcPts val="0"/>
              </a:spcBef>
              <a:spcAft>
                <a:spcPts val="0"/>
              </a:spcAft>
              <a:buClr>
                <a:schemeClr val="dk1"/>
              </a:buClr>
              <a:buSzPts val="2200"/>
              <a:buFont typeface="Times New Roman"/>
              <a:buChar char="○"/>
            </a:pPr>
            <a:r>
              <a:rPr lang="en" sz="2200">
                <a:solidFill>
                  <a:schemeClr val="dk1"/>
                </a:solidFill>
                <a:highlight>
                  <a:srgbClr val="FFFFFF"/>
                </a:highlight>
                <a:latin typeface="Times New Roman"/>
                <a:ea typeface="Times New Roman"/>
                <a:cs typeface="Times New Roman"/>
                <a:sym typeface="Times New Roman"/>
              </a:rPr>
              <a:t>Through numbers, facts, and clear sequences.</a:t>
            </a:r>
            <a:endParaRPr sz="2200">
              <a:solidFill>
                <a:schemeClr val="dk1"/>
              </a:solidFill>
              <a:highlight>
                <a:srgbClr val="FFFFFF"/>
              </a:highlight>
              <a:latin typeface="Times New Roman"/>
              <a:ea typeface="Times New Roman"/>
              <a:cs typeface="Times New Roman"/>
              <a:sym typeface="Times New Roman"/>
            </a:endParaRPr>
          </a:p>
          <a:p>
            <a:pPr indent="-368300" lvl="0" marL="596900" rtl="0" algn="just">
              <a:lnSpc>
                <a:spcPct val="100000"/>
              </a:lnSpc>
              <a:spcBef>
                <a:spcPts val="0"/>
              </a:spcBef>
              <a:spcAft>
                <a:spcPts val="0"/>
              </a:spcAft>
              <a:buClr>
                <a:schemeClr val="dk1"/>
              </a:buClr>
              <a:buSzPts val="2200"/>
              <a:buFont typeface="Times New Roman"/>
              <a:buAutoNum type="arabicPeriod"/>
            </a:pPr>
            <a:r>
              <a:rPr b="1" lang="en" sz="2200">
                <a:solidFill>
                  <a:schemeClr val="dk1"/>
                </a:solidFill>
                <a:highlight>
                  <a:srgbClr val="FFFFFF"/>
                </a:highlight>
                <a:latin typeface="Times New Roman"/>
                <a:ea typeface="Times New Roman"/>
                <a:cs typeface="Times New Roman"/>
                <a:sym typeface="Times New Roman"/>
              </a:rPr>
              <a:t>When learning something new, do you prefer hands-on experience or reading detailed instructions?</a:t>
            </a:r>
            <a:endParaRPr b="1" sz="2200">
              <a:solidFill>
                <a:schemeClr val="dk1"/>
              </a:solidFill>
              <a:highlight>
                <a:srgbClr val="FFFFFF"/>
              </a:highlight>
              <a:latin typeface="Times New Roman"/>
              <a:ea typeface="Times New Roman"/>
              <a:cs typeface="Times New Roman"/>
              <a:sym typeface="Times New Roman"/>
            </a:endParaRPr>
          </a:p>
          <a:p>
            <a:pPr indent="-368300" lvl="1" marL="1193800" rtl="0" algn="just">
              <a:lnSpc>
                <a:spcPct val="100000"/>
              </a:lnSpc>
              <a:spcBef>
                <a:spcPts val="0"/>
              </a:spcBef>
              <a:spcAft>
                <a:spcPts val="0"/>
              </a:spcAft>
              <a:buClr>
                <a:schemeClr val="dk1"/>
              </a:buClr>
              <a:buSzPts val="2200"/>
              <a:buFont typeface="Times New Roman"/>
              <a:buChar char="○"/>
            </a:pPr>
            <a:r>
              <a:rPr lang="en" sz="2200">
                <a:solidFill>
                  <a:schemeClr val="dk1"/>
                </a:solidFill>
                <a:highlight>
                  <a:srgbClr val="FFFFFF"/>
                </a:highlight>
                <a:latin typeface="Times New Roman"/>
                <a:ea typeface="Times New Roman"/>
                <a:cs typeface="Times New Roman"/>
                <a:sym typeface="Times New Roman"/>
              </a:rPr>
              <a:t> I prefer hands-on experience and experimenting.</a:t>
            </a:r>
            <a:endParaRPr sz="2200">
              <a:solidFill>
                <a:schemeClr val="dk1"/>
              </a:solidFill>
              <a:highlight>
                <a:srgbClr val="FFFFFF"/>
              </a:highlight>
              <a:latin typeface="Times New Roman"/>
              <a:ea typeface="Times New Roman"/>
              <a:cs typeface="Times New Roman"/>
              <a:sym typeface="Times New Roman"/>
            </a:endParaRPr>
          </a:p>
          <a:p>
            <a:pPr indent="-368300" lvl="1" marL="1193800" rtl="0" algn="just">
              <a:lnSpc>
                <a:spcPct val="100000"/>
              </a:lnSpc>
              <a:spcBef>
                <a:spcPts val="0"/>
              </a:spcBef>
              <a:spcAft>
                <a:spcPts val="0"/>
              </a:spcAft>
              <a:buClr>
                <a:schemeClr val="dk1"/>
              </a:buClr>
              <a:buSzPts val="2200"/>
              <a:buFont typeface="Times New Roman"/>
              <a:buChar char="○"/>
            </a:pPr>
            <a:r>
              <a:rPr lang="en" sz="2200">
                <a:solidFill>
                  <a:schemeClr val="dk1"/>
                </a:solidFill>
                <a:highlight>
                  <a:srgbClr val="FFFFFF"/>
                </a:highlight>
                <a:latin typeface="Times New Roman"/>
                <a:ea typeface="Times New Roman"/>
                <a:cs typeface="Times New Roman"/>
                <a:sym typeface="Times New Roman"/>
              </a:rPr>
              <a:t>I prefer reading instructions or following a clear guide.</a:t>
            </a:r>
            <a:endParaRPr sz="2200">
              <a:solidFill>
                <a:schemeClr val="dk1"/>
              </a:solidFill>
              <a:highlight>
                <a:srgbClr val="FFFFFF"/>
              </a:highlight>
              <a:latin typeface="Times New Roman"/>
              <a:ea typeface="Times New Roman"/>
              <a:cs typeface="Times New Roman"/>
              <a:sym typeface="Times New Roman"/>
            </a:endParaRPr>
          </a:p>
          <a:p>
            <a:pPr indent="-368300" lvl="0" marL="596900" rtl="0" algn="just">
              <a:lnSpc>
                <a:spcPct val="100000"/>
              </a:lnSpc>
              <a:spcBef>
                <a:spcPts val="0"/>
              </a:spcBef>
              <a:spcAft>
                <a:spcPts val="0"/>
              </a:spcAft>
              <a:buClr>
                <a:schemeClr val="dk1"/>
              </a:buClr>
              <a:buSzPts val="2200"/>
              <a:buFont typeface="Times New Roman"/>
              <a:buAutoNum type="arabicPeriod"/>
            </a:pPr>
            <a:r>
              <a:rPr b="1" lang="en" sz="2200">
                <a:solidFill>
                  <a:schemeClr val="dk1"/>
                </a:solidFill>
                <a:highlight>
                  <a:srgbClr val="FFFFFF"/>
                </a:highlight>
                <a:latin typeface="Times New Roman"/>
                <a:ea typeface="Times New Roman"/>
                <a:cs typeface="Times New Roman"/>
                <a:sym typeface="Times New Roman"/>
              </a:rPr>
              <a:t>In your free time, what type of activities do you enjoy most?</a:t>
            </a:r>
            <a:endParaRPr b="1" sz="2200">
              <a:solidFill>
                <a:schemeClr val="dk1"/>
              </a:solidFill>
              <a:highlight>
                <a:srgbClr val="FFFFFF"/>
              </a:highlight>
              <a:latin typeface="Times New Roman"/>
              <a:ea typeface="Times New Roman"/>
              <a:cs typeface="Times New Roman"/>
              <a:sym typeface="Times New Roman"/>
            </a:endParaRPr>
          </a:p>
          <a:p>
            <a:pPr indent="-368300" lvl="1" marL="1193800" rtl="0" algn="just">
              <a:lnSpc>
                <a:spcPct val="100000"/>
              </a:lnSpc>
              <a:spcBef>
                <a:spcPts val="0"/>
              </a:spcBef>
              <a:spcAft>
                <a:spcPts val="0"/>
              </a:spcAft>
              <a:buClr>
                <a:schemeClr val="dk1"/>
              </a:buClr>
              <a:buSzPts val="2200"/>
              <a:buFont typeface="Times New Roman"/>
              <a:buChar char="○"/>
            </a:pPr>
            <a:r>
              <a:rPr lang="en" sz="2200">
                <a:solidFill>
                  <a:schemeClr val="dk1"/>
                </a:solidFill>
                <a:highlight>
                  <a:srgbClr val="FFFFFF"/>
                </a:highlight>
                <a:latin typeface="Times New Roman"/>
                <a:ea typeface="Times New Roman"/>
                <a:cs typeface="Times New Roman"/>
                <a:sym typeface="Times New Roman"/>
              </a:rPr>
              <a:t>Creative hobbies, such as painting, writing, or playing music.</a:t>
            </a:r>
            <a:endParaRPr sz="2200">
              <a:solidFill>
                <a:schemeClr val="dk1"/>
              </a:solidFill>
              <a:highlight>
                <a:srgbClr val="FFFFFF"/>
              </a:highlight>
              <a:latin typeface="Times New Roman"/>
              <a:ea typeface="Times New Roman"/>
              <a:cs typeface="Times New Roman"/>
              <a:sym typeface="Times New Roman"/>
            </a:endParaRPr>
          </a:p>
          <a:p>
            <a:pPr indent="-368300" lvl="1" marL="1193800" rtl="0" algn="just">
              <a:lnSpc>
                <a:spcPct val="100000"/>
              </a:lnSpc>
              <a:spcBef>
                <a:spcPts val="0"/>
              </a:spcBef>
              <a:spcAft>
                <a:spcPts val="0"/>
              </a:spcAft>
              <a:buClr>
                <a:schemeClr val="dk1"/>
              </a:buClr>
              <a:buSzPts val="2200"/>
              <a:buFont typeface="Times New Roman"/>
              <a:buChar char="○"/>
            </a:pPr>
            <a:r>
              <a:rPr lang="en" sz="2200">
                <a:solidFill>
                  <a:schemeClr val="dk1"/>
                </a:solidFill>
                <a:highlight>
                  <a:srgbClr val="FFFFFF"/>
                </a:highlight>
                <a:latin typeface="Times New Roman"/>
                <a:ea typeface="Times New Roman"/>
                <a:cs typeface="Times New Roman"/>
                <a:sym typeface="Times New Roman"/>
              </a:rPr>
              <a:t>Analytical activities like puzzles, math, or strategy games.</a:t>
            </a:r>
            <a:endParaRPr sz="2200">
              <a:solidFill>
                <a:schemeClr val="dk1"/>
              </a:solidFill>
              <a:highlight>
                <a:srgbClr val="FFFFFF"/>
              </a:highlight>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C"/>
        </a:solidFill>
      </p:bgPr>
    </p:bg>
    <p:spTree>
      <p:nvGrpSpPr>
        <p:cNvPr id="269" name="Shape 269"/>
        <p:cNvGrpSpPr/>
        <p:nvPr/>
      </p:nvGrpSpPr>
      <p:grpSpPr>
        <a:xfrm>
          <a:off x="0" y="0"/>
          <a:ext cx="0" cy="0"/>
          <a:chOff x="0" y="0"/>
          <a:chExt cx="0" cy="0"/>
        </a:xfrm>
      </p:grpSpPr>
      <p:sp>
        <p:nvSpPr>
          <p:cNvPr id="270" name="Google Shape;270;p48"/>
          <p:cNvSpPr/>
          <p:nvPr/>
        </p:nvSpPr>
        <p:spPr>
          <a:xfrm>
            <a:off x="2643188" y="0"/>
            <a:ext cx="3857625" cy="5143500"/>
          </a:xfrm>
          <a:custGeom>
            <a:rect b="b" l="l" r="r" t="t"/>
            <a:pathLst>
              <a:path extrusionOk="0" h="10287000" w="7715250">
                <a:moveTo>
                  <a:pt x="0" y="0"/>
                </a:moveTo>
                <a:lnTo>
                  <a:pt x="7715250" y="0"/>
                </a:lnTo>
                <a:lnTo>
                  <a:pt x="7715250" y="10287000"/>
                </a:lnTo>
                <a:lnTo>
                  <a:pt x="0" y="1028700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C"/>
        </a:solidFill>
      </p:bgPr>
    </p:bg>
    <p:spTree>
      <p:nvGrpSpPr>
        <p:cNvPr id="274" name="Shape 274"/>
        <p:cNvGrpSpPr/>
        <p:nvPr/>
      </p:nvGrpSpPr>
      <p:grpSpPr>
        <a:xfrm>
          <a:off x="0" y="0"/>
          <a:ext cx="0" cy="0"/>
          <a:chOff x="0" y="0"/>
          <a:chExt cx="0" cy="0"/>
        </a:xfrm>
      </p:grpSpPr>
      <p:sp>
        <p:nvSpPr>
          <p:cNvPr id="275" name="Google Shape;275;p49"/>
          <p:cNvSpPr txBox="1"/>
          <p:nvPr/>
        </p:nvSpPr>
        <p:spPr>
          <a:xfrm>
            <a:off x="2298911" y="1714502"/>
            <a:ext cx="4546200" cy="9975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0" i="0" lang="en" sz="2700" u="none" cap="none" strike="noStrike">
                <a:solidFill>
                  <a:srgbClr val="000000"/>
                </a:solidFill>
                <a:latin typeface="Barrio"/>
                <a:ea typeface="Barrio"/>
                <a:cs typeface="Barrio"/>
                <a:sym typeface="Barrio"/>
              </a:rPr>
              <a:t>HOW TO ENHANCE BRAIN FITNESS?</a:t>
            </a:r>
            <a:endParaRPr sz="7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C"/>
        </a:solidFill>
      </p:bgPr>
    </p:bg>
    <p:spTree>
      <p:nvGrpSpPr>
        <p:cNvPr id="279" name="Shape 279"/>
        <p:cNvGrpSpPr/>
        <p:nvPr/>
      </p:nvGrpSpPr>
      <p:grpSpPr>
        <a:xfrm>
          <a:off x="0" y="0"/>
          <a:ext cx="0" cy="0"/>
          <a:chOff x="0" y="0"/>
          <a:chExt cx="0" cy="0"/>
        </a:xfrm>
      </p:grpSpPr>
      <p:sp>
        <p:nvSpPr>
          <p:cNvPr id="280" name="Google Shape;280;p50"/>
          <p:cNvSpPr txBox="1"/>
          <p:nvPr/>
        </p:nvSpPr>
        <p:spPr>
          <a:xfrm>
            <a:off x="744750" y="1860150"/>
            <a:ext cx="7654500" cy="2370600"/>
          </a:xfrm>
          <a:prstGeom prst="rect">
            <a:avLst/>
          </a:prstGeom>
          <a:noFill/>
          <a:ln>
            <a:noFill/>
          </a:ln>
        </p:spPr>
        <p:txBody>
          <a:bodyPr anchorCtr="0" anchor="t" bIns="0" lIns="0" spcFirstLastPara="1" rIns="0" wrap="square" tIns="0">
            <a:spAutoFit/>
          </a:bodyPr>
          <a:lstStyle/>
          <a:p>
            <a:pPr indent="0" lvl="0" marL="0" marR="0" rtl="0" algn="just">
              <a:lnSpc>
                <a:spcPct val="150011"/>
              </a:lnSpc>
              <a:spcBef>
                <a:spcPts val="0"/>
              </a:spcBef>
              <a:spcAft>
                <a:spcPts val="0"/>
              </a:spcAft>
              <a:buNone/>
            </a:pPr>
            <a:r>
              <a:rPr b="0" i="0" lang="en" sz="2200" u="none" cap="none" strike="noStrike">
                <a:solidFill>
                  <a:srgbClr val="000000"/>
                </a:solidFill>
                <a:latin typeface="Times New Roman"/>
                <a:ea typeface="Times New Roman"/>
                <a:cs typeface="Times New Roman"/>
                <a:sym typeface="Times New Roman"/>
              </a:rPr>
              <a:t>Do your best to get 7.5 hours of sleep and if you need to take a nap, take one! If you are one of those people that think sleep is weak and you run just fine on your 6 hours, try getting 7.5 and see how efficient you are, how much better you feel, and notice how good your mood is throughout the day!</a:t>
            </a:r>
            <a:endParaRPr sz="700"/>
          </a:p>
        </p:txBody>
      </p:sp>
      <p:sp>
        <p:nvSpPr>
          <p:cNvPr id="281" name="Google Shape;281;p50"/>
          <p:cNvSpPr txBox="1"/>
          <p:nvPr/>
        </p:nvSpPr>
        <p:spPr>
          <a:xfrm>
            <a:off x="2703376" y="617863"/>
            <a:ext cx="3918300" cy="4155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0" i="0" lang="en" sz="2700" u="none" cap="none" strike="noStrike">
                <a:solidFill>
                  <a:srgbClr val="000000"/>
                </a:solidFill>
                <a:latin typeface="Barrio"/>
                <a:ea typeface="Barrio"/>
                <a:cs typeface="Barrio"/>
                <a:sym typeface="Barrio"/>
              </a:rPr>
              <a:t>SOUND SLEEP</a:t>
            </a:r>
            <a:endParaRPr sz="7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C"/>
        </a:solidFill>
      </p:bgPr>
    </p:bg>
    <p:spTree>
      <p:nvGrpSpPr>
        <p:cNvPr id="285" name="Shape 285"/>
        <p:cNvGrpSpPr/>
        <p:nvPr/>
      </p:nvGrpSpPr>
      <p:grpSpPr>
        <a:xfrm>
          <a:off x="0" y="0"/>
          <a:ext cx="0" cy="0"/>
          <a:chOff x="0" y="0"/>
          <a:chExt cx="0" cy="0"/>
        </a:xfrm>
      </p:grpSpPr>
      <p:sp>
        <p:nvSpPr>
          <p:cNvPr id="286" name="Google Shape;286;p51"/>
          <p:cNvSpPr txBox="1"/>
          <p:nvPr/>
        </p:nvSpPr>
        <p:spPr>
          <a:xfrm>
            <a:off x="2865374" y="457200"/>
            <a:ext cx="3209700" cy="4155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0" i="0" lang="en" sz="2700" u="none" cap="none" strike="noStrike">
                <a:solidFill>
                  <a:srgbClr val="000000"/>
                </a:solidFill>
                <a:latin typeface="Barrio"/>
                <a:ea typeface="Barrio"/>
                <a:cs typeface="Barrio"/>
                <a:sym typeface="Barrio"/>
              </a:rPr>
              <a:t>EAT WELL</a:t>
            </a:r>
            <a:endParaRPr sz="700"/>
          </a:p>
        </p:txBody>
      </p:sp>
      <p:sp>
        <p:nvSpPr>
          <p:cNvPr id="287" name="Google Shape;287;p51"/>
          <p:cNvSpPr txBox="1"/>
          <p:nvPr/>
        </p:nvSpPr>
        <p:spPr>
          <a:xfrm>
            <a:off x="769925" y="1061335"/>
            <a:ext cx="7604100" cy="4433100"/>
          </a:xfrm>
          <a:prstGeom prst="rect">
            <a:avLst/>
          </a:prstGeom>
          <a:noFill/>
          <a:ln>
            <a:noFill/>
          </a:ln>
        </p:spPr>
        <p:txBody>
          <a:bodyPr anchorCtr="0" anchor="t" bIns="0" lIns="0" spcFirstLastPara="1" rIns="0" wrap="square" tIns="0">
            <a:spAutoFit/>
          </a:bodyPr>
          <a:lstStyle/>
          <a:p>
            <a:pPr indent="-203200" lvl="1" marL="393700" marR="0" rtl="0" algn="just">
              <a:lnSpc>
                <a:spcPct val="150000"/>
              </a:lnSpc>
              <a:spcBef>
                <a:spcPts val="0"/>
              </a:spcBef>
              <a:spcAft>
                <a:spcPts val="0"/>
              </a:spcAft>
              <a:buClr>
                <a:srgbClr val="000000"/>
              </a:buClr>
              <a:buSzPts val="1800"/>
              <a:buFont typeface="Arial"/>
              <a:buChar char="•"/>
            </a:pPr>
            <a:r>
              <a:rPr b="0" i="0" lang="en" sz="1800" u="none" cap="none" strike="noStrike">
                <a:solidFill>
                  <a:srgbClr val="000000"/>
                </a:solidFill>
                <a:latin typeface="Times New Roman"/>
                <a:ea typeface="Times New Roman"/>
                <a:cs typeface="Times New Roman"/>
                <a:sym typeface="Times New Roman"/>
              </a:rPr>
              <a:t>It shouldn't come as a surprise that nutrition plays a significant part in your brain health. Entrepreneurs are often rushing from one meeting to another, leaving themselves with very little or no time to eat well.</a:t>
            </a:r>
            <a:endParaRPr sz="700"/>
          </a:p>
          <a:p>
            <a:pPr indent="0" lvl="0" marL="0" marR="0" rtl="0" algn="just">
              <a:lnSpc>
                <a:spcPct val="150000"/>
              </a:lnSpc>
              <a:spcBef>
                <a:spcPts val="0"/>
              </a:spcBef>
              <a:spcAft>
                <a:spcPts val="0"/>
              </a:spcAft>
              <a:buNone/>
            </a:pPr>
            <a:r>
              <a:t/>
            </a:r>
            <a:endParaRPr b="0" i="0" sz="1800" u="none" cap="none" strike="noStrike">
              <a:solidFill>
                <a:srgbClr val="000000"/>
              </a:solidFill>
              <a:latin typeface="Times New Roman"/>
              <a:ea typeface="Times New Roman"/>
              <a:cs typeface="Times New Roman"/>
              <a:sym typeface="Times New Roman"/>
            </a:endParaRPr>
          </a:p>
          <a:p>
            <a:pPr indent="-203200" lvl="1" marL="393700" marR="0" rtl="0" algn="just">
              <a:lnSpc>
                <a:spcPct val="150000"/>
              </a:lnSpc>
              <a:spcBef>
                <a:spcPts val="0"/>
              </a:spcBef>
              <a:spcAft>
                <a:spcPts val="0"/>
              </a:spcAft>
              <a:buClr>
                <a:srgbClr val="000000"/>
              </a:buClr>
              <a:buSzPts val="1800"/>
              <a:buFont typeface="Arial"/>
              <a:buChar char="•"/>
            </a:pPr>
            <a:r>
              <a:rPr b="0" i="0" lang="en" sz="1800" u="none" cap="none" strike="noStrike">
                <a:solidFill>
                  <a:srgbClr val="000000"/>
                </a:solidFill>
                <a:latin typeface="Times New Roman"/>
                <a:ea typeface="Times New Roman"/>
                <a:cs typeface="Times New Roman"/>
                <a:sym typeface="Times New Roman"/>
              </a:rPr>
              <a:t>You have to focus on getting the right kind of nutrition. Antioxidants and amino acids are particularly important, and vitamin E can also be beneficial. </a:t>
            </a:r>
            <a:endParaRPr sz="700"/>
          </a:p>
          <a:p>
            <a:pPr indent="0" lvl="0" marL="0" marR="0" rtl="0" algn="just">
              <a:lnSpc>
                <a:spcPct val="150000"/>
              </a:lnSpc>
              <a:spcBef>
                <a:spcPts val="0"/>
              </a:spcBef>
              <a:spcAft>
                <a:spcPts val="0"/>
              </a:spcAft>
              <a:buNone/>
            </a:pPr>
            <a:r>
              <a:t/>
            </a:r>
            <a:endParaRPr b="0" i="0" sz="1800" u="none" cap="none" strike="noStrike">
              <a:solidFill>
                <a:srgbClr val="000000"/>
              </a:solidFill>
              <a:latin typeface="Times New Roman"/>
              <a:ea typeface="Times New Roman"/>
              <a:cs typeface="Times New Roman"/>
              <a:sym typeface="Times New Roman"/>
            </a:endParaRPr>
          </a:p>
          <a:p>
            <a:pPr indent="-203200" lvl="1" marL="393700" marR="0" rtl="0" algn="just">
              <a:lnSpc>
                <a:spcPct val="150000"/>
              </a:lnSpc>
              <a:spcBef>
                <a:spcPts val="0"/>
              </a:spcBef>
              <a:spcAft>
                <a:spcPts val="0"/>
              </a:spcAft>
              <a:buClr>
                <a:srgbClr val="000000"/>
              </a:buClr>
              <a:buSzPts val="1800"/>
              <a:buFont typeface="Arial"/>
              <a:buChar char="•"/>
            </a:pPr>
            <a:r>
              <a:rPr b="0" i="0" lang="en" sz="1800" u="none" cap="none" strike="noStrike">
                <a:solidFill>
                  <a:srgbClr val="000000"/>
                </a:solidFill>
                <a:latin typeface="Times New Roman"/>
                <a:ea typeface="Times New Roman"/>
                <a:cs typeface="Times New Roman"/>
                <a:sym typeface="Times New Roman"/>
              </a:rPr>
              <a:t>Nuts, blueberries, whole grains, avocados, fish oil, broccoli, tomato,  seeds and water are beneficial. What's good for your body also tends to be good for your brain.</a:t>
            </a:r>
            <a:endParaRPr sz="700"/>
          </a:p>
          <a:p>
            <a:pPr indent="0" lvl="0" marL="0" marR="0" rtl="0" algn="just">
              <a:lnSpc>
                <a:spcPct val="150000"/>
              </a:lnSpc>
              <a:spcBef>
                <a:spcPts val="0"/>
              </a:spcBef>
              <a:spcAft>
                <a:spcPts val="0"/>
              </a:spcAft>
              <a:buNone/>
            </a:pPr>
            <a:r>
              <a:t/>
            </a:r>
            <a:endParaRPr b="0" i="0" sz="1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C"/>
        </a:solidFill>
      </p:bgPr>
    </p:bg>
    <p:spTree>
      <p:nvGrpSpPr>
        <p:cNvPr id="291" name="Shape 291"/>
        <p:cNvGrpSpPr/>
        <p:nvPr/>
      </p:nvGrpSpPr>
      <p:grpSpPr>
        <a:xfrm>
          <a:off x="0" y="0"/>
          <a:ext cx="0" cy="0"/>
          <a:chOff x="0" y="0"/>
          <a:chExt cx="0" cy="0"/>
        </a:xfrm>
      </p:grpSpPr>
      <p:sp>
        <p:nvSpPr>
          <p:cNvPr id="292" name="Google Shape;292;p52"/>
          <p:cNvSpPr txBox="1"/>
          <p:nvPr/>
        </p:nvSpPr>
        <p:spPr>
          <a:xfrm>
            <a:off x="2814750" y="426375"/>
            <a:ext cx="4181700" cy="4155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0" i="0" lang="en" sz="2700" u="none" cap="none" strike="noStrike">
                <a:solidFill>
                  <a:srgbClr val="000000"/>
                </a:solidFill>
                <a:latin typeface="Barrio"/>
                <a:ea typeface="Barrio"/>
                <a:cs typeface="Barrio"/>
                <a:sym typeface="Barrio"/>
              </a:rPr>
              <a:t>WRITE THINGS DOWN</a:t>
            </a:r>
            <a:endParaRPr sz="700"/>
          </a:p>
        </p:txBody>
      </p:sp>
      <p:sp>
        <p:nvSpPr>
          <p:cNvPr id="293" name="Google Shape;293;p52"/>
          <p:cNvSpPr txBox="1"/>
          <p:nvPr/>
        </p:nvSpPr>
        <p:spPr>
          <a:xfrm>
            <a:off x="536625" y="1255500"/>
            <a:ext cx="8424000" cy="3186300"/>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None/>
            </a:pPr>
            <a:r>
              <a:rPr b="0" i="0" lang="en" sz="1800" u="none" cap="none" strike="noStrike">
                <a:solidFill>
                  <a:srgbClr val="000000"/>
                </a:solidFill>
                <a:latin typeface="Times New Roman"/>
                <a:ea typeface="Times New Roman"/>
                <a:cs typeface="Times New Roman"/>
                <a:sym typeface="Times New Roman"/>
              </a:rPr>
              <a:t>There are several ways to start doing this. One is write down tomorrow’s activities/responsibilities the night before. What this does is release any worry about what you have to do the next day and you will sleep like a baby! It also allows you to wake up the next day and just follow a schedule…no-brainer! Even though it is better to write things down by hand, have an app on your phone where you can always jot things down when they come to mind. We have so many great ideas that come and go, if you don’t capture them, you may lose it forever!</a:t>
            </a:r>
            <a:endParaRPr sz="700"/>
          </a:p>
          <a:p>
            <a:pPr indent="0" lvl="0" marL="0" marR="0" rtl="0" algn="just">
              <a:lnSpc>
                <a:spcPct val="150000"/>
              </a:lnSpc>
              <a:spcBef>
                <a:spcPts val="0"/>
              </a:spcBef>
              <a:spcAft>
                <a:spcPts val="0"/>
              </a:spcAft>
              <a:buNone/>
            </a:pPr>
            <a:r>
              <a:t/>
            </a:r>
            <a:endParaRPr b="0" i="0" sz="1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C"/>
        </a:solidFill>
      </p:bgPr>
    </p:bg>
    <p:spTree>
      <p:nvGrpSpPr>
        <p:cNvPr id="297" name="Shape 297"/>
        <p:cNvGrpSpPr/>
        <p:nvPr/>
      </p:nvGrpSpPr>
      <p:grpSpPr>
        <a:xfrm>
          <a:off x="0" y="0"/>
          <a:ext cx="0" cy="0"/>
          <a:chOff x="0" y="0"/>
          <a:chExt cx="0" cy="0"/>
        </a:xfrm>
      </p:grpSpPr>
      <p:sp>
        <p:nvSpPr>
          <p:cNvPr id="298" name="Google Shape;298;p53"/>
          <p:cNvSpPr txBox="1"/>
          <p:nvPr/>
        </p:nvSpPr>
        <p:spPr>
          <a:xfrm>
            <a:off x="1321938" y="1258250"/>
            <a:ext cx="6879300" cy="39435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 sz="2100" u="none" cap="none" strike="noStrike">
                <a:solidFill>
                  <a:srgbClr val="000000"/>
                </a:solidFill>
                <a:latin typeface="Times New Roman"/>
                <a:ea typeface="Times New Roman"/>
                <a:cs typeface="Times New Roman"/>
                <a:sym typeface="Times New Roman"/>
              </a:rPr>
              <a:t>This one is pretty simple, but for some reason one of the hardest. We are so “trained” to go fast, and get things done, but it is that mentality that creates the mess! So, write down the things </a:t>
            </a:r>
            <a:r>
              <a:rPr lang="en" sz="2100">
                <a:latin typeface="Times New Roman"/>
                <a:ea typeface="Times New Roman"/>
                <a:cs typeface="Times New Roman"/>
                <a:sym typeface="Times New Roman"/>
              </a:rPr>
              <a:t>you're</a:t>
            </a:r>
            <a:r>
              <a:rPr b="0" i="0" lang="en" sz="2100" u="none" cap="none" strike="noStrike">
                <a:solidFill>
                  <a:srgbClr val="000000"/>
                </a:solidFill>
                <a:latin typeface="Times New Roman"/>
                <a:ea typeface="Times New Roman"/>
                <a:cs typeface="Times New Roman"/>
                <a:sym typeface="Times New Roman"/>
              </a:rPr>
              <a:t> going to do in the next hour/day and mindfully do them one at a time, spend some good time with friends and families, do the things you like, make new friends and connections, be empathetic to others. You will find that you feel better as you get each one done and more relaxed. </a:t>
            </a:r>
            <a:endParaRPr sz="700"/>
          </a:p>
          <a:p>
            <a:pPr indent="0" lvl="0" marL="0" marR="0" rtl="0" algn="just">
              <a:lnSpc>
                <a:spcPct val="140000"/>
              </a:lnSpc>
              <a:spcBef>
                <a:spcPts val="0"/>
              </a:spcBef>
              <a:spcAft>
                <a:spcPts val="0"/>
              </a:spcAft>
              <a:buNone/>
            </a:pPr>
            <a:r>
              <a:t/>
            </a:r>
            <a:endParaRPr b="0" i="0" sz="2100" u="none" cap="none" strike="noStrike">
              <a:solidFill>
                <a:srgbClr val="000000"/>
              </a:solidFill>
              <a:latin typeface="Times New Roman"/>
              <a:ea typeface="Times New Roman"/>
              <a:cs typeface="Times New Roman"/>
              <a:sym typeface="Times New Roman"/>
            </a:endParaRPr>
          </a:p>
        </p:txBody>
      </p:sp>
      <p:sp>
        <p:nvSpPr>
          <p:cNvPr id="299" name="Google Shape;299;p53"/>
          <p:cNvSpPr txBox="1"/>
          <p:nvPr/>
        </p:nvSpPr>
        <p:spPr>
          <a:xfrm>
            <a:off x="2683123" y="375750"/>
            <a:ext cx="3624900" cy="4155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0" i="0" lang="en" sz="2700" u="none" cap="none" strike="noStrike">
                <a:solidFill>
                  <a:srgbClr val="000000"/>
                </a:solidFill>
                <a:latin typeface="Barrio"/>
                <a:ea typeface="Barrio"/>
                <a:cs typeface="Barrio"/>
                <a:sym typeface="Barrio"/>
              </a:rPr>
              <a:t>SLOW DOWN</a:t>
            </a:r>
            <a:endParaRPr sz="7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C"/>
        </a:solidFill>
      </p:bgPr>
    </p:bg>
    <p:spTree>
      <p:nvGrpSpPr>
        <p:cNvPr id="303" name="Shape 303"/>
        <p:cNvGrpSpPr/>
        <p:nvPr/>
      </p:nvGrpSpPr>
      <p:grpSpPr>
        <a:xfrm>
          <a:off x="0" y="0"/>
          <a:ext cx="0" cy="0"/>
          <a:chOff x="0" y="0"/>
          <a:chExt cx="0" cy="0"/>
        </a:xfrm>
      </p:grpSpPr>
      <p:sp>
        <p:nvSpPr>
          <p:cNvPr id="304" name="Google Shape;304;p54"/>
          <p:cNvSpPr/>
          <p:nvPr/>
        </p:nvSpPr>
        <p:spPr>
          <a:xfrm>
            <a:off x="2659596" y="1379615"/>
            <a:ext cx="3824809" cy="3351489"/>
          </a:xfrm>
          <a:custGeom>
            <a:rect b="b" l="l" r="r" t="t"/>
            <a:pathLst>
              <a:path extrusionOk="0" h="6702978" w="7649618">
                <a:moveTo>
                  <a:pt x="0" y="0"/>
                </a:moveTo>
                <a:lnTo>
                  <a:pt x="7649618" y="0"/>
                </a:lnTo>
                <a:lnTo>
                  <a:pt x="7649618" y="6702978"/>
                </a:lnTo>
                <a:lnTo>
                  <a:pt x="0" y="6702978"/>
                </a:lnTo>
                <a:lnTo>
                  <a:pt x="0" y="0"/>
                </a:lnTo>
                <a:close/>
              </a:path>
            </a:pathLst>
          </a:custGeom>
          <a:blipFill rotWithShape="1">
            <a:blip r:embed="rId3">
              <a:alphaModFix/>
            </a:blip>
            <a:stretch>
              <a:fillRect b="0" l="0" r="0" t="0"/>
            </a:stretch>
          </a:blipFill>
          <a:ln>
            <a:noFill/>
          </a:ln>
        </p:spPr>
      </p:sp>
      <p:sp>
        <p:nvSpPr>
          <p:cNvPr id="305" name="Google Shape;305;p54"/>
          <p:cNvSpPr txBox="1"/>
          <p:nvPr/>
        </p:nvSpPr>
        <p:spPr>
          <a:xfrm>
            <a:off x="2814749" y="179988"/>
            <a:ext cx="3138600" cy="4155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0" i="0" lang="en" sz="2700" u="none" cap="none" strike="noStrike">
                <a:solidFill>
                  <a:srgbClr val="000000"/>
                </a:solidFill>
                <a:latin typeface="Barrio"/>
                <a:ea typeface="Barrio"/>
                <a:cs typeface="Barrio"/>
                <a:sym typeface="Barrio"/>
              </a:rPr>
              <a:t>BREATHe</a:t>
            </a:r>
            <a:endParaRPr sz="7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