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20"/>
  </p:notesMasterIdLst>
  <p:sldIdLst>
    <p:sldId id="260"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Lst>
  <p:sldSz cx="9144000" cy="5143500" type="screen16x9"/>
  <p:notesSz cx="6858000" cy="9144000"/>
  <p:embeddedFontLst>
    <p:embeddedFont>
      <p:font typeface="Barrio" pitchFamily="2" charset="77"/>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33"/>
    <p:restoredTop sz="94688"/>
  </p:normalViewPr>
  <p:slideViewPr>
    <p:cSldViewPr snapToGrid="0">
      <p:cViewPr varScale="1">
        <p:scale>
          <a:sx n="155" d="100"/>
          <a:sy n="155" d="100"/>
        </p:scale>
        <p:origin x="66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font" Target="fonts/font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edi Hasan" userId="3f84af61-50e3-4561-93b6-29c6e556d79c" providerId="ADAL" clId="{02FB1482-9278-5792-853F-EEADF0BED0EF}"/>
    <pc:docChg chg="mod delSld">
      <pc:chgData name="Mehedi Hasan" userId="3f84af61-50e3-4561-93b6-29c6e556d79c" providerId="ADAL" clId="{02FB1482-9278-5792-853F-EEADF0BED0EF}" dt="2025-11-29T11:51:01.610" v="6" actId="33475"/>
      <pc:docMkLst>
        <pc:docMk/>
      </pc:docMkLst>
      <pc:sldChg chg="del">
        <pc:chgData name="Mehedi Hasan" userId="3f84af61-50e3-4561-93b6-29c6e556d79c" providerId="ADAL" clId="{02FB1482-9278-5792-853F-EEADF0BED0EF}" dt="2025-11-29T11:49:12.996" v="0" actId="2696"/>
        <pc:sldMkLst>
          <pc:docMk/>
          <pc:sldMk cId="0" sldId="256"/>
        </pc:sldMkLst>
      </pc:sldChg>
      <pc:sldChg chg="del">
        <pc:chgData name="Mehedi Hasan" userId="3f84af61-50e3-4561-93b6-29c6e556d79c" providerId="ADAL" clId="{02FB1482-9278-5792-853F-EEADF0BED0EF}" dt="2025-11-29T11:49:21.571" v="1" actId="2696"/>
        <pc:sldMkLst>
          <pc:docMk/>
          <pc:sldMk cId="0" sldId="257"/>
        </pc:sldMkLst>
      </pc:sldChg>
      <pc:sldChg chg="del">
        <pc:chgData name="Mehedi Hasan" userId="3f84af61-50e3-4561-93b6-29c6e556d79c" providerId="ADAL" clId="{02FB1482-9278-5792-853F-EEADF0BED0EF}" dt="2025-11-29T11:49:25.108" v="2" actId="2696"/>
        <pc:sldMkLst>
          <pc:docMk/>
          <pc:sldMk cId="0" sldId="258"/>
        </pc:sldMkLst>
      </pc:sldChg>
      <pc:sldChg chg="del">
        <pc:chgData name="Mehedi Hasan" userId="3f84af61-50e3-4561-93b6-29c6e556d79c" providerId="ADAL" clId="{02FB1482-9278-5792-853F-EEADF0BED0EF}" dt="2025-11-29T11:49:28.334" v="3" actId="2696"/>
        <pc:sldMkLst>
          <pc:docMk/>
          <pc:sldMk cId="0" sldId="259"/>
        </pc:sldMkLst>
      </pc:sldChg>
      <pc:sldChg chg="del">
        <pc:chgData name="Mehedi Hasan" userId="3f84af61-50e3-4561-93b6-29c6e556d79c" providerId="ADAL" clId="{02FB1482-9278-5792-853F-EEADF0BED0EF}" dt="2025-11-29T11:49:32.311" v="4" actId="2696"/>
        <pc:sldMkLst>
          <pc:docMk/>
          <pc:sldMk cId="0" sldId="261"/>
        </pc:sldMkLst>
      </pc:sldChg>
      <pc:sldChg chg="del">
        <pc:chgData name="Mehedi Hasan" userId="3f84af61-50e3-4561-93b6-29c6e556d79c" providerId="ADAL" clId="{02FB1482-9278-5792-853F-EEADF0BED0EF}" dt="2025-11-29T11:50:16.419" v="5" actId="2696"/>
        <pc:sldMkLst>
          <pc:docMk/>
          <pc:sldMk cId="0" sldId="278"/>
        </pc:sldMkLst>
      </pc:sldChg>
      <pc:sldChg chg="del">
        <pc:chgData name="Mehedi Hasan" userId="3f84af61-50e3-4561-93b6-29c6e556d79c" providerId="ADAL" clId="{02FB1482-9278-5792-853F-EEADF0BED0EF}" dt="2025-11-29T11:50:16.419" v="5" actId="2696"/>
        <pc:sldMkLst>
          <pc:docMk/>
          <pc:sldMk cId="0" sldId="279"/>
        </pc:sldMkLst>
      </pc:sldChg>
      <pc:sldChg chg="del">
        <pc:chgData name="Mehedi Hasan" userId="3f84af61-50e3-4561-93b6-29c6e556d79c" providerId="ADAL" clId="{02FB1482-9278-5792-853F-EEADF0BED0EF}" dt="2025-11-29T11:50:16.419" v="5" actId="2696"/>
        <pc:sldMkLst>
          <pc:docMk/>
          <pc:sldMk cId="0" sldId="280"/>
        </pc:sldMkLst>
      </pc:sldChg>
      <pc:sldChg chg="del">
        <pc:chgData name="Mehedi Hasan" userId="3f84af61-50e3-4561-93b6-29c6e556d79c" providerId="ADAL" clId="{02FB1482-9278-5792-853F-EEADF0BED0EF}" dt="2025-11-29T11:50:16.419" v="5" actId="2696"/>
        <pc:sldMkLst>
          <pc:docMk/>
          <pc:sldMk cId="0" sldId="281"/>
        </pc:sldMkLst>
      </pc:sldChg>
      <pc:sldChg chg="del">
        <pc:chgData name="Mehedi Hasan" userId="3f84af61-50e3-4561-93b6-29c6e556d79c" providerId="ADAL" clId="{02FB1482-9278-5792-853F-EEADF0BED0EF}" dt="2025-11-29T11:50:16.419" v="5" actId="2696"/>
        <pc:sldMkLst>
          <pc:docMk/>
          <pc:sldMk cId="0" sldId="282"/>
        </pc:sldMkLst>
      </pc:sldChg>
      <pc:sldChg chg="del">
        <pc:chgData name="Mehedi Hasan" userId="3f84af61-50e3-4561-93b6-29c6e556d79c" providerId="ADAL" clId="{02FB1482-9278-5792-853F-EEADF0BED0EF}" dt="2025-11-29T11:50:16.419" v="5" actId="2696"/>
        <pc:sldMkLst>
          <pc:docMk/>
          <pc:sldMk cId="0"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6c2419268d_1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g36c2419268d_1_2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6c2419268d_1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g36c2419268d_1_2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6c2419268d_1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g36c2419268d_1_2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6c2419268d_1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36c2419268d_1_2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6c2419268d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6c2419268d_1_2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6c2419268d_1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g36c2419268d_1_2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6c2419268d_1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36c2419268d_1_27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c2419268d_1_283:notes"/>
          <p:cNvSpPr>
            <a:spLocks noGrp="1" noRot="1" noChangeAspect="1"/>
          </p:cNvSpPr>
          <p:nvPr>
            <p:ph type="sldImg" idx="2"/>
          </p:nvPr>
        </p:nvSpPr>
        <p:spPr>
          <a:xfrm>
            <a:off x="1839473" y="1143000"/>
            <a:ext cx="3179100" cy="3085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6c2419268d_1_283:notes"/>
          <p:cNvSpPr txBox="1">
            <a:spLocks noGrp="1"/>
          </p:cNvSpPr>
          <p:nvPr>
            <p:ph type="body" idx="1"/>
          </p:nvPr>
        </p:nvSpPr>
        <p:spPr>
          <a:xfrm>
            <a:off x="686233" y="4400176"/>
            <a:ext cx="54855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36c2419268d_1_283:notes"/>
          <p:cNvSpPr txBox="1">
            <a:spLocks noGrp="1"/>
          </p:cNvSpPr>
          <p:nvPr>
            <p:ph type="sldNum" idx="12"/>
          </p:nvPr>
        </p:nvSpPr>
        <p:spPr>
          <a:xfrm>
            <a:off x="3884685" y="8686427"/>
            <a:ext cx="2972400" cy="457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6c2419268d_1_288:notes"/>
          <p:cNvSpPr>
            <a:spLocks noGrp="1" noRot="1" noChangeAspect="1"/>
          </p:cNvSpPr>
          <p:nvPr>
            <p:ph type="sldImg" idx="2"/>
          </p:nvPr>
        </p:nvSpPr>
        <p:spPr>
          <a:xfrm>
            <a:off x="381284"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6c2419268d_1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6c2419268d_1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6c2419268d_1_2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c2419268d_1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g36c2419268d_1_2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c2419268d_1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36c2419268d_1_3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6c2419268d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36c2419268d_1_3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6c2419268d_1_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g36c2419268d_1_3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6c2419268d_1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36c2419268d_1_3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6c2419268d_1_3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6c2419268d_1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6c2419268d_1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g36c2419268d_1_3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1200"/>
              </a:spcBef>
              <a:spcAft>
                <a:spcPts val="0"/>
              </a:spcAft>
              <a:buClr>
                <a:schemeClr val="dk1"/>
              </a:buClr>
              <a:buSzPts val="900"/>
              <a:buChar char="○"/>
              <a:defRPr/>
            </a:lvl2pPr>
            <a:lvl3pPr marL="1371600" lvl="2" indent="-285750" algn="l">
              <a:spcBef>
                <a:spcPts val="1200"/>
              </a:spcBef>
              <a:spcAft>
                <a:spcPts val="0"/>
              </a:spcAft>
              <a:buClr>
                <a:schemeClr val="dk1"/>
              </a:buClr>
              <a:buSzPts val="900"/>
              <a:buChar char="■"/>
              <a:defRPr/>
            </a:lvl3pPr>
            <a:lvl4pPr marL="1828800" lvl="3" indent="-285750" algn="l">
              <a:spcBef>
                <a:spcPts val="1200"/>
              </a:spcBef>
              <a:spcAft>
                <a:spcPts val="0"/>
              </a:spcAft>
              <a:buClr>
                <a:schemeClr val="dk1"/>
              </a:buClr>
              <a:buSzPts val="900"/>
              <a:buChar char="●"/>
              <a:defRPr/>
            </a:lvl4pPr>
            <a:lvl5pPr marL="2286000" lvl="4" indent="-285750" algn="l">
              <a:spcBef>
                <a:spcPts val="1200"/>
              </a:spcBef>
              <a:spcAft>
                <a:spcPts val="0"/>
              </a:spcAft>
              <a:buClr>
                <a:schemeClr val="dk1"/>
              </a:buClr>
              <a:buSzPts val="900"/>
              <a:buChar char="○"/>
              <a:defRPr/>
            </a:lvl5pPr>
            <a:lvl6pPr marL="2743200" lvl="5" indent="-285750" algn="l">
              <a:spcBef>
                <a:spcPts val="1200"/>
              </a:spcBef>
              <a:spcAft>
                <a:spcPts val="0"/>
              </a:spcAft>
              <a:buClr>
                <a:schemeClr val="dk1"/>
              </a:buClr>
              <a:buSzPts val="900"/>
              <a:buChar char="■"/>
              <a:defRPr/>
            </a:lvl6pPr>
            <a:lvl7pPr marL="3200400" lvl="6" indent="-285750" algn="l">
              <a:spcBef>
                <a:spcPts val="1200"/>
              </a:spcBef>
              <a:spcAft>
                <a:spcPts val="0"/>
              </a:spcAft>
              <a:buClr>
                <a:schemeClr val="dk1"/>
              </a:buClr>
              <a:buSzPts val="900"/>
              <a:buChar char="●"/>
              <a:defRPr/>
            </a:lvl7pPr>
            <a:lvl8pPr marL="3657600" lvl="7" indent="-285750" algn="l">
              <a:spcBef>
                <a:spcPts val="1200"/>
              </a:spcBef>
              <a:spcAft>
                <a:spcPts val="0"/>
              </a:spcAft>
              <a:buClr>
                <a:schemeClr val="dk1"/>
              </a:buClr>
              <a:buSzPts val="900"/>
              <a:buChar char="○"/>
              <a:defRPr/>
            </a:lvl8pPr>
            <a:lvl9pPr marL="4114800" lvl="8" indent="-285750" algn="l">
              <a:spcBef>
                <a:spcPts val="1200"/>
              </a:spcBef>
              <a:spcAft>
                <a:spcPts val="1200"/>
              </a:spcAft>
              <a:buClr>
                <a:schemeClr val="dk1"/>
              </a:buClr>
              <a:buSzPts val="900"/>
              <a:buChar char="■"/>
              <a:defRPr/>
            </a:lvl9pPr>
          </a:lstStyle>
          <a:p>
            <a:endParaRPr/>
          </a:p>
        </p:txBody>
      </p:sp>
      <p:sp>
        <p:nvSpPr>
          <p:cNvPr id="53" name="Google Shape;53;p1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a:endParaRPr/>
          </a:p>
        </p:txBody>
      </p:sp>
      <p:sp>
        <p:nvSpPr>
          <p:cNvPr id="54" name="Google Shape;54;p1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a:endParaRPr/>
          </a:p>
        </p:txBody>
      </p:sp>
      <p:sp>
        <p:nvSpPr>
          <p:cNvPr id="55" name="Google Shape;55;p1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rmAutofit lnSpcReduction="20000"/>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4" name="Google Shape;64;p16"/>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lvl="0" indent="-285750" algn="l">
              <a:lnSpc>
                <a:spcPct val="115000"/>
              </a:lnSpc>
              <a:spcBef>
                <a:spcPts val="200"/>
              </a:spcBef>
              <a:spcAft>
                <a:spcPts val="0"/>
              </a:spcAft>
              <a:buClr>
                <a:schemeClr val="dk1"/>
              </a:buClr>
              <a:buSzPts val="900"/>
              <a:buChar char="●"/>
              <a:defRPr/>
            </a:lvl1pPr>
            <a:lvl2pPr marL="914400" lvl="1" indent="-285750" algn="l">
              <a:lnSpc>
                <a:spcPct val="115000"/>
              </a:lnSpc>
              <a:spcBef>
                <a:spcPts val="1200"/>
              </a:spcBef>
              <a:spcAft>
                <a:spcPts val="0"/>
              </a:spcAft>
              <a:buClr>
                <a:schemeClr val="dk1"/>
              </a:buClr>
              <a:buSzPts val="900"/>
              <a:buChar char="○"/>
              <a:defRPr/>
            </a:lvl2pPr>
            <a:lvl3pPr marL="1371600" lvl="2" indent="-285750" algn="l">
              <a:lnSpc>
                <a:spcPct val="115000"/>
              </a:lnSpc>
              <a:spcBef>
                <a:spcPts val="1200"/>
              </a:spcBef>
              <a:spcAft>
                <a:spcPts val="0"/>
              </a:spcAft>
              <a:buClr>
                <a:schemeClr val="dk1"/>
              </a:buClr>
              <a:buSzPts val="900"/>
              <a:buChar char="■"/>
              <a:defRPr/>
            </a:lvl3pPr>
            <a:lvl4pPr marL="1828800" lvl="3" indent="-285750" algn="l">
              <a:lnSpc>
                <a:spcPct val="115000"/>
              </a:lnSpc>
              <a:spcBef>
                <a:spcPts val="1200"/>
              </a:spcBef>
              <a:spcAft>
                <a:spcPts val="0"/>
              </a:spcAft>
              <a:buClr>
                <a:schemeClr val="dk1"/>
              </a:buClr>
              <a:buSzPts val="900"/>
              <a:buChar char="●"/>
              <a:defRPr/>
            </a:lvl4pPr>
            <a:lvl5pPr marL="2286000" lvl="4" indent="-285750" algn="l">
              <a:lnSpc>
                <a:spcPct val="115000"/>
              </a:lnSpc>
              <a:spcBef>
                <a:spcPts val="1200"/>
              </a:spcBef>
              <a:spcAft>
                <a:spcPts val="0"/>
              </a:spcAft>
              <a:buClr>
                <a:schemeClr val="dk1"/>
              </a:buClr>
              <a:buSzPts val="900"/>
              <a:buChar char="○"/>
              <a:defRPr/>
            </a:lvl5pPr>
            <a:lvl6pPr marL="2743200" lvl="5" indent="-285750" algn="l">
              <a:lnSpc>
                <a:spcPct val="115000"/>
              </a:lnSpc>
              <a:spcBef>
                <a:spcPts val="1200"/>
              </a:spcBef>
              <a:spcAft>
                <a:spcPts val="0"/>
              </a:spcAft>
              <a:buClr>
                <a:schemeClr val="dk1"/>
              </a:buClr>
              <a:buSzPts val="900"/>
              <a:buChar char="■"/>
              <a:defRPr/>
            </a:lvl6pPr>
            <a:lvl7pPr marL="3200400" lvl="6" indent="-285750" algn="l">
              <a:lnSpc>
                <a:spcPct val="115000"/>
              </a:lnSpc>
              <a:spcBef>
                <a:spcPts val="1200"/>
              </a:spcBef>
              <a:spcAft>
                <a:spcPts val="0"/>
              </a:spcAft>
              <a:buClr>
                <a:schemeClr val="dk1"/>
              </a:buClr>
              <a:buSzPts val="900"/>
              <a:buChar char="●"/>
              <a:defRPr/>
            </a:lvl7pPr>
            <a:lvl8pPr marL="3657600" lvl="7" indent="-285750" algn="l">
              <a:lnSpc>
                <a:spcPct val="115000"/>
              </a:lnSpc>
              <a:spcBef>
                <a:spcPts val="1200"/>
              </a:spcBef>
              <a:spcAft>
                <a:spcPts val="0"/>
              </a:spcAft>
              <a:buClr>
                <a:schemeClr val="dk1"/>
              </a:buClr>
              <a:buSzPts val="900"/>
              <a:buChar char="○"/>
              <a:defRPr/>
            </a:lvl8pPr>
            <a:lvl9pPr marL="4114800" lvl="8" indent="-285750" algn="l">
              <a:lnSpc>
                <a:spcPct val="115000"/>
              </a:lnSpc>
              <a:spcBef>
                <a:spcPts val="1200"/>
              </a:spcBef>
              <a:spcAft>
                <a:spcPts val="1200"/>
              </a:spcAft>
              <a:buClr>
                <a:schemeClr val="dk1"/>
              </a:buClr>
              <a:buSzPts val="900"/>
              <a:buChar char="■"/>
              <a:defRPr/>
            </a:lvl9pPr>
          </a:lstStyle>
          <a:p>
            <a:endParaRPr/>
          </a:p>
        </p:txBody>
      </p:sp>
      <p:sp>
        <p:nvSpPr>
          <p:cNvPr id="65" name="Google Shape;65;p16"/>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9pPr>
          </a:lstStyle>
          <a:p>
            <a:endParaRPr/>
          </a:p>
        </p:txBody>
      </p:sp>
      <p:sp>
        <p:nvSpPr>
          <p:cNvPr id="66" name="Google Shape;66;p16"/>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700"/>
              <a:buFont typeface="Arial"/>
              <a:buNone/>
              <a:defRPr sz="700" b="0" i="0" u="none" strike="noStrike" cap="none">
                <a:solidFill>
                  <a:srgbClr val="000000"/>
                </a:solidFill>
                <a:latin typeface="Arial"/>
                <a:ea typeface="Arial"/>
                <a:cs typeface="Arial"/>
                <a:sym typeface="Arial"/>
              </a:defRPr>
            </a:lvl9pPr>
          </a:lstStyle>
          <a:p>
            <a:endParaRPr/>
          </a:p>
        </p:txBody>
      </p:sp>
      <p:sp>
        <p:nvSpPr>
          <p:cNvPr id="67" name="Google Shape;67;p16"/>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rmAutofit lnSpcReduction="20000"/>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70" name="Google Shape;70;p1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1" name="Google Shape;7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4" name="Google Shape;7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7" name="Google Shape;7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78" name="Google Shape;7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1" name="Google Shape;81;p2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2" name="Google Shape;82;p2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3" name="Google Shape;8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6" name="Google Shape;86;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7"/>
        <p:cNvGrpSpPr/>
        <p:nvPr/>
      </p:nvGrpSpPr>
      <p:grpSpPr>
        <a:xfrm>
          <a:off x="0" y="0"/>
          <a:ext cx="0" cy="0"/>
          <a:chOff x="0" y="0"/>
          <a:chExt cx="0" cy="0"/>
        </a:xfrm>
      </p:grpSpPr>
      <p:sp>
        <p:nvSpPr>
          <p:cNvPr id="88" name="Google Shape;88;p2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9" name="Google Shape;89;p2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0" name="Google Shape;9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1"/>
        <p:cNvGrpSpPr/>
        <p:nvPr/>
      </p:nvGrpSpPr>
      <p:grpSpPr>
        <a:xfrm>
          <a:off x="0" y="0"/>
          <a:ext cx="0" cy="0"/>
          <a:chOff x="0" y="0"/>
          <a:chExt cx="0" cy="0"/>
        </a:xfrm>
      </p:grpSpPr>
      <p:sp>
        <p:nvSpPr>
          <p:cNvPr id="92" name="Google Shape;92;p2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3" name="Google Shape;93;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2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2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7" name="Google Shape;97;p2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8" name="Google Shape;98;p2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9" name="Google Shape;9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0"/>
        <p:cNvGrpSpPr/>
        <p:nvPr/>
      </p:nvGrpSpPr>
      <p:grpSpPr>
        <a:xfrm>
          <a:off x="0" y="0"/>
          <a:ext cx="0" cy="0"/>
          <a:chOff x="0" y="0"/>
          <a:chExt cx="0" cy="0"/>
        </a:xfrm>
      </p:grpSpPr>
      <p:sp>
        <p:nvSpPr>
          <p:cNvPr id="101" name="Google Shape;101;p2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02" name="Google Shape;10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3"/>
        <p:cNvGrpSpPr/>
        <p:nvPr/>
      </p:nvGrpSpPr>
      <p:grpSpPr>
        <a:xfrm>
          <a:off x="0" y="0"/>
          <a:ext cx="0" cy="0"/>
          <a:chOff x="0" y="0"/>
          <a:chExt cx="0" cy="0"/>
        </a:xfrm>
      </p:grpSpPr>
      <p:sp>
        <p:nvSpPr>
          <p:cNvPr id="104" name="Google Shape;104;p2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5" name="Google Shape;105;p2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06" name="Google Shape;10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8" name="Google Shape;58;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9" name="Google Shape;5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41"/>
        <p:cNvGrpSpPr/>
        <p:nvPr/>
      </p:nvGrpSpPr>
      <p:grpSpPr>
        <a:xfrm>
          <a:off x="0" y="0"/>
          <a:ext cx="0" cy="0"/>
          <a:chOff x="0" y="0"/>
          <a:chExt cx="0" cy="0"/>
        </a:xfrm>
      </p:grpSpPr>
      <p:sp>
        <p:nvSpPr>
          <p:cNvPr id="142" name="Google Shape;142;p31"/>
          <p:cNvSpPr/>
          <p:nvPr/>
        </p:nvSpPr>
        <p:spPr>
          <a:xfrm>
            <a:off x="1599750" y="681488"/>
            <a:ext cx="6040060" cy="4372772"/>
          </a:xfrm>
          <a:custGeom>
            <a:avLst/>
            <a:gdLst/>
            <a:ahLst/>
            <a:cxnLst/>
            <a:rect l="l" t="t" r="r" b="b"/>
            <a:pathLst>
              <a:path w="12202141" h="8924025" extrusionOk="0">
                <a:moveTo>
                  <a:pt x="0" y="0"/>
                </a:moveTo>
                <a:lnTo>
                  <a:pt x="12202140" y="0"/>
                </a:lnTo>
                <a:lnTo>
                  <a:pt x="12202140" y="8924025"/>
                </a:lnTo>
                <a:lnTo>
                  <a:pt x="0" y="8924025"/>
                </a:lnTo>
                <a:lnTo>
                  <a:pt x="0" y="0"/>
                </a:lnTo>
                <a:close/>
              </a:path>
            </a:pathLst>
          </a:custGeom>
          <a:blipFill rotWithShape="1">
            <a:blip r:embed="rId3">
              <a:alphaModFix/>
            </a:blip>
            <a:stretch>
              <a:fillRect l="-1619" t="-4518" r="-1619" b="-4529"/>
            </a:stretch>
          </a:blipFill>
          <a:ln>
            <a:noFill/>
          </a:ln>
        </p:spPr>
        <p:txBody>
          <a:bodyPr/>
          <a:lstStyle/>
          <a:p>
            <a:endParaRPr lang="en-BD"/>
          </a:p>
        </p:txBody>
      </p:sp>
      <p:sp>
        <p:nvSpPr>
          <p:cNvPr id="143" name="Google Shape;143;p31"/>
          <p:cNvSpPr txBox="1"/>
          <p:nvPr/>
        </p:nvSpPr>
        <p:spPr>
          <a:xfrm>
            <a:off x="3749855" y="137625"/>
            <a:ext cx="1644300" cy="461700"/>
          </a:xfrm>
          <a:prstGeom prst="rect">
            <a:avLst/>
          </a:prstGeom>
          <a:noFill/>
          <a:ln>
            <a:noFill/>
          </a:ln>
        </p:spPr>
        <p:txBody>
          <a:bodyPr spcFirstLastPara="1" wrap="square" lIns="0" tIns="0" rIns="0" bIns="0" anchor="t" anchorCtr="0">
            <a:spAutoFit/>
          </a:bodyPr>
          <a:lstStyle/>
          <a:p>
            <a:pPr marL="0" marR="0" lvl="0" indent="0" algn="ctr" rtl="0">
              <a:lnSpc>
                <a:spcPct val="169697"/>
              </a:lnSpc>
              <a:spcBef>
                <a:spcPts val="0"/>
              </a:spcBef>
              <a:spcAft>
                <a:spcPts val="0"/>
              </a:spcAft>
              <a:buNone/>
            </a:pPr>
            <a:r>
              <a:rPr lang="en" sz="3000" b="0" i="0" u="none" strike="noStrike" cap="none">
                <a:solidFill>
                  <a:srgbClr val="000000"/>
                </a:solidFill>
                <a:latin typeface="Barrio"/>
                <a:ea typeface="Barrio"/>
                <a:cs typeface="Barrio"/>
                <a:sym typeface="Barrio"/>
              </a:rPr>
              <a:t>NEURON</a:t>
            </a:r>
            <a:endParaRPr sz="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52"/>
        <p:cNvGrpSpPr/>
        <p:nvPr/>
      </p:nvGrpSpPr>
      <p:grpSpPr>
        <a:xfrm>
          <a:off x="0" y="0"/>
          <a:ext cx="0" cy="0"/>
          <a:chOff x="0" y="0"/>
          <a:chExt cx="0" cy="0"/>
        </a:xfrm>
      </p:grpSpPr>
      <p:sp>
        <p:nvSpPr>
          <p:cNvPr id="153" name="Google Shape;153;p33"/>
          <p:cNvSpPr/>
          <p:nvPr/>
        </p:nvSpPr>
        <p:spPr>
          <a:xfrm>
            <a:off x="752375" y="226674"/>
            <a:ext cx="7262213" cy="4839228"/>
          </a:xfrm>
          <a:custGeom>
            <a:avLst/>
            <a:gdLst/>
            <a:ahLst/>
            <a:cxnLst/>
            <a:rect l="l" t="t" r="r" b="b"/>
            <a:pathLst>
              <a:path w="12256899" h="8099126" extrusionOk="0">
                <a:moveTo>
                  <a:pt x="0" y="0"/>
                </a:moveTo>
                <a:lnTo>
                  <a:pt x="12256898" y="0"/>
                </a:lnTo>
                <a:lnTo>
                  <a:pt x="12256898" y="8099126"/>
                </a:lnTo>
                <a:lnTo>
                  <a:pt x="0" y="8099126"/>
                </a:lnTo>
                <a:lnTo>
                  <a:pt x="0" y="0"/>
                </a:lnTo>
                <a:close/>
              </a:path>
            </a:pathLst>
          </a:custGeom>
          <a:blipFill rotWithShape="1">
            <a:blip r:embed="rId3">
              <a:alphaModFix/>
            </a:blip>
            <a:stretch>
              <a:fillRect b="-5929"/>
            </a:stretch>
          </a:blipFill>
          <a:ln>
            <a:noFill/>
          </a:ln>
        </p:spPr>
        <p:txBody>
          <a:bodyPr/>
          <a:lstStyle/>
          <a:p>
            <a:endParaRPr lang="en-B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57"/>
        <p:cNvGrpSpPr/>
        <p:nvPr/>
      </p:nvGrpSpPr>
      <p:grpSpPr>
        <a:xfrm>
          <a:off x="0" y="0"/>
          <a:ext cx="0" cy="0"/>
          <a:chOff x="0" y="0"/>
          <a:chExt cx="0" cy="0"/>
        </a:xfrm>
      </p:grpSpPr>
      <p:sp>
        <p:nvSpPr>
          <p:cNvPr id="158" name="Google Shape;158;p34"/>
          <p:cNvSpPr/>
          <p:nvPr/>
        </p:nvSpPr>
        <p:spPr>
          <a:xfrm>
            <a:off x="232550" y="150475"/>
            <a:ext cx="8702942" cy="4843874"/>
          </a:xfrm>
          <a:custGeom>
            <a:avLst/>
            <a:gdLst/>
            <a:ahLst/>
            <a:cxnLst/>
            <a:rect l="l" t="t" r="r" b="b"/>
            <a:pathLst>
              <a:path w="14093833" h="7452114" extrusionOk="0">
                <a:moveTo>
                  <a:pt x="0" y="0"/>
                </a:moveTo>
                <a:lnTo>
                  <a:pt x="14093834" y="0"/>
                </a:lnTo>
                <a:lnTo>
                  <a:pt x="14093834" y="7452114"/>
                </a:lnTo>
                <a:lnTo>
                  <a:pt x="0" y="7452114"/>
                </a:lnTo>
                <a:lnTo>
                  <a:pt x="0" y="0"/>
                </a:lnTo>
                <a:close/>
              </a:path>
            </a:pathLst>
          </a:custGeom>
          <a:blipFill rotWithShape="1">
            <a:blip r:embed="rId3">
              <a:alphaModFix/>
            </a:blip>
            <a:stretch>
              <a:fillRect/>
            </a:stretch>
          </a:blipFill>
          <a:ln>
            <a:noFill/>
          </a:ln>
        </p:spPr>
        <p:txBody>
          <a:bodyPr/>
          <a:lstStyle/>
          <a:p>
            <a:endParaRPr lang="en-B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62"/>
        <p:cNvGrpSpPr/>
        <p:nvPr/>
      </p:nvGrpSpPr>
      <p:grpSpPr>
        <a:xfrm>
          <a:off x="0" y="0"/>
          <a:ext cx="0" cy="0"/>
          <a:chOff x="0" y="0"/>
          <a:chExt cx="0" cy="0"/>
        </a:xfrm>
      </p:grpSpPr>
      <p:sp>
        <p:nvSpPr>
          <p:cNvPr id="163" name="Google Shape;163;p35"/>
          <p:cNvSpPr/>
          <p:nvPr/>
        </p:nvSpPr>
        <p:spPr>
          <a:xfrm>
            <a:off x="2238738" y="138101"/>
            <a:ext cx="4666523" cy="4867300"/>
          </a:xfrm>
          <a:custGeom>
            <a:avLst/>
            <a:gdLst/>
            <a:ahLst/>
            <a:cxnLst/>
            <a:rect l="l" t="t" r="r" b="b"/>
            <a:pathLst>
              <a:path w="9333046" h="9734599" extrusionOk="0">
                <a:moveTo>
                  <a:pt x="0" y="0"/>
                </a:moveTo>
                <a:lnTo>
                  <a:pt x="9333046" y="0"/>
                </a:lnTo>
                <a:lnTo>
                  <a:pt x="9333046" y="9734598"/>
                </a:lnTo>
                <a:lnTo>
                  <a:pt x="0" y="9734598"/>
                </a:lnTo>
                <a:lnTo>
                  <a:pt x="0" y="0"/>
                </a:lnTo>
                <a:close/>
              </a:path>
            </a:pathLst>
          </a:custGeom>
          <a:blipFill rotWithShape="1">
            <a:blip r:embed="rId3">
              <a:alphaModFix/>
            </a:blip>
            <a:stretch>
              <a:fillRect/>
            </a:stretch>
          </a:blipFill>
          <a:ln>
            <a:noFill/>
          </a:ln>
        </p:spPr>
        <p:txBody>
          <a:bodyPr/>
          <a:lstStyle/>
          <a:p>
            <a:endParaRPr lang="en-B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67"/>
        <p:cNvGrpSpPr/>
        <p:nvPr/>
      </p:nvGrpSpPr>
      <p:grpSpPr>
        <a:xfrm>
          <a:off x="0" y="0"/>
          <a:ext cx="0" cy="0"/>
          <a:chOff x="0" y="0"/>
          <a:chExt cx="0" cy="0"/>
        </a:xfrm>
      </p:grpSpPr>
      <p:sp>
        <p:nvSpPr>
          <p:cNvPr id="168" name="Google Shape;168;p36"/>
          <p:cNvSpPr txBox="1"/>
          <p:nvPr/>
        </p:nvSpPr>
        <p:spPr>
          <a:xfrm>
            <a:off x="336675" y="692912"/>
            <a:ext cx="8470800" cy="418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 sz="2000" b="0" i="0" u="none" strike="noStrike" cap="none">
                <a:solidFill>
                  <a:srgbClr val="000000"/>
                </a:solidFill>
                <a:latin typeface="Times New Roman"/>
                <a:ea typeface="Times New Roman"/>
                <a:cs typeface="Times New Roman"/>
                <a:sym typeface="Times New Roman"/>
              </a:rPr>
              <a:t>The central command store of our body. </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Thoughts, memory, learning, and feelings.</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Movements, such as balance and coordination.</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Senses, including how your brain interprets what you see, hear, taste, touch and feel.</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Sleep, healing and aging.</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Heartbeat and breathing patterns.</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Response to stressful situations.</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Digestion, as well as how hungry and thirsty you feel.</a:t>
            </a:r>
            <a:endParaRPr sz="400"/>
          </a:p>
          <a:p>
            <a:pPr marL="495300" marR="0" lvl="1" indent="-228600" algn="l" rtl="0">
              <a:lnSpc>
                <a:spcPct val="140000"/>
              </a:lnSpc>
              <a:spcBef>
                <a:spcPts val="0"/>
              </a:spcBef>
              <a:spcAft>
                <a:spcPts val="0"/>
              </a:spcAft>
              <a:buClr>
                <a:srgbClr val="000000"/>
              </a:buClr>
              <a:buSzPts val="2000"/>
              <a:buFont typeface="Arial"/>
              <a:buChar char="•"/>
            </a:pPr>
            <a:r>
              <a:rPr lang="en" sz="2000" b="0" i="0" u="none" strike="noStrike" cap="none">
                <a:solidFill>
                  <a:srgbClr val="000000"/>
                </a:solidFill>
                <a:latin typeface="Times New Roman"/>
                <a:ea typeface="Times New Roman"/>
                <a:cs typeface="Times New Roman"/>
                <a:sym typeface="Times New Roman"/>
              </a:rPr>
              <a:t>Body processes, such as puberty.</a:t>
            </a:r>
            <a:endParaRPr sz="400"/>
          </a:p>
        </p:txBody>
      </p:sp>
      <p:sp>
        <p:nvSpPr>
          <p:cNvPr id="169" name="Google Shape;169;p36"/>
          <p:cNvSpPr txBox="1"/>
          <p:nvPr/>
        </p:nvSpPr>
        <p:spPr>
          <a:xfrm>
            <a:off x="2509800" y="26966"/>
            <a:ext cx="4124400" cy="415500"/>
          </a:xfrm>
          <a:prstGeom prst="rect">
            <a:avLst/>
          </a:prstGeom>
          <a:noFill/>
          <a:ln>
            <a:noFill/>
          </a:ln>
        </p:spPr>
        <p:txBody>
          <a:bodyPr spcFirstLastPara="1" wrap="square" lIns="0" tIns="0" rIns="0" bIns="0" anchor="t" anchorCtr="0">
            <a:spAutoFit/>
          </a:bodyPr>
          <a:lstStyle/>
          <a:p>
            <a:pPr marL="0" marR="0" lvl="0" indent="0" algn="ctr" rtl="0">
              <a:lnSpc>
                <a:spcPct val="165907"/>
              </a:lnSpc>
              <a:spcBef>
                <a:spcPts val="0"/>
              </a:spcBef>
              <a:spcAft>
                <a:spcPts val="0"/>
              </a:spcAft>
              <a:buNone/>
            </a:pPr>
            <a:r>
              <a:rPr lang="en" sz="2700" b="0" i="0" u="none" strike="noStrike" cap="none">
                <a:solidFill>
                  <a:srgbClr val="000000"/>
                </a:solidFill>
                <a:latin typeface="Barrio"/>
                <a:ea typeface="Barrio"/>
                <a:cs typeface="Barrio"/>
                <a:sym typeface="Barrio"/>
              </a:rPr>
              <a:t>THE NERVOUS SYSTEM</a:t>
            </a:r>
            <a:endParaRPr sz="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73"/>
        <p:cNvGrpSpPr/>
        <p:nvPr/>
      </p:nvGrpSpPr>
      <p:grpSpPr>
        <a:xfrm>
          <a:off x="0" y="0"/>
          <a:ext cx="0" cy="0"/>
          <a:chOff x="0" y="0"/>
          <a:chExt cx="0" cy="0"/>
        </a:xfrm>
      </p:grpSpPr>
      <p:sp>
        <p:nvSpPr>
          <p:cNvPr id="174" name="Google Shape;174;p37"/>
          <p:cNvSpPr/>
          <p:nvPr/>
        </p:nvSpPr>
        <p:spPr>
          <a:xfrm>
            <a:off x="2117510" y="353505"/>
            <a:ext cx="4908979" cy="4436490"/>
          </a:xfrm>
          <a:custGeom>
            <a:avLst/>
            <a:gdLst/>
            <a:ahLst/>
            <a:cxnLst/>
            <a:rect l="l" t="t" r="r" b="b"/>
            <a:pathLst>
              <a:path w="9817958" h="8872980" extrusionOk="0">
                <a:moveTo>
                  <a:pt x="0" y="0"/>
                </a:moveTo>
                <a:lnTo>
                  <a:pt x="9817958" y="0"/>
                </a:lnTo>
                <a:lnTo>
                  <a:pt x="9817958" y="8872980"/>
                </a:lnTo>
                <a:lnTo>
                  <a:pt x="0" y="8872980"/>
                </a:lnTo>
                <a:lnTo>
                  <a:pt x="0" y="0"/>
                </a:lnTo>
                <a:close/>
              </a:path>
            </a:pathLst>
          </a:custGeom>
          <a:blipFill rotWithShape="1">
            <a:blip r:embed="rId3">
              <a:alphaModFix/>
            </a:blip>
            <a:stretch>
              <a:fillRect/>
            </a:stretch>
          </a:blipFill>
          <a:ln>
            <a:noFill/>
          </a:ln>
        </p:spPr>
        <p:txBody>
          <a:bodyPr/>
          <a:lstStyle/>
          <a:p>
            <a:endParaRPr lang="en-B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78"/>
        <p:cNvGrpSpPr/>
        <p:nvPr/>
      </p:nvGrpSpPr>
      <p:grpSpPr>
        <a:xfrm>
          <a:off x="0" y="0"/>
          <a:ext cx="0" cy="0"/>
          <a:chOff x="0" y="0"/>
          <a:chExt cx="0" cy="0"/>
        </a:xfrm>
      </p:grpSpPr>
      <p:sp>
        <p:nvSpPr>
          <p:cNvPr id="179" name="Google Shape;179;p38"/>
          <p:cNvSpPr/>
          <p:nvPr/>
        </p:nvSpPr>
        <p:spPr>
          <a:xfrm>
            <a:off x="738700" y="150475"/>
            <a:ext cx="7322949" cy="4883753"/>
          </a:xfrm>
          <a:custGeom>
            <a:avLst/>
            <a:gdLst/>
            <a:ahLst/>
            <a:cxnLst/>
            <a:rect l="l" t="t" r="r" b="b"/>
            <a:pathLst>
              <a:path w="13948475" h="9258300" extrusionOk="0">
                <a:moveTo>
                  <a:pt x="0" y="0"/>
                </a:moveTo>
                <a:lnTo>
                  <a:pt x="13948474" y="0"/>
                </a:lnTo>
                <a:lnTo>
                  <a:pt x="13948474" y="9258300"/>
                </a:lnTo>
                <a:lnTo>
                  <a:pt x="0" y="9258300"/>
                </a:lnTo>
                <a:lnTo>
                  <a:pt x="0" y="0"/>
                </a:lnTo>
                <a:close/>
              </a:path>
            </a:pathLst>
          </a:custGeom>
          <a:blipFill rotWithShape="1">
            <a:blip r:embed="rId3">
              <a:alphaModFix/>
            </a:blip>
            <a:stretch>
              <a:fillRect/>
            </a:stretch>
          </a:blipFill>
          <a:ln>
            <a:noFill/>
          </a:ln>
        </p:spPr>
        <p:txBody>
          <a:bodyPr/>
          <a:lstStyle/>
          <a:p>
            <a:endParaRPr lang="en-B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39"/>
          <p:cNvPicPr preferRelativeResize="0"/>
          <p:nvPr/>
        </p:nvPicPr>
        <p:blipFill>
          <a:blip r:embed="rId3">
            <a:alphaModFix/>
          </a:blip>
          <a:stretch>
            <a:fillRect/>
          </a:stretch>
        </p:blipFill>
        <p:spPr>
          <a:xfrm>
            <a:off x="2794500" y="50425"/>
            <a:ext cx="4275414" cy="5093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40"/>
          <p:cNvPicPr preferRelativeResize="0"/>
          <p:nvPr/>
        </p:nvPicPr>
        <p:blipFill>
          <a:blip r:embed="rId3">
            <a:alphaModFix/>
          </a:blip>
          <a:stretch>
            <a:fillRect/>
          </a:stretch>
        </p:blipFill>
        <p:spPr>
          <a:xfrm>
            <a:off x="775925" y="265112"/>
            <a:ext cx="7592149" cy="4613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194"/>
        <p:cNvGrpSpPr/>
        <p:nvPr/>
      </p:nvGrpSpPr>
      <p:grpSpPr>
        <a:xfrm>
          <a:off x="0" y="0"/>
          <a:ext cx="0" cy="0"/>
          <a:chOff x="0" y="0"/>
          <a:chExt cx="0" cy="0"/>
        </a:xfrm>
      </p:grpSpPr>
      <p:sp>
        <p:nvSpPr>
          <p:cNvPr id="195" name="Google Shape;195;p41"/>
          <p:cNvSpPr/>
          <p:nvPr/>
        </p:nvSpPr>
        <p:spPr>
          <a:xfrm>
            <a:off x="4060125" y="1559250"/>
            <a:ext cx="4993917" cy="3187428"/>
          </a:xfrm>
          <a:custGeom>
            <a:avLst/>
            <a:gdLst/>
            <a:ahLst/>
            <a:cxnLst/>
            <a:rect l="l" t="t" r="r" b="b"/>
            <a:pathLst>
              <a:path w="7772634" h="4922668" extrusionOk="0">
                <a:moveTo>
                  <a:pt x="0" y="0"/>
                </a:moveTo>
                <a:lnTo>
                  <a:pt x="7772634" y="0"/>
                </a:lnTo>
                <a:lnTo>
                  <a:pt x="7772634" y="4922669"/>
                </a:lnTo>
                <a:lnTo>
                  <a:pt x="0" y="4922669"/>
                </a:lnTo>
                <a:lnTo>
                  <a:pt x="0" y="0"/>
                </a:lnTo>
                <a:close/>
              </a:path>
            </a:pathLst>
          </a:custGeom>
          <a:blipFill rotWithShape="1">
            <a:blip r:embed="rId3">
              <a:alphaModFix/>
            </a:blip>
            <a:stretch>
              <a:fillRect/>
            </a:stretch>
          </a:blipFill>
          <a:ln>
            <a:noFill/>
          </a:ln>
        </p:spPr>
        <p:txBody>
          <a:bodyPr/>
          <a:lstStyle/>
          <a:p>
            <a:endParaRPr lang="en-BD"/>
          </a:p>
        </p:txBody>
      </p:sp>
      <p:sp>
        <p:nvSpPr>
          <p:cNvPr id="196" name="Google Shape;196;p41"/>
          <p:cNvSpPr txBox="1"/>
          <p:nvPr/>
        </p:nvSpPr>
        <p:spPr>
          <a:xfrm>
            <a:off x="2295222" y="133350"/>
            <a:ext cx="4896300" cy="369300"/>
          </a:xfrm>
          <a:prstGeom prst="rect">
            <a:avLst/>
          </a:prstGeom>
          <a:noFill/>
          <a:ln>
            <a:noFill/>
          </a:ln>
        </p:spPr>
        <p:txBody>
          <a:bodyPr spcFirstLastPara="1" wrap="square" lIns="0" tIns="0" rIns="0" bIns="0" anchor="t" anchorCtr="0">
            <a:spAutoFit/>
          </a:bodyPr>
          <a:lstStyle/>
          <a:p>
            <a:pPr marL="0" marR="0" lvl="0" indent="0" algn="ctr" rtl="0">
              <a:lnSpc>
                <a:spcPct val="186645"/>
              </a:lnSpc>
              <a:spcBef>
                <a:spcPts val="0"/>
              </a:spcBef>
              <a:spcAft>
                <a:spcPts val="0"/>
              </a:spcAft>
              <a:buNone/>
            </a:pPr>
            <a:r>
              <a:rPr lang="en" sz="2400" b="0" i="0" u="none" strike="noStrike" cap="none">
                <a:solidFill>
                  <a:srgbClr val="000000"/>
                </a:solidFill>
                <a:latin typeface="Barrio"/>
                <a:ea typeface="Barrio"/>
                <a:cs typeface="Barrio"/>
                <a:sym typeface="Barrio"/>
              </a:rPr>
              <a:t>THE ORGANIZATION OF BRAIN</a:t>
            </a:r>
            <a:endParaRPr sz="700"/>
          </a:p>
        </p:txBody>
      </p:sp>
      <p:sp>
        <p:nvSpPr>
          <p:cNvPr id="197" name="Google Shape;197;p41"/>
          <p:cNvSpPr txBox="1"/>
          <p:nvPr/>
        </p:nvSpPr>
        <p:spPr>
          <a:xfrm>
            <a:off x="729928" y="2160466"/>
            <a:ext cx="3225900" cy="2370300"/>
          </a:xfrm>
          <a:prstGeom prst="rect">
            <a:avLst/>
          </a:prstGeom>
          <a:noFill/>
          <a:ln>
            <a:noFill/>
          </a:ln>
        </p:spPr>
        <p:txBody>
          <a:bodyPr spcFirstLastPara="1" wrap="square" lIns="0" tIns="0" rIns="0" bIns="0" anchor="t" anchorCtr="0">
            <a:spAutoFit/>
          </a:bodyPr>
          <a:lstStyle/>
          <a:p>
            <a:pPr marL="609600" marR="0" lvl="1" indent="-304800" algn="l" rtl="0">
              <a:lnSpc>
                <a:spcPct val="150000"/>
              </a:lnSpc>
              <a:spcBef>
                <a:spcPts val="0"/>
              </a:spcBef>
              <a:spcAft>
                <a:spcPts val="0"/>
              </a:spcAft>
              <a:buClr>
                <a:srgbClr val="000000"/>
              </a:buClr>
              <a:buSzPts val="2800"/>
              <a:buFont typeface="Barrio"/>
              <a:buAutoNum type="arabicPeriod"/>
            </a:pPr>
            <a:r>
              <a:rPr lang="en" sz="2800" b="0" i="0" u="none" strike="noStrike" cap="none">
                <a:solidFill>
                  <a:srgbClr val="000000"/>
                </a:solidFill>
                <a:latin typeface="Barrio"/>
                <a:ea typeface="Barrio"/>
                <a:cs typeface="Barrio"/>
                <a:sym typeface="Barrio"/>
              </a:rPr>
              <a:t>CEREBRAL CORTEX </a:t>
            </a:r>
            <a:endParaRPr sz="700"/>
          </a:p>
          <a:p>
            <a:pPr marL="609600" marR="0" lvl="1" indent="-304800" algn="l" rtl="0">
              <a:lnSpc>
                <a:spcPct val="150000"/>
              </a:lnSpc>
              <a:spcBef>
                <a:spcPts val="0"/>
              </a:spcBef>
              <a:spcAft>
                <a:spcPts val="0"/>
              </a:spcAft>
              <a:buClr>
                <a:srgbClr val="000000"/>
              </a:buClr>
              <a:buSzPts val="2800"/>
              <a:buFont typeface="Barrio"/>
              <a:buAutoNum type="arabicPeriod"/>
            </a:pPr>
            <a:r>
              <a:rPr lang="en" sz="2800" b="0" i="0" u="none" strike="noStrike" cap="none">
                <a:solidFill>
                  <a:srgbClr val="000000"/>
                </a:solidFill>
                <a:latin typeface="Barrio"/>
                <a:ea typeface="Barrio"/>
                <a:cs typeface="Barrio"/>
                <a:sym typeface="Barrio"/>
              </a:rPr>
              <a:t>LIMBIC SYSTEM</a:t>
            </a:r>
            <a:endParaRPr sz="700"/>
          </a:p>
          <a:p>
            <a:pPr marL="609600" marR="0" lvl="1" indent="-304800" algn="l" rtl="0">
              <a:lnSpc>
                <a:spcPct val="150000"/>
              </a:lnSpc>
              <a:spcBef>
                <a:spcPts val="0"/>
              </a:spcBef>
              <a:spcAft>
                <a:spcPts val="0"/>
              </a:spcAft>
              <a:buClr>
                <a:srgbClr val="000000"/>
              </a:buClr>
              <a:buSzPts val="2800"/>
              <a:buFont typeface="Barrio"/>
              <a:buAutoNum type="arabicPeriod"/>
            </a:pPr>
            <a:r>
              <a:rPr lang="en" sz="2800" b="0" i="0" u="none" strike="noStrike" cap="none">
                <a:solidFill>
                  <a:srgbClr val="000000"/>
                </a:solidFill>
                <a:latin typeface="Barrio"/>
                <a:ea typeface="Barrio"/>
                <a:cs typeface="Barrio"/>
                <a:sym typeface="Barrio"/>
              </a:rPr>
              <a:t>THE BRAINSTEM</a:t>
            </a:r>
            <a:endParaRPr sz="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201"/>
        <p:cNvGrpSpPr/>
        <p:nvPr/>
      </p:nvGrpSpPr>
      <p:grpSpPr>
        <a:xfrm>
          <a:off x="0" y="0"/>
          <a:ext cx="0" cy="0"/>
          <a:chOff x="0" y="0"/>
          <a:chExt cx="0" cy="0"/>
        </a:xfrm>
      </p:grpSpPr>
      <p:sp>
        <p:nvSpPr>
          <p:cNvPr id="202" name="Google Shape;202;p42"/>
          <p:cNvSpPr/>
          <p:nvPr/>
        </p:nvSpPr>
        <p:spPr>
          <a:xfrm>
            <a:off x="1151810" y="742629"/>
            <a:ext cx="5804016" cy="3540450"/>
          </a:xfrm>
          <a:custGeom>
            <a:avLst/>
            <a:gdLst/>
            <a:ahLst/>
            <a:cxnLst/>
            <a:rect l="l" t="t" r="r" b="b"/>
            <a:pathLst>
              <a:path w="11608031" h="7080899" extrusionOk="0">
                <a:moveTo>
                  <a:pt x="0" y="0"/>
                </a:moveTo>
                <a:lnTo>
                  <a:pt x="11608031" y="0"/>
                </a:lnTo>
                <a:lnTo>
                  <a:pt x="11608031" y="7080899"/>
                </a:lnTo>
                <a:lnTo>
                  <a:pt x="0" y="7080899"/>
                </a:lnTo>
                <a:lnTo>
                  <a:pt x="0" y="0"/>
                </a:lnTo>
                <a:close/>
              </a:path>
            </a:pathLst>
          </a:custGeom>
          <a:blipFill rotWithShape="1">
            <a:blip r:embed="rId3">
              <a:alphaModFix/>
            </a:blip>
            <a:stretch>
              <a:fillRect/>
            </a:stretch>
          </a:blipFill>
          <a:ln>
            <a:noFill/>
          </a:ln>
        </p:spPr>
        <p:txBody>
          <a:bodyPr/>
          <a:lstStyle/>
          <a:p>
            <a:endParaRPr lang="en-BD"/>
          </a:p>
        </p:txBody>
      </p:sp>
      <p:sp>
        <p:nvSpPr>
          <p:cNvPr id="203" name="Google Shape;203;p42"/>
          <p:cNvSpPr txBox="1"/>
          <p:nvPr/>
        </p:nvSpPr>
        <p:spPr>
          <a:xfrm>
            <a:off x="6825676" y="2399505"/>
            <a:ext cx="260100" cy="123000"/>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en" sz="800" b="0" i="0" u="none" strike="noStrike" cap="none">
                <a:solidFill>
                  <a:srgbClr val="000000"/>
                </a:solidFill>
                <a:latin typeface="Times New Roman"/>
                <a:ea typeface="Times New Roman"/>
                <a:cs typeface="Times New Roman"/>
                <a:sym typeface="Times New Roman"/>
              </a:rPr>
              <a:t>PONS</a:t>
            </a:r>
            <a:endParaRPr sz="700"/>
          </a:p>
        </p:txBody>
      </p:sp>
      <p:sp>
        <p:nvSpPr>
          <p:cNvPr id="204" name="Google Shape;204;p42"/>
          <p:cNvSpPr txBox="1"/>
          <p:nvPr/>
        </p:nvSpPr>
        <p:spPr>
          <a:xfrm>
            <a:off x="6825676" y="3280804"/>
            <a:ext cx="453000" cy="123000"/>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en" sz="800" b="0" i="0" u="none" strike="noStrike" cap="none">
                <a:solidFill>
                  <a:srgbClr val="000000"/>
                </a:solidFill>
                <a:latin typeface="Times New Roman"/>
                <a:ea typeface="Times New Roman"/>
                <a:cs typeface="Times New Roman"/>
                <a:sym typeface="Times New Roman"/>
              </a:rPr>
              <a:t>MEDULA</a:t>
            </a:r>
            <a:endParaRPr sz="700"/>
          </a:p>
        </p:txBody>
      </p:sp>
      <p:cxnSp>
        <p:nvCxnSpPr>
          <p:cNvPr id="205" name="Google Shape;205;p42"/>
          <p:cNvCxnSpPr/>
          <p:nvPr/>
        </p:nvCxnSpPr>
        <p:spPr>
          <a:xfrm>
            <a:off x="6047056" y="3373038"/>
            <a:ext cx="778800" cy="0"/>
          </a:xfrm>
          <a:prstGeom prst="straightConnector1">
            <a:avLst/>
          </a:prstGeom>
          <a:noFill/>
          <a:ln w="38100" cap="flat" cmpd="sng">
            <a:solidFill>
              <a:srgbClr val="000000"/>
            </a:solidFill>
            <a:prstDash val="solid"/>
            <a:round/>
            <a:headEnd type="none" w="sm" len="sm"/>
            <a:tailEnd type="none" w="sm" len="sm"/>
          </a:ln>
        </p:spPr>
      </p:cxnSp>
      <p:cxnSp>
        <p:nvCxnSpPr>
          <p:cNvPr id="206" name="Google Shape;206;p42"/>
          <p:cNvCxnSpPr/>
          <p:nvPr/>
        </p:nvCxnSpPr>
        <p:spPr>
          <a:xfrm>
            <a:off x="6047056" y="2491739"/>
            <a:ext cx="778800" cy="0"/>
          </a:xfrm>
          <a:prstGeom prst="straightConnector1">
            <a:avLst/>
          </a:prstGeom>
          <a:noFill/>
          <a:ln w="38100" cap="flat" cmpd="sng">
            <a:solidFill>
              <a:srgbClr val="000000"/>
            </a:solidFill>
            <a:prstDash val="solid"/>
            <a:round/>
            <a:headEnd type="none" w="sm" len="sm"/>
            <a:tailEnd type="none" w="sm" len="sm"/>
          </a:ln>
        </p:spPr>
      </p:cxnSp>
      <p:cxnSp>
        <p:nvCxnSpPr>
          <p:cNvPr id="207" name="Google Shape;207;p42"/>
          <p:cNvCxnSpPr/>
          <p:nvPr/>
        </p:nvCxnSpPr>
        <p:spPr>
          <a:xfrm>
            <a:off x="7854253" y="2515235"/>
            <a:ext cx="0" cy="862500"/>
          </a:xfrm>
          <a:prstGeom prst="straightConnector1">
            <a:avLst/>
          </a:prstGeom>
          <a:noFill/>
          <a:ln w="38100" cap="flat" cmpd="sng">
            <a:solidFill>
              <a:srgbClr val="000000"/>
            </a:solidFill>
            <a:prstDash val="solid"/>
            <a:round/>
            <a:headEnd type="none" w="sm" len="sm"/>
            <a:tailEnd type="none" w="sm" len="sm"/>
          </a:ln>
        </p:spPr>
      </p:cxnSp>
      <p:cxnSp>
        <p:nvCxnSpPr>
          <p:cNvPr id="208" name="Google Shape;208;p42"/>
          <p:cNvCxnSpPr/>
          <p:nvPr/>
        </p:nvCxnSpPr>
        <p:spPr>
          <a:xfrm>
            <a:off x="7575142" y="3373038"/>
            <a:ext cx="279000" cy="4800"/>
          </a:xfrm>
          <a:prstGeom prst="straightConnector1">
            <a:avLst/>
          </a:prstGeom>
          <a:noFill/>
          <a:ln w="38100" cap="flat" cmpd="sng">
            <a:solidFill>
              <a:srgbClr val="000000"/>
            </a:solidFill>
            <a:prstDash val="solid"/>
            <a:round/>
            <a:headEnd type="none" w="sm" len="sm"/>
            <a:tailEnd type="none" w="sm" len="sm"/>
          </a:ln>
        </p:spPr>
      </p:cxnSp>
      <p:cxnSp>
        <p:nvCxnSpPr>
          <p:cNvPr id="209" name="Google Shape;209;p42"/>
          <p:cNvCxnSpPr/>
          <p:nvPr/>
        </p:nvCxnSpPr>
        <p:spPr>
          <a:xfrm rot="10800000" flipH="1">
            <a:off x="5148989" y="1846426"/>
            <a:ext cx="1126200" cy="301200"/>
          </a:xfrm>
          <a:prstGeom prst="straightConnector1">
            <a:avLst/>
          </a:prstGeom>
          <a:noFill/>
          <a:ln w="38100" cap="flat" cmpd="sng">
            <a:solidFill>
              <a:srgbClr val="000000"/>
            </a:solidFill>
            <a:prstDash val="solid"/>
            <a:round/>
            <a:headEnd type="none" w="sm" len="sm"/>
            <a:tailEnd type="none" w="sm" len="sm"/>
          </a:ln>
        </p:spPr>
      </p:cxnSp>
      <p:cxnSp>
        <p:nvCxnSpPr>
          <p:cNvPr id="210" name="Google Shape;210;p42"/>
          <p:cNvCxnSpPr/>
          <p:nvPr/>
        </p:nvCxnSpPr>
        <p:spPr>
          <a:xfrm rot="10800000" flipH="1">
            <a:off x="5050532" y="1846266"/>
            <a:ext cx="1224900" cy="596100"/>
          </a:xfrm>
          <a:prstGeom prst="straightConnector1">
            <a:avLst/>
          </a:prstGeom>
          <a:noFill/>
          <a:ln w="38100" cap="flat" cmpd="sng">
            <a:solidFill>
              <a:srgbClr val="000000"/>
            </a:solidFill>
            <a:prstDash val="solid"/>
            <a:round/>
            <a:headEnd type="none" w="sm" len="sm"/>
            <a:tailEnd type="none" w="sm" len="sm"/>
          </a:ln>
        </p:spPr>
      </p:cxnSp>
      <p:sp>
        <p:nvSpPr>
          <p:cNvPr id="211" name="Google Shape;211;p42"/>
          <p:cNvSpPr txBox="1"/>
          <p:nvPr/>
        </p:nvSpPr>
        <p:spPr>
          <a:xfrm>
            <a:off x="7955951" y="2860278"/>
            <a:ext cx="617100" cy="123000"/>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en" sz="800" b="0" i="0" u="none" strike="noStrike" cap="none">
                <a:solidFill>
                  <a:srgbClr val="000000"/>
                </a:solidFill>
                <a:latin typeface="Times New Roman"/>
                <a:ea typeface="Times New Roman"/>
                <a:cs typeface="Times New Roman"/>
                <a:sym typeface="Times New Roman"/>
              </a:rPr>
              <a:t>BRAIN STEM</a:t>
            </a:r>
            <a:endParaRPr sz="700"/>
          </a:p>
        </p:txBody>
      </p:sp>
      <p:cxnSp>
        <p:nvCxnSpPr>
          <p:cNvPr id="212" name="Google Shape;212;p42"/>
          <p:cNvCxnSpPr/>
          <p:nvPr/>
        </p:nvCxnSpPr>
        <p:spPr>
          <a:xfrm>
            <a:off x="7574979" y="2510473"/>
            <a:ext cx="279000" cy="4800"/>
          </a:xfrm>
          <a:prstGeom prst="straightConnector1">
            <a:avLst/>
          </a:prstGeom>
          <a:noFill/>
          <a:ln w="38100" cap="flat" cmpd="sng">
            <a:solidFill>
              <a:srgbClr val="000000"/>
            </a:solidFill>
            <a:prstDash val="solid"/>
            <a:round/>
            <a:headEnd type="none" w="sm" len="sm"/>
            <a:tailEnd type="none" w="sm" len="sm"/>
          </a:ln>
        </p:spPr>
      </p:cxnSp>
      <p:sp>
        <p:nvSpPr>
          <p:cNvPr id="213" name="Google Shape;213;p42"/>
          <p:cNvSpPr txBox="1"/>
          <p:nvPr/>
        </p:nvSpPr>
        <p:spPr>
          <a:xfrm>
            <a:off x="6334199" y="1753972"/>
            <a:ext cx="1240800" cy="123000"/>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en" sz="800" b="0" i="0" u="none" strike="noStrike" cap="none">
                <a:solidFill>
                  <a:srgbClr val="000000"/>
                </a:solidFill>
                <a:latin typeface="Times New Roman"/>
                <a:ea typeface="Times New Roman"/>
                <a:cs typeface="Times New Roman"/>
                <a:sym typeface="Times New Roman"/>
              </a:rPr>
              <a:t>RETICULAR FORMATION</a:t>
            </a:r>
            <a:endParaRPr sz="700"/>
          </a:p>
        </p:txBody>
      </p:sp>
      <p:sp>
        <p:nvSpPr>
          <p:cNvPr id="214" name="Google Shape;214;p42"/>
          <p:cNvSpPr txBox="1"/>
          <p:nvPr/>
        </p:nvSpPr>
        <p:spPr>
          <a:xfrm>
            <a:off x="6378001" y="650395"/>
            <a:ext cx="577800" cy="123000"/>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en" sz="800" b="0" i="0" u="none" strike="noStrike" cap="none">
                <a:solidFill>
                  <a:srgbClr val="000000"/>
                </a:solidFill>
                <a:latin typeface="Times New Roman"/>
                <a:ea typeface="Times New Roman"/>
                <a:cs typeface="Times New Roman"/>
                <a:sym typeface="Times New Roman"/>
              </a:rPr>
              <a:t>THALAMUS</a:t>
            </a:r>
            <a:endParaRPr sz="700"/>
          </a:p>
        </p:txBody>
      </p:sp>
      <p:cxnSp>
        <p:nvCxnSpPr>
          <p:cNvPr id="215" name="Google Shape;215;p42"/>
          <p:cNvCxnSpPr/>
          <p:nvPr/>
        </p:nvCxnSpPr>
        <p:spPr>
          <a:xfrm rot="10800000" flipH="1">
            <a:off x="5148989" y="801599"/>
            <a:ext cx="1126200" cy="391200"/>
          </a:xfrm>
          <a:prstGeom prst="straightConnector1">
            <a:avLst/>
          </a:prstGeom>
          <a:noFill/>
          <a:ln w="38100" cap="flat" cmpd="sng">
            <a:solidFill>
              <a:srgbClr val="000000"/>
            </a:solidFill>
            <a:prstDash val="solid"/>
            <a:round/>
            <a:headEnd type="none" w="sm" len="sm"/>
            <a:tailEnd type="none" w="sm" len="sm"/>
          </a:ln>
        </p:spPr>
      </p:cxnSp>
      <p:sp>
        <p:nvSpPr>
          <p:cNvPr id="216" name="Google Shape;216;p42"/>
          <p:cNvSpPr txBox="1"/>
          <p:nvPr/>
        </p:nvSpPr>
        <p:spPr>
          <a:xfrm>
            <a:off x="3176863" y="126502"/>
            <a:ext cx="2790300" cy="415500"/>
          </a:xfrm>
          <a:prstGeom prst="rect">
            <a:avLst/>
          </a:prstGeom>
          <a:noFill/>
          <a:ln>
            <a:noFill/>
          </a:ln>
        </p:spPr>
        <p:txBody>
          <a:bodyPr spcFirstLastPara="1" wrap="square" lIns="0" tIns="0" rIns="0" bIns="0" anchor="t" anchorCtr="0">
            <a:spAutoFit/>
          </a:bodyPr>
          <a:lstStyle/>
          <a:p>
            <a:pPr marL="0" marR="0" lvl="0" indent="0" algn="ctr" rtl="0">
              <a:lnSpc>
                <a:spcPct val="165907"/>
              </a:lnSpc>
              <a:spcBef>
                <a:spcPts val="0"/>
              </a:spcBef>
              <a:spcAft>
                <a:spcPts val="0"/>
              </a:spcAft>
              <a:buNone/>
            </a:pPr>
            <a:r>
              <a:rPr lang="en" sz="2700" b="0" i="0" u="none" strike="noStrike" cap="none">
                <a:solidFill>
                  <a:srgbClr val="000000"/>
                </a:solidFill>
                <a:latin typeface="Barrio"/>
                <a:ea typeface="Barrio"/>
                <a:cs typeface="Barrio"/>
                <a:sym typeface="Barrio"/>
              </a:rPr>
              <a:t>THE BRAIN STEM</a:t>
            </a:r>
            <a:endParaRPr sz="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220"/>
        <p:cNvGrpSpPr/>
        <p:nvPr/>
      </p:nvGrpSpPr>
      <p:grpSpPr>
        <a:xfrm>
          <a:off x="0" y="0"/>
          <a:ext cx="0" cy="0"/>
          <a:chOff x="0" y="0"/>
          <a:chExt cx="0" cy="0"/>
        </a:xfrm>
      </p:grpSpPr>
      <p:sp>
        <p:nvSpPr>
          <p:cNvPr id="221" name="Google Shape;221;p43"/>
          <p:cNvSpPr/>
          <p:nvPr/>
        </p:nvSpPr>
        <p:spPr>
          <a:xfrm>
            <a:off x="4509591" y="923741"/>
            <a:ext cx="3407920" cy="3296018"/>
          </a:xfrm>
          <a:custGeom>
            <a:avLst/>
            <a:gdLst/>
            <a:ahLst/>
            <a:cxnLst/>
            <a:rect l="l" t="t" r="r" b="b"/>
            <a:pathLst>
              <a:path w="6815839" h="6592035" extrusionOk="0">
                <a:moveTo>
                  <a:pt x="0" y="0"/>
                </a:moveTo>
                <a:lnTo>
                  <a:pt x="6815838" y="0"/>
                </a:lnTo>
                <a:lnTo>
                  <a:pt x="6815838" y="6592036"/>
                </a:lnTo>
                <a:lnTo>
                  <a:pt x="0" y="6592036"/>
                </a:lnTo>
                <a:lnTo>
                  <a:pt x="0" y="0"/>
                </a:lnTo>
                <a:close/>
              </a:path>
            </a:pathLst>
          </a:custGeom>
          <a:blipFill rotWithShape="1">
            <a:blip r:embed="rId3">
              <a:alphaModFix/>
            </a:blip>
            <a:stretch>
              <a:fillRect/>
            </a:stretch>
          </a:blipFill>
          <a:ln>
            <a:noFill/>
          </a:ln>
        </p:spPr>
        <p:txBody>
          <a:bodyPr/>
          <a:lstStyle/>
          <a:p>
            <a:endParaRPr lang="en-BD"/>
          </a:p>
        </p:txBody>
      </p:sp>
      <p:sp>
        <p:nvSpPr>
          <p:cNvPr id="222" name="Google Shape;222;p43"/>
          <p:cNvSpPr txBox="1"/>
          <p:nvPr/>
        </p:nvSpPr>
        <p:spPr>
          <a:xfrm>
            <a:off x="4327629" y="3466559"/>
            <a:ext cx="686700" cy="1386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AMYGDALA</a:t>
            </a:r>
            <a:endParaRPr sz="700"/>
          </a:p>
        </p:txBody>
      </p:sp>
      <p:sp>
        <p:nvSpPr>
          <p:cNvPr id="223" name="Google Shape;223;p43"/>
          <p:cNvSpPr txBox="1"/>
          <p:nvPr/>
        </p:nvSpPr>
        <p:spPr>
          <a:xfrm>
            <a:off x="5461052" y="3680537"/>
            <a:ext cx="815100" cy="138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HIPPOCAMPUS</a:t>
            </a:r>
            <a:endParaRPr sz="700"/>
          </a:p>
        </p:txBody>
      </p:sp>
      <p:sp>
        <p:nvSpPr>
          <p:cNvPr id="224" name="Google Shape;224;p43"/>
          <p:cNvSpPr txBox="1"/>
          <p:nvPr/>
        </p:nvSpPr>
        <p:spPr>
          <a:xfrm>
            <a:off x="3342975" y="3049703"/>
            <a:ext cx="649800" cy="1386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THALAMUS</a:t>
            </a:r>
            <a:endParaRPr sz="700"/>
          </a:p>
        </p:txBody>
      </p:sp>
      <p:sp>
        <p:nvSpPr>
          <p:cNvPr id="225" name="Google Shape;225;p43"/>
          <p:cNvSpPr txBox="1"/>
          <p:nvPr/>
        </p:nvSpPr>
        <p:spPr>
          <a:xfrm>
            <a:off x="3200516" y="3327946"/>
            <a:ext cx="1062000" cy="1386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PITUITARY GLAND</a:t>
            </a:r>
            <a:endParaRPr sz="700"/>
          </a:p>
        </p:txBody>
      </p:sp>
      <p:cxnSp>
        <p:nvCxnSpPr>
          <p:cNvPr id="226" name="Google Shape;226;p43"/>
          <p:cNvCxnSpPr/>
          <p:nvPr/>
        </p:nvCxnSpPr>
        <p:spPr>
          <a:xfrm>
            <a:off x="5466419" y="3032462"/>
            <a:ext cx="258600" cy="580200"/>
          </a:xfrm>
          <a:prstGeom prst="straightConnector1">
            <a:avLst/>
          </a:prstGeom>
          <a:noFill/>
          <a:ln w="38100" cap="flat" cmpd="sng">
            <a:solidFill>
              <a:srgbClr val="000000"/>
            </a:solidFill>
            <a:prstDash val="solid"/>
            <a:round/>
            <a:headEnd type="none" w="sm" len="sm"/>
            <a:tailEnd type="none" w="sm" len="sm"/>
          </a:ln>
        </p:spPr>
      </p:cxnSp>
      <p:cxnSp>
        <p:nvCxnSpPr>
          <p:cNvPr id="227" name="Google Shape;227;p43"/>
          <p:cNvCxnSpPr/>
          <p:nvPr/>
        </p:nvCxnSpPr>
        <p:spPr>
          <a:xfrm rot="10800000" flipH="1">
            <a:off x="4816750" y="2945442"/>
            <a:ext cx="343800" cy="521100"/>
          </a:xfrm>
          <a:prstGeom prst="straightConnector1">
            <a:avLst/>
          </a:prstGeom>
          <a:noFill/>
          <a:ln w="38100" cap="flat" cmpd="sng">
            <a:solidFill>
              <a:srgbClr val="000000"/>
            </a:solidFill>
            <a:prstDash val="solid"/>
            <a:round/>
            <a:headEnd type="none" w="sm" len="sm"/>
            <a:tailEnd type="none" w="sm" len="sm"/>
          </a:ln>
        </p:spPr>
      </p:cxnSp>
      <p:cxnSp>
        <p:nvCxnSpPr>
          <p:cNvPr id="228" name="Google Shape;228;p43"/>
          <p:cNvCxnSpPr/>
          <p:nvPr/>
        </p:nvCxnSpPr>
        <p:spPr>
          <a:xfrm rot="10800000" flipH="1">
            <a:off x="4200351" y="2945460"/>
            <a:ext cx="850800" cy="347100"/>
          </a:xfrm>
          <a:prstGeom prst="straightConnector1">
            <a:avLst/>
          </a:prstGeom>
          <a:noFill/>
          <a:ln w="38100" cap="flat" cmpd="sng">
            <a:solidFill>
              <a:srgbClr val="000000"/>
            </a:solidFill>
            <a:prstDash val="solid"/>
            <a:round/>
            <a:headEnd type="none" w="sm" len="sm"/>
            <a:tailEnd type="none" w="sm" len="sm"/>
          </a:ln>
        </p:spPr>
      </p:cxnSp>
      <p:cxnSp>
        <p:nvCxnSpPr>
          <p:cNvPr id="229" name="Google Shape;229;p43"/>
          <p:cNvCxnSpPr/>
          <p:nvPr/>
        </p:nvCxnSpPr>
        <p:spPr>
          <a:xfrm rot="10800000" flipH="1">
            <a:off x="3965938" y="2798158"/>
            <a:ext cx="850800" cy="234300"/>
          </a:xfrm>
          <a:prstGeom prst="straightConnector1">
            <a:avLst/>
          </a:prstGeom>
          <a:noFill/>
          <a:ln w="38100" cap="flat" cmpd="sng">
            <a:solidFill>
              <a:srgbClr val="000000"/>
            </a:solidFill>
            <a:prstDash val="solid"/>
            <a:round/>
            <a:headEnd type="none" w="sm" len="sm"/>
            <a:tailEnd type="none" w="sm" len="sm"/>
          </a:ln>
        </p:spPr>
      </p:cxnSp>
      <p:sp>
        <p:nvSpPr>
          <p:cNvPr id="230" name="Google Shape;230;p43"/>
          <p:cNvSpPr txBox="1"/>
          <p:nvPr/>
        </p:nvSpPr>
        <p:spPr>
          <a:xfrm>
            <a:off x="2930592" y="121437"/>
            <a:ext cx="3071400" cy="415500"/>
          </a:xfrm>
          <a:prstGeom prst="rect">
            <a:avLst/>
          </a:prstGeom>
          <a:noFill/>
          <a:ln>
            <a:noFill/>
          </a:ln>
        </p:spPr>
        <p:txBody>
          <a:bodyPr spcFirstLastPara="1" wrap="square" lIns="0" tIns="0" rIns="0" bIns="0" anchor="t" anchorCtr="0">
            <a:spAutoFit/>
          </a:bodyPr>
          <a:lstStyle/>
          <a:p>
            <a:pPr marL="0" marR="0" lvl="0" indent="0" algn="ctr" rtl="0">
              <a:lnSpc>
                <a:spcPct val="165907"/>
              </a:lnSpc>
              <a:spcBef>
                <a:spcPts val="0"/>
              </a:spcBef>
              <a:spcAft>
                <a:spcPts val="0"/>
              </a:spcAft>
              <a:buNone/>
            </a:pPr>
            <a:r>
              <a:rPr lang="en" sz="2700" b="0" i="0" u="none" strike="noStrike" cap="none">
                <a:solidFill>
                  <a:srgbClr val="000000"/>
                </a:solidFill>
                <a:latin typeface="Barrio"/>
                <a:ea typeface="Barrio"/>
                <a:cs typeface="Barrio"/>
                <a:sym typeface="Barrio"/>
              </a:rPr>
              <a:t>THE LIMBIC SYSTEM</a:t>
            </a:r>
            <a:endParaRPr sz="700"/>
          </a:p>
        </p:txBody>
      </p:sp>
      <p:sp>
        <p:nvSpPr>
          <p:cNvPr id="231" name="Google Shape;231;p43"/>
          <p:cNvSpPr txBox="1">
            <a:spLocks noGrp="1"/>
          </p:cNvSpPr>
          <p:nvPr>
            <p:ph type="body" idx="2"/>
          </p:nvPr>
        </p:nvSpPr>
        <p:spPr>
          <a:xfrm>
            <a:off x="283325" y="1029350"/>
            <a:ext cx="3080700" cy="3416400"/>
          </a:xfrm>
          <a:prstGeom prst="rect">
            <a:avLst/>
          </a:prstGeom>
        </p:spPr>
        <p:txBody>
          <a:bodyPr spcFirstLastPara="1" wrap="square" lIns="91425" tIns="91425" rIns="91425" bIns="91425" anchor="t" anchorCtr="0">
            <a:normAutofit lnSpcReduction="20000"/>
          </a:bodyPr>
          <a:lstStyle/>
          <a:p>
            <a:pPr marL="457200" lvl="0" indent="-387350" algn="l" rtl="0">
              <a:lnSpc>
                <a:spcPct val="200000"/>
              </a:lnSpc>
              <a:spcBef>
                <a:spcPts val="0"/>
              </a:spcBef>
              <a:spcAft>
                <a:spcPts val="0"/>
              </a:spcAft>
              <a:buClr>
                <a:srgbClr val="073763"/>
              </a:buClr>
              <a:buSzPts val="2500"/>
              <a:buFont typeface="Times New Roman"/>
              <a:buAutoNum type="arabicPeriod"/>
            </a:pPr>
            <a:r>
              <a:rPr lang="en" sz="2500" b="1">
                <a:solidFill>
                  <a:srgbClr val="073763"/>
                </a:solidFill>
                <a:latin typeface="Times New Roman"/>
                <a:ea typeface="Times New Roman"/>
                <a:cs typeface="Times New Roman"/>
                <a:sym typeface="Times New Roman"/>
              </a:rPr>
              <a:t>THALAMUS</a:t>
            </a:r>
            <a:endParaRPr sz="2500" b="1">
              <a:solidFill>
                <a:srgbClr val="073763"/>
              </a:solidFill>
              <a:latin typeface="Times New Roman"/>
              <a:ea typeface="Times New Roman"/>
              <a:cs typeface="Times New Roman"/>
              <a:sym typeface="Times New Roman"/>
            </a:endParaRPr>
          </a:p>
          <a:p>
            <a:pPr marL="457200" lvl="0" indent="-387350" algn="l" rtl="0">
              <a:lnSpc>
                <a:spcPct val="200000"/>
              </a:lnSpc>
              <a:spcBef>
                <a:spcPts val="0"/>
              </a:spcBef>
              <a:spcAft>
                <a:spcPts val="0"/>
              </a:spcAft>
              <a:buClr>
                <a:srgbClr val="073763"/>
              </a:buClr>
              <a:buSzPts val="2500"/>
              <a:buFont typeface="Times New Roman"/>
              <a:buAutoNum type="arabicPeriod"/>
            </a:pPr>
            <a:r>
              <a:rPr lang="en" sz="2500" b="1">
                <a:solidFill>
                  <a:srgbClr val="073763"/>
                </a:solidFill>
                <a:latin typeface="Times New Roman"/>
                <a:ea typeface="Times New Roman"/>
                <a:cs typeface="Times New Roman"/>
                <a:sym typeface="Times New Roman"/>
              </a:rPr>
              <a:t>PITUITARY GLAND</a:t>
            </a:r>
            <a:endParaRPr sz="2500" b="1">
              <a:solidFill>
                <a:srgbClr val="073763"/>
              </a:solidFill>
              <a:latin typeface="Times New Roman"/>
              <a:ea typeface="Times New Roman"/>
              <a:cs typeface="Times New Roman"/>
              <a:sym typeface="Times New Roman"/>
            </a:endParaRPr>
          </a:p>
          <a:p>
            <a:pPr marL="457200" lvl="0" indent="-387350" algn="l" rtl="0">
              <a:lnSpc>
                <a:spcPct val="200000"/>
              </a:lnSpc>
              <a:spcBef>
                <a:spcPts val="0"/>
              </a:spcBef>
              <a:spcAft>
                <a:spcPts val="0"/>
              </a:spcAft>
              <a:buClr>
                <a:srgbClr val="073763"/>
              </a:buClr>
              <a:buSzPts val="2500"/>
              <a:buFont typeface="Times New Roman"/>
              <a:buAutoNum type="arabicPeriod"/>
            </a:pPr>
            <a:r>
              <a:rPr lang="en" sz="2500" b="1">
                <a:solidFill>
                  <a:srgbClr val="073763"/>
                </a:solidFill>
                <a:latin typeface="Times New Roman"/>
                <a:ea typeface="Times New Roman"/>
                <a:cs typeface="Times New Roman"/>
                <a:sym typeface="Times New Roman"/>
              </a:rPr>
              <a:t>AMYGDALA</a:t>
            </a:r>
            <a:endParaRPr sz="2500" b="1">
              <a:solidFill>
                <a:srgbClr val="073763"/>
              </a:solidFill>
              <a:latin typeface="Times New Roman"/>
              <a:ea typeface="Times New Roman"/>
              <a:cs typeface="Times New Roman"/>
              <a:sym typeface="Times New Roman"/>
            </a:endParaRPr>
          </a:p>
          <a:p>
            <a:pPr marL="457200" lvl="0" indent="-387350" algn="l" rtl="0">
              <a:lnSpc>
                <a:spcPct val="200000"/>
              </a:lnSpc>
              <a:spcBef>
                <a:spcPts val="0"/>
              </a:spcBef>
              <a:spcAft>
                <a:spcPts val="0"/>
              </a:spcAft>
              <a:buClr>
                <a:srgbClr val="073763"/>
              </a:buClr>
              <a:buSzPts val="2500"/>
              <a:buFont typeface="Times New Roman"/>
              <a:buAutoNum type="arabicPeriod"/>
            </a:pPr>
            <a:r>
              <a:rPr lang="en" sz="2500" b="1">
                <a:solidFill>
                  <a:srgbClr val="073763"/>
                </a:solidFill>
                <a:latin typeface="Times New Roman"/>
                <a:ea typeface="Times New Roman"/>
                <a:cs typeface="Times New Roman"/>
                <a:sym typeface="Times New Roman"/>
              </a:rPr>
              <a:t>HIPPOCAMPUS</a:t>
            </a:r>
            <a:endParaRPr sz="2500" b="1">
              <a:solidFill>
                <a:srgbClr val="073763"/>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235"/>
        <p:cNvGrpSpPr/>
        <p:nvPr/>
      </p:nvGrpSpPr>
      <p:grpSpPr>
        <a:xfrm>
          <a:off x="0" y="0"/>
          <a:ext cx="0" cy="0"/>
          <a:chOff x="0" y="0"/>
          <a:chExt cx="0" cy="0"/>
        </a:xfrm>
      </p:grpSpPr>
      <p:sp>
        <p:nvSpPr>
          <p:cNvPr id="236" name="Google Shape;236;p44"/>
          <p:cNvSpPr/>
          <p:nvPr/>
        </p:nvSpPr>
        <p:spPr>
          <a:xfrm>
            <a:off x="1306229" y="591876"/>
            <a:ext cx="6531542" cy="3959748"/>
          </a:xfrm>
          <a:custGeom>
            <a:avLst/>
            <a:gdLst/>
            <a:ahLst/>
            <a:cxnLst/>
            <a:rect l="l" t="t" r="r" b="b"/>
            <a:pathLst>
              <a:path w="13063084" h="7919495" extrusionOk="0">
                <a:moveTo>
                  <a:pt x="0" y="0"/>
                </a:moveTo>
                <a:lnTo>
                  <a:pt x="13063084" y="0"/>
                </a:lnTo>
                <a:lnTo>
                  <a:pt x="13063084" y="7919494"/>
                </a:lnTo>
                <a:lnTo>
                  <a:pt x="0" y="7919494"/>
                </a:lnTo>
                <a:lnTo>
                  <a:pt x="0" y="0"/>
                </a:lnTo>
                <a:close/>
              </a:path>
            </a:pathLst>
          </a:custGeom>
          <a:blipFill rotWithShape="1">
            <a:blip r:embed="rId3">
              <a:alphaModFix/>
            </a:blip>
            <a:stretch>
              <a:fillRect/>
            </a:stretch>
          </a:blipFill>
          <a:ln>
            <a:noFill/>
          </a:ln>
        </p:spPr>
        <p:txBody>
          <a:bodyPr/>
          <a:lstStyle/>
          <a:p>
            <a:endParaRPr lang="en-BD"/>
          </a:p>
        </p:txBody>
      </p:sp>
      <p:sp>
        <p:nvSpPr>
          <p:cNvPr id="237" name="Google Shape;237;p44"/>
          <p:cNvSpPr txBox="1"/>
          <p:nvPr/>
        </p:nvSpPr>
        <p:spPr>
          <a:xfrm>
            <a:off x="3578796" y="67982"/>
            <a:ext cx="1986600" cy="415500"/>
          </a:xfrm>
          <a:prstGeom prst="rect">
            <a:avLst/>
          </a:prstGeom>
          <a:noFill/>
          <a:ln>
            <a:noFill/>
          </a:ln>
        </p:spPr>
        <p:txBody>
          <a:bodyPr spcFirstLastPara="1" wrap="square" lIns="0" tIns="0" rIns="0" bIns="0" anchor="t" anchorCtr="0">
            <a:spAutoFit/>
          </a:bodyPr>
          <a:lstStyle/>
          <a:p>
            <a:pPr marL="0" marR="0" lvl="0" indent="0" algn="ctr" rtl="0">
              <a:lnSpc>
                <a:spcPct val="165907"/>
              </a:lnSpc>
              <a:spcBef>
                <a:spcPts val="0"/>
              </a:spcBef>
              <a:spcAft>
                <a:spcPts val="0"/>
              </a:spcAft>
              <a:buNone/>
            </a:pPr>
            <a:r>
              <a:rPr lang="en" sz="2700" b="0" i="0" u="none" strike="noStrike" cap="none">
                <a:solidFill>
                  <a:srgbClr val="000000"/>
                </a:solidFill>
                <a:latin typeface="Barrio"/>
                <a:ea typeface="Barrio"/>
                <a:cs typeface="Barrio"/>
                <a:sym typeface="Barrio"/>
              </a:rPr>
              <a:t>THE CORTEX</a:t>
            </a:r>
            <a:endParaRPr sz="7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241"/>
        <p:cNvGrpSpPr/>
        <p:nvPr/>
      </p:nvGrpSpPr>
      <p:grpSpPr>
        <a:xfrm>
          <a:off x="0" y="0"/>
          <a:ext cx="0" cy="0"/>
          <a:chOff x="0" y="0"/>
          <a:chExt cx="0" cy="0"/>
        </a:xfrm>
      </p:grpSpPr>
      <p:sp>
        <p:nvSpPr>
          <p:cNvPr id="242" name="Google Shape;242;p45"/>
          <p:cNvSpPr txBox="1"/>
          <p:nvPr/>
        </p:nvSpPr>
        <p:spPr>
          <a:xfrm>
            <a:off x="276551" y="1120492"/>
            <a:ext cx="5349300" cy="3694500"/>
          </a:xfrm>
          <a:prstGeom prst="rect">
            <a:avLst/>
          </a:prstGeom>
          <a:noFill/>
          <a:ln>
            <a:noFill/>
          </a:ln>
        </p:spPr>
        <p:txBody>
          <a:bodyPr spcFirstLastPara="1" wrap="square" lIns="0" tIns="0" rIns="0" bIns="0" anchor="t" anchorCtr="0">
            <a:spAutoFit/>
          </a:bodyPr>
          <a:lstStyle/>
          <a:p>
            <a:pPr marL="0" marR="0" lvl="0" indent="0" algn="just" rtl="0">
              <a:lnSpc>
                <a:spcPct val="140012"/>
              </a:lnSpc>
              <a:spcBef>
                <a:spcPts val="0"/>
              </a:spcBef>
              <a:spcAft>
                <a:spcPts val="0"/>
              </a:spcAft>
              <a:buNone/>
            </a:pPr>
            <a:r>
              <a:rPr lang="en" sz="1600" b="0" i="0" u="none" strike="noStrike" cap="none">
                <a:solidFill>
                  <a:srgbClr val="000000"/>
                </a:solidFill>
                <a:latin typeface="Times New Roman"/>
                <a:ea typeface="Times New Roman"/>
                <a:cs typeface="Times New Roman"/>
                <a:sym typeface="Times New Roman"/>
              </a:rPr>
              <a:t>One afternoon in 1848, Gage, then 25 years old, was packing gunpowder into a rock with a tamping iron. A spark ignited the gunpowder, shooting the rod up through his left cheek and out the top of his skull, leaving his frontal lobes massively damaged. To everyone’s amazement, he was immediately able to sit up and speak, and  after the wound healed he returned to work. But the affable, soft -spoken Phineas Gage was now irritable, profane, and dishonest. Although his mental abilities and memories were intact, his personality was not. This person, said his friends, was “no longer Gage.” He eventually lost his job and ended up earning his living as a fairground exhibit.</a:t>
            </a:r>
            <a:endParaRPr sz="700"/>
          </a:p>
        </p:txBody>
      </p:sp>
      <p:sp>
        <p:nvSpPr>
          <p:cNvPr id="243" name="Google Shape;243;p45"/>
          <p:cNvSpPr txBox="1"/>
          <p:nvPr/>
        </p:nvSpPr>
        <p:spPr>
          <a:xfrm>
            <a:off x="3146710" y="209550"/>
            <a:ext cx="2850600" cy="415500"/>
          </a:xfrm>
          <a:prstGeom prst="rect">
            <a:avLst/>
          </a:prstGeom>
          <a:noFill/>
          <a:ln>
            <a:noFill/>
          </a:ln>
        </p:spPr>
        <p:txBody>
          <a:bodyPr spcFirstLastPara="1" wrap="square" lIns="0" tIns="0" rIns="0" bIns="0" anchor="t" anchorCtr="0">
            <a:spAutoFit/>
          </a:bodyPr>
          <a:lstStyle/>
          <a:p>
            <a:pPr marL="0" marR="0" lvl="0" indent="0" algn="ctr" rtl="0">
              <a:lnSpc>
                <a:spcPct val="165907"/>
              </a:lnSpc>
              <a:spcBef>
                <a:spcPts val="0"/>
              </a:spcBef>
              <a:spcAft>
                <a:spcPts val="0"/>
              </a:spcAft>
              <a:buNone/>
            </a:pPr>
            <a:r>
              <a:rPr lang="en" sz="2700" b="0" i="0" u="none" strike="noStrike" cap="none">
                <a:solidFill>
                  <a:srgbClr val="000000"/>
                </a:solidFill>
                <a:latin typeface="Barrio"/>
                <a:ea typeface="Barrio"/>
                <a:cs typeface="Barrio"/>
                <a:sym typeface="Barrio"/>
              </a:rPr>
              <a:t>PHINEAS GAGE</a:t>
            </a:r>
            <a:endParaRPr sz="700"/>
          </a:p>
        </p:txBody>
      </p:sp>
      <p:sp>
        <p:nvSpPr>
          <p:cNvPr id="244" name="Google Shape;244;p45"/>
          <p:cNvSpPr/>
          <p:nvPr/>
        </p:nvSpPr>
        <p:spPr>
          <a:xfrm>
            <a:off x="6090325" y="1434211"/>
            <a:ext cx="2757241" cy="2659640"/>
          </a:xfrm>
          <a:custGeom>
            <a:avLst/>
            <a:gdLst/>
            <a:ahLst/>
            <a:cxnLst/>
            <a:rect l="l" t="t" r="r" b="b"/>
            <a:pathLst>
              <a:path w="5514482" h="5319279" extrusionOk="0">
                <a:moveTo>
                  <a:pt x="0" y="0"/>
                </a:moveTo>
                <a:lnTo>
                  <a:pt x="5514482" y="0"/>
                </a:lnTo>
                <a:lnTo>
                  <a:pt x="5514482" y="5319279"/>
                </a:lnTo>
                <a:lnTo>
                  <a:pt x="0" y="5319279"/>
                </a:lnTo>
                <a:lnTo>
                  <a:pt x="0" y="0"/>
                </a:lnTo>
                <a:close/>
              </a:path>
            </a:pathLst>
          </a:custGeom>
          <a:blipFill rotWithShape="1">
            <a:blip r:embed="rId3">
              <a:alphaModFix/>
            </a:blip>
            <a:stretch>
              <a:fillRect/>
            </a:stretch>
          </a:blipFill>
          <a:ln>
            <a:noFill/>
          </a:ln>
        </p:spPr>
        <p:txBody>
          <a:bodyPr/>
          <a:lstStyle/>
          <a:p>
            <a:endParaRPr lang="en-B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248"/>
        <p:cNvGrpSpPr/>
        <p:nvPr/>
      </p:nvGrpSpPr>
      <p:grpSpPr>
        <a:xfrm>
          <a:off x="0" y="0"/>
          <a:ext cx="0" cy="0"/>
          <a:chOff x="0" y="0"/>
          <a:chExt cx="0" cy="0"/>
        </a:xfrm>
      </p:grpSpPr>
      <p:sp>
        <p:nvSpPr>
          <p:cNvPr id="249" name="Google Shape;249;p46"/>
          <p:cNvSpPr txBox="1"/>
          <p:nvPr/>
        </p:nvSpPr>
        <p:spPr>
          <a:xfrm>
            <a:off x="78150" y="207400"/>
            <a:ext cx="5465400" cy="4495200"/>
          </a:xfrm>
          <a:prstGeom prst="rect">
            <a:avLst/>
          </a:prstGeom>
          <a:noFill/>
          <a:ln>
            <a:noFill/>
          </a:ln>
        </p:spPr>
        <p:txBody>
          <a:bodyPr spcFirstLastPara="1" wrap="square" lIns="0" tIns="0" rIns="0" bIns="0" anchor="t" anchorCtr="0">
            <a:spAutoFit/>
          </a:bodyPr>
          <a:lstStyle/>
          <a:p>
            <a:pPr marL="266700" marR="0" lvl="1" indent="-127000" algn="just" rtl="0">
              <a:lnSpc>
                <a:spcPct val="140016"/>
              </a:lnSpc>
              <a:spcBef>
                <a:spcPts val="0"/>
              </a:spcBef>
              <a:spcAft>
                <a:spcPts val="0"/>
              </a:spcAft>
              <a:buClr>
                <a:srgbClr val="000000"/>
              </a:buClr>
              <a:buSzPts val="1200"/>
              <a:buFont typeface="Arial"/>
              <a:buChar char="•"/>
            </a:pPr>
            <a:r>
              <a:rPr lang="en" sz="1200" b="1" i="0" u="none" strike="noStrike" cap="none">
                <a:solidFill>
                  <a:srgbClr val="000000"/>
                </a:solidFill>
                <a:latin typeface="Times"/>
                <a:ea typeface="Times"/>
                <a:cs typeface="Times"/>
                <a:sym typeface="Times"/>
              </a:rPr>
              <a:t>Aphasia,</a:t>
            </a:r>
            <a:r>
              <a:rPr lang="en" sz="1200" b="0" i="0" u="none" strike="noStrike" cap="none">
                <a:solidFill>
                  <a:srgbClr val="000000"/>
                </a:solidFill>
                <a:latin typeface="Times New Roman"/>
                <a:ea typeface="Times New Roman"/>
                <a:cs typeface="Times New Roman"/>
                <a:sym typeface="Times New Roman"/>
              </a:rPr>
              <a:t> an impaired use of language, can result from damage to any one of several </a:t>
            </a:r>
            <a:r>
              <a:rPr lang="en" sz="1100" b="0" i="0" u="none" strike="noStrike" cap="none">
                <a:solidFill>
                  <a:srgbClr val="000000"/>
                </a:solidFill>
                <a:latin typeface="Times New Roman"/>
                <a:ea typeface="Times New Roman"/>
                <a:cs typeface="Times New Roman"/>
                <a:sym typeface="Times New Roman"/>
              </a:rPr>
              <a:t>cortical areas.</a:t>
            </a:r>
            <a:endParaRPr sz="1100"/>
          </a:p>
          <a:p>
            <a:pPr marL="0" marR="0" lvl="0" indent="0" algn="just" rtl="0">
              <a:lnSpc>
                <a:spcPct val="140016"/>
              </a:lnSpc>
              <a:spcBef>
                <a:spcPts val="0"/>
              </a:spcBef>
              <a:spcAft>
                <a:spcPts val="0"/>
              </a:spcAft>
              <a:buNone/>
            </a:pPr>
            <a:endParaRPr sz="1100" b="0" i="0" u="none" strike="noStrike" cap="none">
              <a:solidFill>
                <a:srgbClr val="000000"/>
              </a:solidFill>
              <a:latin typeface="Times New Roman"/>
              <a:ea typeface="Times New Roman"/>
              <a:cs typeface="Times New Roman"/>
              <a:sym typeface="Times New Roman"/>
            </a:endParaRPr>
          </a:p>
          <a:p>
            <a:pPr marL="266700" marR="0" lvl="1" indent="-120650" algn="just" rtl="0">
              <a:lnSpc>
                <a:spcPct val="140016"/>
              </a:lnSpc>
              <a:spcBef>
                <a:spcPts val="0"/>
              </a:spcBef>
              <a:spcAft>
                <a:spcPts val="0"/>
              </a:spcAft>
              <a:buClr>
                <a:srgbClr val="000000"/>
              </a:buClr>
              <a:buSzPts val="1100"/>
              <a:buFont typeface="Arial"/>
              <a:buChar char="•"/>
            </a:pPr>
            <a:r>
              <a:rPr lang="en" sz="1100" b="0" i="0" u="none" strike="noStrike" cap="none">
                <a:solidFill>
                  <a:srgbClr val="000000"/>
                </a:solidFill>
                <a:latin typeface="Times New Roman"/>
                <a:ea typeface="Times New Roman"/>
                <a:cs typeface="Times New Roman"/>
                <a:sym typeface="Times New Roman"/>
              </a:rPr>
              <a:t>In 1865, French physician </a:t>
            </a:r>
            <a:r>
              <a:rPr lang="en" sz="1100" b="1" i="0" u="none" strike="noStrike" cap="none">
                <a:solidFill>
                  <a:srgbClr val="000000"/>
                </a:solidFill>
                <a:latin typeface="Times"/>
                <a:ea typeface="Times"/>
                <a:cs typeface="Times"/>
                <a:sym typeface="Times"/>
              </a:rPr>
              <a:t>Paul Broca</a:t>
            </a:r>
            <a:r>
              <a:rPr lang="en" sz="1100" b="0" i="0" u="none" strike="noStrike" cap="none">
                <a:solidFill>
                  <a:srgbClr val="000000"/>
                </a:solidFill>
                <a:latin typeface="Times New Roman"/>
                <a:ea typeface="Times New Roman"/>
                <a:cs typeface="Times New Roman"/>
                <a:sym typeface="Times New Roman"/>
              </a:rPr>
              <a:t> reported that after damage to a specific area of the left frontal lobe (later called </a:t>
            </a:r>
            <a:r>
              <a:rPr lang="en" sz="1100" b="1" i="0" u="none" strike="noStrike" cap="none">
                <a:solidFill>
                  <a:srgbClr val="000000"/>
                </a:solidFill>
                <a:latin typeface="Times"/>
                <a:ea typeface="Times"/>
                <a:cs typeface="Times"/>
                <a:sym typeface="Times"/>
              </a:rPr>
              <a:t>Broca’s area</a:t>
            </a:r>
            <a:r>
              <a:rPr lang="en" sz="1100" b="0" i="0" u="none" strike="noStrike" cap="none">
                <a:solidFill>
                  <a:srgbClr val="000000"/>
                </a:solidFill>
                <a:latin typeface="Times New Roman"/>
                <a:ea typeface="Times New Roman"/>
                <a:cs typeface="Times New Roman"/>
                <a:sym typeface="Times New Roman"/>
              </a:rPr>
              <a:t>) a person would struggle to speak words while still being able to sing familiar songs and comprehend speech. Damage to Broca’s area disrupts </a:t>
            </a:r>
            <a:r>
              <a:rPr lang="en" sz="1100" b="1" i="0" u="none" strike="noStrike" cap="none">
                <a:solidFill>
                  <a:srgbClr val="000000"/>
                </a:solidFill>
                <a:latin typeface="Times"/>
                <a:ea typeface="Times"/>
                <a:cs typeface="Times"/>
                <a:sym typeface="Times"/>
              </a:rPr>
              <a:t>speaking</a:t>
            </a:r>
            <a:r>
              <a:rPr lang="en" sz="1100" b="0" i="0" u="none" strike="noStrike" cap="none">
                <a:solidFill>
                  <a:srgbClr val="000000"/>
                </a:solidFill>
                <a:latin typeface="Times New Roman"/>
                <a:ea typeface="Times New Roman"/>
                <a:cs typeface="Times New Roman"/>
                <a:sym typeface="Times New Roman"/>
              </a:rPr>
              <a:t>.</a:t>
            </a:r>
            <a:endParaRPr sz="1100"/>
          </a:p>
          <a:p>
            <a:pPr marL="0" marR="0" lvl="1" indent="0" algn="just" rtl="0">
              <a:lnSpc>
                <a:spcPct val="140016"/>
              </a:lnSpc>
              <a:spcBef>
                <a:spcPts val="0"/>
              </a:spcBef>
              <a:spcAft>
                <a:spcPts val="0"/>
              </a:spcAft>
              <a:buNone/>
            </a:pPr>
            <a:endParaRPr sz="1100" b="0" i="0" u="none" strike="noStrike" cap="none">
              <a:solidFill>
                <a:srgbClr val="000000"/>
              </a:solidFill>
              <a:latin typeface="Times New Roman"/>
              <a:ea typeface="Times New Roman"/>
              <a:cs typeface="Times New Roman"/>
              <a:sym typeface="Times New Roman"/>
            </a:endParaRPr>
          </a:p>
          <a:p>
            <a:pPr marL="266700" marR="0" lvl="1" indent="-120650" algn="just" rtl="0">
              <a:lnSpc>
                <a:spcPct val="140016"/>
              </a:lnSpc>
              <a:spcBef>
                <a:spcPts val="0"/>
              </a:spcBef>
              <a:spcAft>
                <a:spcPts val="0"/>
              </a:spcAft>
              <a:buClr>
                <a:srgbClr val="000000"/>
              </a:buClr>
              <a:buSzPts val="1100"/>
              <a:buFont typeface="Arial"/>
              <a:buChar char="•"/>
            </a:pPr>
            <a:r>
              <a:rPr lang="en" sz="1100" b="0" i="0" u="none" strike="noStrike" cap="none">
                <a:solidFill>
                  <a:srgbClr val="000000"/>
                </a:solidFill>
                <a:latin typeface="Times New Roman"/>
                <a:ea typeface="Times New Roman"/>
                <a:cs typeface="Times New Roman"/>
                <a:sym typeface="Times New Roman"/>
              </a:rPr>
              <a:t>In 1874, German investigator</a:t>
            </a:r>
            <a:r>
              <a:rPr lang="en" sz="1100" b="1" i="0" u="none" strike="noStrike" cap="none">
                <a:solidFill>
                  <a:srgbClr val="000000"/>
                </a:solidFill>
                <a:latin typeface="Times"/>
                <a:ea typeface="Times"/>
                <a:cs typeface="Times"/>
                <a:sym typeface="Times"/>
              </a:rPr>
              <a:t> Carl Wernicke</a:t>
            </a:r>
            <a:r>
              <a:rPr lang="en" sz="1100" b="0" i="0" u="none" strike="noStrike" cap="none">
                <a:solidFill>
                  <a:srgbClr val="000000"/>
                </a:solidFill>
                <a:latin typeface="Times New Roman"/>
                <a:ea typeface="Times New Roman"/>
                <a:cs typeface="Times New Roman"/>
                <a:sym typeface="Times New Roman"/>
              </a:rPr>
              <a:t> discovered that after damage to a specific area of the left temporal lobe (</a:t>
            </a:r>
            <a:r>
              <a:rPr lang="en" sz="1100" b="1" i="0" u="none" strike="noStrike" cap="none">
                <a:solidFill>
                  <a:srgbClr val="000000"/>
                </a:solidFill>
                <a:latin typeface="Times"/>
                <a:ea typeface="Times"/>
                <a:cs typeface="Times"/>
                <a:sym typeface="Times"/>
              </a:rPr>
              <a:t>Wernicke’s area</a:t>
            </a:r>
            <a:r>
              <a:rPr lang="en" sz="1100" b="0" i="0" u="none" strike="noStrike" cap="none">
                <a:solidFill>
                  <a:srgbClr val="000000"/>
                </a:solidFill>
                <a:latin typeface="Times New Roman"/>
                <a:ea typeface="Times New Roman"/>
                <a:cs typeface="Times New Roman"/>
                <a:sym typeface="Times New Roman"/>
              </a:rPr>
              <a:t>) people could speak only meaningless words. Asked to describe a picture that showed two boys stealing cookies behind a woman’s back, one patient responded: “Mother is away her working her work to get her better, but when she’s looking the two boys looking the other part. She’s working another time” (Geschwind, 1979). Damage to Wernicke’s area also disrupts </a:t>
            </a:r>
            <a:r>
              <a:rPr lang="en" sz="1100" b="1" i="0" u="none" strike="noStrike" cap="none">
                <a:solidFill>
                  <a:srgbClr val="000000"/>
                </a:solidFill>
                <a:latin typeface="Times"/>
                <a:ea typeface="Times"/>
                <a:cs typeface="Times"/>
                <a:sym typeface="Times"/>
              </a:rPr>
              <a:t>understanding.</a:t>
            </a:r>
            <a:endParaRPr sz="1100"/>
          </a:p>
          <a:p>
            <a:pPr marL="0" marR="0" lvl="0" indent="0" algn="just" rtl="0">
              <a:lnSpc>
                <a:spcPct val="140016"/>
              </a:lnSpc>
              <a:spcBef>
                <a:spcPts val="0"/>
              </a:spcBef>
              <a:spcAft>
                <a:spcPts val="0"/>
              </a:spcAft>
              <a:buNone/>
            </a:pPr>
            <a:endParaRPr sz="1100" b="1" i="0" u="none" strike="noStrike" cap="none">
              <a:solidFill>
                <a:srgbClr val="000000"/>
              </a:solidFill>
              <a:latin typeface="Times"/>
              <a:ea typeface="Times"/>
              <a:cs typeface="Times"/>
              <a:sym typeface="Times"/>
            </a:endParaRPr>
          </a:p>
          <a:p>
            <a:pPr marL="266700" marR="0" lvl="1" indent="-127000" algn="just" rtl="0">
              <a:lnSpc>
                <a:spcPct val="140016"/>
              </a:lnSpc>
              <a:spcBef>
                <a:spcPts val="0"/>
              </a:spcBef>
              <a:spcAft>
                <a:spcPts val="0"/>
              </a:spcAft>
              <a:buClr>
                <a:srgbClr val="000000"/>
              </a:buClr>
              <a:buSzPts val="1200"/>
              <a:buFont typeface="Arial"/>
              <a:buChar char="•"/>
            </a:pPr>
            <a:r>
              <a:rPr lang="en" sz="1100" b="0" i="0" u="none" strike="noStrike" cap="none">
                <a:solidFill>
                  <a:srgbClr val="000000"/>
                </a:solidFill>
                <a:latin typeface="Times New Roman"/>
                <a:ea typeface="Times New Roman"/>
                <a:cs typeface="Times New Roman"/>
                <a:sym typeface="Times New Roman"/>
              </a:rPr>
              <a:t>A third brain area, the </a:t>
            </a:r>
            <a:r>
              <a:rPr lang="en" sz="1100" b="1" i="0" u="none" strike="noStrike" cap="none">
                <a:solidFill>
                  <a:srgbClr val="000000"/>
                </a:solidFill>
                <a:latin typeface="Times"/>
                <a:ea typeface="Times"/>
                <a:cs typeface="Times"/>
                <a:sym typeface="Times"/>
              </a:rPr>
              <a:t>angular gyrus</a:t>
            </a:r>
            <a:r>
              <a:rPr lang="en" sz="1100" b="0" i="0" u="none" strike="noStrike" cap="none">
                <a:solidFill>
                  <a:srgbClr val="000000"/>
                </a:solidFill>
                <a:latin typeface="Times New Roman"/>
                <a:ea typeface="Times New Roman"/>
                <a:cs typeface="Times New Roman"/>
                <a:sym typeface="Times New Roman"/>
              </a:rPr>
              <a:t>, is involved in </a:t>
            </a:r>
            <a:r>
              <a:rPr lang="en" sz="1100" b="1" i="0" u="none" strike="noStrike" cap="none">
                <a:solidFill>
                  <a:srgbClr val="000000"/>
                </a:solidFill>
                <a:latin typeface="Times"/>
                <a:ea typeface="Times"/>
                <a:cs typeface="Times"/>
                <a:sym typeface="Times"/>
              </a:rPr>
              <a:t>reading aloud</a:t>
            </a:r>
            <a:r>
              <a:rPr lang="en" sz="1100" b="0" i="0" u="none" strike="noStrike" cap="none">
                <a:solidFill>
                  <a:srgbClr val="000000"/>
                </a:solidFill>
                <a:latin typeface="Times New Roman"/>
                <a:ea typeface="Times New Roman"/>
                <a:cs typeface="Times New Roman"/>
                <a:sym typeface="Times New Roman"/>
              </a:rPr>
              <a:t>. It receives visual information from the visual area and </a:t>
            </a:r>
            <a:r>
              <a:rPr lang="en" sz="1100">
                <a:latin typeface="Times New Roman"/>
                <a:ea typeface="Times New Roman"/>
                <a:cs typeface="Times New Roman"/>
                <a:sym typeface="Times New Roman"/>
              </a:rPr>
              <a:t>records</a:t>
            </a:r>
            <a:r>
              <a:rPr lang="en" sz="1100" b="0" i="0" u="none" strike="noStrike" cap="none">
                <a:solidFill>
                  <a:srgbClr val="000000"/>
                </a:solidFill>
                <a:latin typeface="Times New Roman"/>
                <a:ea typeface="Times New Roman"/>
                <a:cs typeface="Times New Roman"/>
                <a:sym typeface="Times New Roman"/>
              </a:rPr>
              <a:t> it into an auditory form, which Wernicke’s area uses to derive its meaning. Damage to the angular gyrus leaves </a:t>
            </a:r>
            <a:r>
              <a:rPr lang="en" sz="1100" b="1" i="0" u="none" strike="noStrike" cap="none">
                <a:solidFill>
                  <a:srgbClr val="000000"/>
                </a:solidFill>
                <a:latin typeface="Times New Roman"/>
                <a:ea typeface="Times New Roman"/>
                <a:cs typeface="Times New Roman"/>
                <a:sym typeface="Times New Roman"/>
              </a:rPr>
              <a:t>a person able to speak and understand, but</a:t>
            </a:r>
            <a:r>
              <a:rPr lang="en" sz="1200" b="1" i="0" u="none" strike="noStrike" cap="none">
                <a:solidFill>
                  <a:srgbClr val="000000"/>
                </a:solidFill>
                <a:latin typeface="Times New Roman"/>
                <a:ea typeface="Times New Roman"/>
                <a:cs typeface="Times New Roman"/>
                <a:sym typeface="Times New Roman"/>
              </a:rPr>
              <a:t> unable to read.</a:t>
            </a:r>
            <a:endParaRPr sz="700" b="1"/>
          </a:p>
        </p:txBody>
      </p:sp>
      <p:sp>
        <p:nvSpPr>
          <p:cNvPr id="250" name="Google Shape;250;p46"/>
          <p:cNvSpPr/>
          <p:nvPr/>
        </p:nvSpPr>
        <p:spPr>
          <a:xfrm>
            <a:off x="6147321" y="1167293"/>
            <a:ext cx="2482330" cy="2376281"/>
          </a:xfrm>
          <a:custGeom>
            <a:avLst/>
            <a:gdLst/>
            <a:ahLst/>
            <a:cxnLst/>
            <a:rect l="l" t="t" r="r" b="b"/>
            <a:pathLst>
              <a:path w="4964659" h="4752562" extrusionOk="0">
                <a:moveTo>
                  <a:pt x="0" y="0"/>
                </a:moveTo>
                <a:lnTo>
                  <a:pt x="4964659" y="0"/>
                </a:lnTo>
                <a:lnTo>
                  <a:pt x="4964659" y="4752562"/>
                </a:lnTo>
                <a:lnTo>
                  <a:pt x="0" y="4752562"/>
                </a:lnTo>
                <a:lnTo>
                  <a:pt x="0" y="0"/>
                </a:lnTo>
                <a:close/>
              </a:path>
            </a:pathLst>
          </a:custGeom>
          <a:blipFill rotWithShape="1">
            <a:blip r:embed="rId3">
              <a:alphaModFix/>
            </a:blip>
            <a:stretch>
              <a:fillRect r="-7738" b="-21579"/>
            </a:stretch>
          </a:blipFill>
          <a:ln>
            <a:noFill/>
          </a:ln>
        </p:spPr>
        <p:txBody>
          <a:bodyPr/>
          <a:lstStyle/>
          <a:p>
            <a:endParaRPr lang="en-BD"/>
          </a:p>
        </p:txBody>
      </p:sp>
      <p:cxnSp>
        <p:nvCxnSpPr>
          <p:cNvPr id="251" name="Google Shape;251;p46"/>
          <p:cNvCxnSpPr/>
          <p:nvPr/>
        </p:nvCxnSpPr>
        <p:spPr>
          <a:xfrm>
            <a:off x="7837142" y="2573303"/>
            <a:ext cx="177900" cy="1169700"/>
          </a:xfrm>
          <a:prstGeom prst="straightConnector1">
            <a:avLst/>
          </a:prstGeom>
          <a:noFill/>
          <a:ln w="38100" cap="flat" cmpd="sng">
            <a:solidFill>
              <a:srgbClr val="000000"/>
            </a:solidFill>
            <a:prstDash val="solid"/>
            <a:round/>
            <a:headEnd type="none" w="sm" len="sm"/>
            <a:tailEnd type="none" w="sm" len="sm"/>
          </a:ln>
        </p:spPr>
      </p:cxnSp>
      <p:sp>
        <p:nvSpPr>
          <p:cNvPr id="252" name="Google Shape;252;p46"/>
          <p:cNvSpPr txBox="1"/>
          <p:nvPr/>
        </p:nvSpPr>
        <p:spPr>
          <a:xfrm>
            <a:off x="7603331" y="3790130"/>
            <a:ext cx="990600" cy="7206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VISUAL CORTEX</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(receives written words</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as visual stimulation)</a:t>
            </a:r>
            <a:endParaRPr sz="700"/>
          </a:p>
        </p:txBody>
      </p:sp>
      <p:sp>
        <p:nvSpPr>
          <p:cNvPr id="253" name="Google Shape;253;p46"/>
          <p:cNvSpPr txBox="1"/>
          <p:nvPr/>
        </p:nvSpPr>
        <p:spPr>
          <a:xfrm>
            <a:off x="8089553" y="562332"/>
            <a:ext cx="1008600" cy="7206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ANGULAR GYRUS</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(transforms visual</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representations into</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an auditory code)</a:t>
            </a:r>
            <a:endParaRPr sz="700"/>
          </a:p>
        </p:txBody>
      </p:sp>
      <p:cxnSp>
        <p:nvCxnSpPr>
          <p:cNvPr id="254" name="Google Shape;254;p46"/>
          <p:cNvCxnSpPr/>
          <p:nvPr/>
        </p:nvCxnSpPr>
        <p:spPr>
          <a:xfrm flipH="1">
            <a:off x="7747057" y="1318387"/>
            <a:ext cx="567300" cy="592800"/>
          </a:xfrm>
          <a:prstGeom prst="straightConnector1">
            <a:avLst/>
          </a:prstGeom>
          <a:noFill/>
          <a:ln w="38100" cap="flat" cmpd="sng">
            <a:solidFill>
              <a:srgbClr val="000000"/>
            </a:solidFill>
            <a:prstDash val="solid"/>
            <a:round/>
            <a:headEnd type="none" w="sm" len="sm"/>
            <a:tailEnd type="none" w="sm" len="sm"/>
          </a:ln>
        </p:spPr>
      </p:cxnSp>
      <p:sp>
        <p:nvSpPr>
          <p:cNvPr id="255" name="Google Shape;255;p46"/>
          <p:cNvSpPr txBox="1"/>
          <p:nvPr/>
        </p:nvSpPr>
        <p:spPr>
          <a:xfrm>
            <a:off x="6195997" y="3790130"/>
            <a:ext cx="1101300" cy="5265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WERNICKE’S AREA</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(interprets auditory code)</a:t>
            </a:r>
            <a:endParaRPr sz="700"/>
          </a:p>
        </p:txBody>
      </p:sp>
      <p:cxnSp>
        <p:nvCxnSpPr>
          <p:cNvPr id="256" name="Google Shape;256;p46"/>
          <p:cNvCxnSpPr/>
          <p:nvPr/>
        </p:nvCxnSpPr>
        <p:spPr>
          <a:xfrm flipH="1">
            <a:off x="6860485" y="2128742"/>
            <a:ext cx="528000" cy="1614300"/>
          </a:xfrm>
          <a:prstGeom prst="straightConnector1">
            <a:avLst/>
          </a:prstGeom>
          <a:noFill/>
          <a:ln w="38100" cap="flat" cmpd="sng">
            <a:solidFill>
              <a:srgbClr val="000000"/>
            </a:solidFill>
            <a:prstDash val="solid"/>
            <a:round/>
            <a:headEnd type="none" w="sm" len="sm"/>
            <a:tailEnd type="none" w="sm" len="sm"/>
          </a:ln>
        </p:spPr>
      </p:cxnSp>
      <p:sp>
        <p:nvSpPr>
          <p:cNvPr id="257" name="Google Shape;257;p46"/>
          <p:cNvSpPr txBox="1"/>
          <p:nvPr/>
        </p:nvSpPr>
        <p:spPr>
          <a:xfrm>
            <a:off x="5823070" y="439933"/>
            <a:ext cx="1101300" cy="7206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BROCA’S AREA</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(controls speech</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muscles via</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the motor cortex)</a:t>
            </a:r>
            <a:endParaRPr sz="700"/>
          </a:p>
        </p:txBody>
      </p:sp>
      <p:cxnSp>
        <p:nvCxnSpPr>
          <p:cNvPr id="258" name="Google Shape;258;p46"/>
          <p:cNvCxnSpPr/>
          <p:nvPr/>
        </p:nvCxnSpPr>
        <p:spPr>
          <a:xfrm>
            <a:off x="6543749" y="1167293"/>
            <a:ext cx="203100" cy="744000"/>
          </a:xfrm>
          <a:prstGeom prst="straightConnector1">
            <a:avLst/>
          </a:prstGeom>
          <a:noFill/>
          <a:ln w="38100" cap="flat" cmpd="sng">
            <a:solidFill>
              <a:srgbClr val="000000"/>
            </a:solidFill>
            <a:prstDash val="solid"/>
            <a:round/>
            <a:headEnd type="none" w="sm" len="sm"/>
            <a:tailEnd type="none" w="sm" len="sm"/>
          </a:ln>
        </p:spPr>
      </p:cxnSp>
      <p:sp>
        <p:nvSpPr>
          <p:cNvPr id="259" name="Google Shape;259;p46"/>
          <p:cNvSpPr txBox="1"/>
          <p:nvPr/>
        </p:nvSpPr>
        <p:spPr>
          <a:xfrm>
            <a:off x="6941899" y="266700"/>
            <a:ext cx="938700" cy="526500"/>
          </a:xfrm>
          <a:prstGeom prst="rect">
            <a:avLst/>
          </a:prstGeom>
          <a:noFill/>
          <a:ln>
            <a:noFill/>
          </a:ln>
        </p:spPr>
        <p:txBody>
          <a:bodyPr spcFirstLastPara="1" wrap="square" lIns="0" tIns="0" rIns="0" bIns="0" anchor="t" anchorCtr="0">
            <a:spAutoFit/>
          </a:bodyPr>
          <a:lstStyle/>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MOTOR CORTEX</a:t>
            </a:r>
            <a:endParaRPr sz="700"/>
          </a:p>
          <a:p>
            <a:pPr marL="0" marR="0" lvl="0" indent="0" algn="ctr" rtl="0">
              <a:lnSpc>
                <a:spcPct val="140022"/>
              </a:lnSpc>
              <a:spcBef>
                <a:spcPts val="0"/>
              </a:spcBef>
              <a:spcAft>
                <a:spcPts val="0"/>
              </a:spcAft>
              <a:buNone/>
            </a:pPr>
            <a:r>
              <a:rPr lang="en" sz="900" b="0" i="0" u="none" strike="noStrike" cap="none">
                <a:solidFill>
                  <a:srgbClr val="000000"/>
                </a:solidFill>
                <a:latin typeface="Times New Roman"/>
                <a:ea typeface="Times New Roman"/>
                <a:cs typeface="Times New Roman"/>
                <a:sym typeface="Times New Roman"/>
              </a:rPr>
              <a:t>(word is pronounced)</a:t>
            </a:r>
            <a:endParaRPr sz="700"/>
          </a:p>
        </p:txBody>
      </p:sp>
      <p:cxnSp>
        <p:nvCxnSpPr>
          <p:cNvPr id="260" name="Google Shape;260;p46"/>
          <p:cNvCxnSpPr>
            <a:stCxn id="259" idx="2"/>
          </p:cNvCxnSpPr>
          <p:nvPr/>
        </p:nvCxnSpPr>
        <p:spPr>
          <a:xfrm flipH="1">
            <a:off x="7297549" y="793199"/>
            <a:ext cx="113700" cy="774000"/>
          </a:xfrm>
          <a:prstGeom prst="straightConnector1">
            <a:avLst/>
          </a:prstGeom>
          <a:noFill/>
          <a:ln w="38100" cap="flat" cmpd="sng">
            <a:solidFill>
              <a:srgbClr val="000000"/>
            </a:solidFill>
            <a:prstDash val="solid"/>
            <a:round/>
            <a:headEnd type="none" w="sm" len="sm"/>
            <a:tailEnd type="none" w="sm" len="sm"/>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7"/>
          <p:cNvSpPr txBox="1"/>
          <p:nvPr/>
        </p:nvSpPr>
        <p:spPr>
          <a:xfrm>
            <a:off x="228600" y="232600"/>
            <a:ext cx="8715000" cy="4587000"/>
          </a:xfrm>
          <a:prstGeom prst="rect">
            <a:avLst/>
          </a:prstGeom>
          <a:noFill/>
          <a:ln>
            <a:noFill/>
          </a:ln>
        </p:spPr>
        <p:txBody>
          <a:bodyPr spcFirstLastPara="1" wrap="square" lIns="91425" tIns="91425" rIns="91425" bIns="91425" anchor="t" anchorCtr="0">
            <a:spAutoFit/>
          </a:bodyPr>
          <a:lstStyle/>
          <a:p>
            <a:pPr marL="596900" lvl="0" indent="-368300" algn="just" rtl="0">
              <a:lnSpc>
                <a:spcPct val="100000"/>
              </a:lnSpc>
              <a:spcBef>
                <a:spcPts val="1000"/>
              </a:spcBef>
              <a:spcAft>
                <a:spcPts val="0"/>
              </a:spcAft>
              <a:buClr>
                <a:schemeClr val="dk1"/>
              </a:buClr>
              <a:buSzPts val="2200"/>
              <a:buFont typeface="Times New Roman"/>
              <a:buAutoNum type="arabicPeriod"/>
            </a:pPr>
            <a:r>
              <a:rPr lang="en" sz="2200" b="1">
                <a:solidFill>
                  <a:schemeClr val="dk1"/>
                </a:solidFill>
                <a:highlight>
                  <a:srgbClr val="FFFFFF"/>
                </a:highlight>
                <a:latin typeface="Times New Roman"/>
                <a:ea typeface="Times New Roman"/>
                <a:cs typeface="Times New Roman"/>
                <a:sym typeface="Times New Roman"/>
              </a:rPr>
              <a:t>How do you approach problem-solving?</a:t>
            </a:r>
            <a:endParaRPr sz="2200" b="1">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 rely on intuition </a:t>
            </a:r>
            <a:endParaRPr sz="2200">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 break the problem down into smaller steps and use logic.</a:t>
            </a:r>
            <a:endParaRPr sz="2200">
              <a:solidFill>
                <a:schemeClr val="dk1"/>
              </a:solidFill>
              <a:highlight>
                <a:srgbClr val="FFFFFF"/>
              </a:highlight>
              <a:latin typeface="Times New Roman"/>
              <a:ea typeface="Times New Roman"/>
              <a:cs typeface="Times New Roman"/>
              <a:sym typeface="Times New Roman"/>
            </a:endParaRPr>
          </a:p>
          <a:p>
            <a:pPr marL="596900" lvl="0" indent="-368300" algn="just" rtl="0">
              <a:lnSpc>
                <a:spcPct val="100000"/>
              </a:lnSpc>
              <a:spcBef>
                <a:spcPts val="0"/>
              </a:spcBef>
              <a:spcAft>
                <a:spcPts val="0"/>
              </a:spcAft>
              <a:buClr>
                <a:schemeClr val="dk1"/>
              </a:buClr>
              <a:buSzPts val="2200"/>
              <a:buFont typeface="Times New Roman"/>
              <a:buAutoNum type="arabicPeriod"/>
            </a:pPr>
            <a:r>
              <a:rPr lang="en" sz="2200" b="1">
                <a:solidFill>
                  <a:schemeClr val="dk1"/>
                </a:solidFill>
                <a:highlight>
                  <a:srgbClr val="FFFFFF"/>
                </a:highlight>
                <a:latin typeface="Times New Roman"/>
                <a:ea typeface="Times New Roman"/>
                <a:cs typeface="Times New Roman"/>
                <a:sym typeface="Times New Roman"/>
              </a:rPr>
              <a:t>How do you process information better?</a:t>
            </a:r>
            <a:endParaRPr sz="2200" b="1">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Through images, patterns, and stories.</a:t>
            </a:r>
            <a:endParaRPr sz="2200">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Through numbers, facts, and clear sequences.</a:t>
            </a:r>
            <a:endParaRPr sz="2200">
              <a:solidFill>
                <a:schemeClr val="dk1"/>
              </a:solidFill>
              <a:highlight>
                <a:srgbClr val="FFFFFF"/>
              </a:highlight>
              <a:latin typeface="Times New Roman"/>
              <a:ea typeface="Times New Roman"/>
              <a:cs typeface="Times New Roman"/>
              <a:sym typeface="Times New Roman"/>
            </a:endParaRPr>
          </a:p>
          <a:p>
            <a:pPr marL="596900" lvl="0" indent="-368300" algn="just" rtl="0">
              <a:lnSpc>
                <a:spcPct val="100000"/>
              </a:lnSpc>
              <a:spcBef>
                <a:spcPts val="0"/>
              </a:spcBef>
              <a:spcAft>
                <a:spcPts val="0"/>
              </a:spcAft>
              <a:buClr>
                <a:schemeClr val="dk1"/>
              </a:buClr>
              <a:buSzPts val="2200"/>
              <a:buFont typeface="Times New Roman"/>
              <a:buAutoNum type="arabicPeriod"/>
            </a:pPr>
            <a:r>
              <a:rPr lang="en" sz="2200" b="1">
                <a:solidFill>
                  <a:schemeClr val="dk1"/>
                </a:solidFill>
                <a:highlight>
                  <a:srgbClr val="FFFFFF"/>
                </a:highlight>
                <a:latin typeface="Times New Roman"/>
                <a:ea typeface="Times New Roman"/>
                <a:cs typeface="Times New Roman"/>
                <a:sym typeface="Times New Roman"/>
              </a:rPr>
              <a:t>When learning something new, do you prefer hands-on experience or reading detailed instructions?</a:t>
            </a:r>
            <a:endParaRPr sz="2200" b="1">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 I prefer hands-on experience and experimenting.</a:t>
            </a:r>
            <a:endParaRPr sz="2200">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 prefer reading instructions or following a clear guide.</a:t>
            </a:r>
            <a:endParaRPr sz="2200">
              <a:solidFill>
                <a:schemeClr val="dk1"/>
              </a:solidFill>
              <a:highlight>
                <a:srgbClr val="FFFFFF"/>
              </a:highlight>
              <a:latin typeface="Times New Roman"/>
              <a:ea typeface="Times New Roman"/>
              <a:cs typeface="Times New Roman"/>
              <a:sym typeface="Times New Roman"/>
            </a:endParaRPr>
          </a:p>
          <a:p>
            <a:pPr marL="596900" lvl="0" indent="-368300" algn="just" rtl="0">
              <a:lnSpc>
                <a:spcPct val="100000"/>
              </a:lnSpc>
              <a:spcBef>
                <a:spcPts val="0"/>
              </a:spcBef>
              <a:spcAft>
                <a:spcPts val="0"/>
              </a:spcAft>
              <a:buClr>
                <a:schemeClr val="dk1"/>
              </a:buClr>
              <a:buSzPts val="2200"/>
              <a:buFont typeface="Times New Roman"/>
              <a:buAutoNum type="arabicPeriod"/>
            </a:pPr>
            <a:r>
              <a:rPr lang="en" sz="2200" b="1">
                <a:solidFill>
                  <a:schemeClr val="dk1"/>
                </a:solidFill>
                <a:highlight>
                  <a:srgbClr val="FFFFFF"/>
                </a:highlight>
                <a:latin typeface="Times New Roman"/>
                <a:ea typeface="Times New Roman"/>
                <a:cs typeface="Times New Roman"/>
                <a:sym typeface="Times New Roman"/>
              </a:rPr>
              <a:t>In your free time, what type of activities do you enjoy most?</a:t>
            </a:r>
            <a:endParaRPr sz="2200" b="1">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Creative hobbies, such as painting, writing, or playing music.</a:t>
            </a:r>
            <a:endParaRPr sz="2200">
              <a:solidFill>
                <a:schemeClr val="dk1"/>
              </a:solidFill>
              <a:highlight>
                <a:srgbClr val="FFFFFF"/>
              </a:highlight>
              <a:latin typeface="Times New Roman"/>
              <a:ea typeface="Times New Roman"/>
              <a:cs typeface="Times New Roman"/>
              <a:sym typeface="Times New Roman"/>
            </a:endParaRPr>
          </a:p>
          <a:p>
            <a:pPr marL="1193800" lvl="1" indent="-368300" algn="just" rtl="0">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Analytical activities like puzzles, math, or strategy games.</a:t>
            </a:r>
            <a:endParaRPr sz="2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C"/>
        </a:solidFill>
        <a:effectLst/>
      </p:bgPr>
    </p:bg>
    <p:spTree>
      <p:nvGrpSpPr>
        <p:cNvPr id="1" name="Shape 269"/>
        <p:cNvGrpSpPr/>
        <p:nvPr/>
      </p:nvGrpSpPr>
      <p:grpSpPr>
        <a:xfrm>
          <a:off x="0" y="0"/>
          <a:ext cx="0" cy="0"/>
          <a:chOff x="0" y="0"/>
          <a:chExt cx="0" cy="0"/>
        </a:xfrm>
      </p:grpSpPr>
      <p:sp>
        <p:nvSpPr>
          <p:cNvPr id="270" name="Google Shape;270;p48"/>
          <p:cNvSpPr/>
          <p:nvPr/>
        </p:nvSpPr>
        <p:spPr>
          <a:xfrm>
            <a:off x="2643188" y="0"/>
            <a:ext cx="3857625" cy="5143500"/>
          </a:xfrm>
          <a:custGeom>
            <a:avLst/>
            <a:gdLst/>
            <a:ahLst/>
            <a:cxnLst/>
            <a:rect l="l" t="t" r="r" b="b"/>
            <a:pathLst>
              <a:path w="7715250" h="10287000" extrusionOk="0">
                <a:moveTo>
                  <a:pt x="0" y="0"/>
                </a:moveTo>
                <a:lnTo>
                  <a:pt x="7715250" y="0"/>
                </a:lnTo>
                <a:lnTo>
                  <a:pt x="7715250" y="10287000"/>
                </a:lnTo>
                <a:lnTo>
                  <a:pt x="0" y="10287000"/>
                </a:lnTo>
                <a:lnTo>
                  <a:pt x="0" y="0"/>
                </a:lnTo>
                <a:close/>
              </a:path>
            </a:pathLst>
          </a:custGeom>
          <a:blipFill rotWithShape="1">
            <a:blip r:embed="rId3">
              <a:alphaModFix/>
            </a:blip>
            <a:stretch>
              <a:fillRect/>
            </a:stretch>
          </a:blipFill>
          <a:ln>
            <a:noFill/>
          </a:ln>
        </p:spPr>
        <p:txBody>
          <a:bodyPr/>
          <a:lstStyle/>
          <a:p>
            <a:endParaRPr lang="en-BD"/>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646</Words>
  <Application>Microsoft Macintosh PowerPoint</Application>
  <PresentationFormat>On-screen Show (16:9)</PresentationFormat>
  <Paragraphs>68</Paragraphs>
  <Slides>17</Slides>
  <Notes>17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Times New Roman</vt:lpstr>
      <vt:lpstr>Barrio</vt:lpstr>
      <vt:lpstr>Times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Mehedi Hasan</cp:lastModifiedBy>
  <cp:revision>1</cp:revision>
  <dcterms:modified xsi:type="dcterms:W3CDTF">2025-11-29T11:51:11Z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2025-11-29T11:51:01Z</vt:lpwstr>
  </property>
  <property fmtid="{D5CDD505-2E9C-101B-9397-08002B2CF9AE}" pid="4" name="MSIP_Label_defa4170-0d19-0005-0004-bc88714345d2_Method">
    <vt:lpwstr>Privileged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bc1e5976-f887-41cf-87d7-138b8da14090</vt:lpwstr>
  </property>
  <property fmtid="{D5CDD505-2E9C-101B-9397-08002B2CF9AE}" pid="7" name="MSIP_Label_defa4170-0d19-0005-0004-bc88714345d2_ActionId">
    <vt:lpwstr>a7accf8f-68f7-47d2-8827-9ca5faa0e75a</vt:lpwstr>
  </property>
  <property fmtid="{D5CDD505-2E9C-101B-9397-08002B2CF9AE}" pid="8" name="MSIP_Label_defa4170-0d19-0005-0004-bc88714345d2_ContentBits">
    <vt:lpwstr>0</vt:lpwstr>
  </property>
  <property fmtid="{D5CDD505-2E9C-101B-9397-08002B2CF9AE}" pid="9" name="MSIP_Label_defa4170-0d19-0005-0004-bc88714345d2_Tag">
    <vt:lpwstr>50, 0, 1, 1</vt:lpwstr>
  </property>
</Properties>
</file>