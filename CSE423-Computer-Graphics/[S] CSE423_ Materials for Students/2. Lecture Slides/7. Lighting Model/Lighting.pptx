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6858000" cx="12192000"/>
  <p:notesSz cx="12192000" cy="6858000"/>
  <p:embeddedFontLst>
    <p:embeddedFont>
      <p:font typeface="Arial Narrow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64">
          <p15:clr>
            <a:srgbClr val="000000"/>
          </p15:clr>
        </p15:guide>
        <p15:guide id="2" pos="217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64" orient="horz"/>
        <p:guide pos="21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ArialNarrow-bold.fntdata"/><Relationship Id="rId63" Type="http://schemas.openxmlformats.org/officeDocument/2006/relationships/font" Target="fonts/ArialNarrow-regular.fntdata"/><Relationship Id="rId22" Type="http://schemas.openxmlformats.org/officeDocument/2006/relationships/slide" Target="slides/slide17.xml"/><Relationship Id="rId66" Type="http://schemas.openxmlformats.org/officeDocument/2006/relationships/font" Target="fonts/ArialNarrow-boldItalic.fntdata"/><Relationship Id="rId21" Type="http://schemas.openxmlformats.org/officeDocument/2006/relationships/slide" Target="slides/slide16.xml"/><Relationship Id="rId65" Type="http://schemas.openxmlformats.org/officeDocument/2006/relationships/font" Target="fonts/ArialNarr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2277295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We calculate intensity of a point (light reflected from that point)</a:t>
            </a:r>
            <a:endParaRPr/>
          </a:p>
        </p:txBody>
      </p:sp>
      <p:sp>
        <p:nvSpPr>
          <p:cNvPr id="175" name="Google Shape;1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632d954be_1_32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2632d954be_1_3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 far what we have seen is the intensity of incident light at some surface point. Now we will compute intensity of reflected light at some surface point.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Assumption: incident light is fully reflected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7" name="Google Shape;207;g32632d954be_1_328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scenes we observe around us always seem to be bathed in some soft non-directional light 🡪 Ambient light</a:t>
            </a:r>
            <a:endParaRPr sz="1200"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Global ambient light – sunlight comes through window, get reflected from several surfaces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Local ambient light – tube light get reflected from several surface</a:t>
            </a:r>
            <a:endParaRPr sz="1200"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632d954be_1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2632d954be_1_3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632d954be_1_77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2632d954be_1_77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2632d954be_1_7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2632d954be_1_79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Note that the sphere is totally black when kd is 0.0,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the shadow in its bottom half is also black. Since there the angle between surface normal and incident light is &gt; 90 (dot product is negative)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632d954be_1_5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32632d954be_1_58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2632d954be_1_87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2632d954be_1_87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As k increases, the reflection becomes more mirror-like and is more highly concentrated from left to right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The reflection coefficient ks varies from top to bottom with values 0.25, 0.5, and 0.75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exponent: user-chosen value that controls the apparent smoothness of the surface.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632d954be_1_12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2632d954be_1_125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632d954be_1_1335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2632d954be_1_1335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2632d954be_1_1335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2b83fbf22d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22b83fbf22d_0_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2b83fbf22d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22b83fbf22d_0_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6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2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07a9fb029_1_2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g3507a9fb029_1_2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g3507a9fb029_1_2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2632d954be_1_10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2632d954be_1_106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2632d954be_1_107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2632d954be_1_1074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2632d954be_1_1079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2632d954be_1_107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 surface is red if it appears red when bathed in white light. If bathed in some other color it can exhibit an entirely different color.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2632d954be_1_1079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f387af4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af387af44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f387af44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af387af44e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f387af4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af387af44e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f387af4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af387af44e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c793fbe430_0_1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g2c793fbe430_0_1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2c793fbe430_0_1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7CdS8oOJtVA" TargetMode="External"/><Relationship Id="rId4" Type="http://schemas.openxmlformats.org/officeDocument/2006/relationships/hyperlink" Target="http://www.cs.toronto.edu/~jacobson/phong-demo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4.jpg"/><Relationship Id="rId5" Type="http://schemas.openxmlformats.org/officeDocument/2006/relationships/image" Target="../media/image9.jpg"/><Relationship Id="rId6" Type="http://schemas.openxmlformats.org/officeDocument/2006/relationships/image" Target="../media/image20.jpg"/><Relationship Id="rId7" Type="http://schemas.openxmlformats.org/officeDocument/2006/relationships/image" Target="../media/image6.jpg"/><Relationship Id="rId8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3.jpg"/><Relationship Id="rId6" Type="http://schemas.openxmlformats.org/officeDocument/2006/relationships/image" Target="../media/image26.jpg"/><Relationship Id="rId7" Type="http://schemas.openxmlformats.org/officeDocument/2006/relationships/image" Target="../media/image8.jpg"/><Relationship Id="rId8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42.jpg"/><Relationship Id="rId5" Type="http://schemas.openxmlformats.org/officeDocument/2006/relationships/image" Target="../media/image39.jp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jpg"/><Relationship Id="rId4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jpg"/><Relationship Id="rId4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jpg"/><Relationship Id="rId4" Type="http://schemas.openxmlformats.org/officeDocument/2006/relationships/image" Target="../media/image32.jp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jpg"/><Relationship Id="rId10" Type="http://schemas.openxmlformats.org/officeDocument/2006/relationships/image" Target="../media/image44.png"/><Relationship Id="rId12" Type="http://schemas.openxmlformats.org/officeDocument/2006/relationships/image" Target="../media/image47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Relationship Id="rId4" Type="http://schemas.openxmlformats.org/officeDocument/2006/relationships/image" Target="../media/image30.jpg"/><Relationship Id="rId9" Type="http://schemas.openxmlformats.org/officeDocument/2006/relationships/image" Target="../media/image43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jpg"/><Relationship Id="rId4" Type="http://schemas.openxmlformats.org/officeDocument/2006/relationships/image" Target="../media/image45.jpg"/><Relationship Id="rId9" Type="http://schemas.openxmlformats.org/officeDocument/2006/relationships/image" Target="../media/image53.png"/><Relationship Id="rId5" Type="http://schemas.openxmlformats.org/officeDocument/2006/relationships/image" Target="../media/image63.jpg"/><Relationship Id="rId6" Type="http://schemas.openxmlformats.org/officeDocument/2006/relationships/image" Target="../media/image76.png"/><Relationship Id="rId7" Type="http://schemas.openxmlformats.org/officeDocument/2006/relationships/image" Target="../media/image64.png"/><Relationship Id="rId8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69.jpg"/><Relationship Id="rId7" Type="http://schemas.openxmlformats.org/officeDocument/2006/relationships/image" Target="../media/image5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Relationship Id="rId4" Type="http://schemas.openxmlformats.org/officeDocument/2006/relationships/image" Target="../media/image14.jpg"/><Relationship Id="rId5" Type="http://schemas.openxmlformats.org/officeDocument/2006/relationships/image" Target="../media/image20.jpg"/><Relationship Id="rId6" Type="http://schemas.openxmlformats.org/officeDocument/2006/relationships/image" Target="../media/image6.jpg"/><Relationship Id="rId7" Type="http://schemas.openxmlformats.org/officeDocument/2006/relationships/image" Target="../media/image61.png"/><Relationship Id="rId8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jpg"/><Relationship Id="rId4" Type="http://schemas.openxmlformats.org/officeDocument/2006/relationships/image" Target="../media/image54.png"/></Relationships>
</file>

<file path=ppt/slides/_rels/slide37.xml.rels><?xml version="1.0" encoding="UTF-8" standalone="yes"?><Relationships xmlns="http://schemas.openxmlformats.org/package/2006/relationships"><Relationship Id="rId40" Type="http://schemas.openxmlformats.org/officeDocument/2006/relationships/image" Target="../media/image96.png"/><Relationship Id="rId42" Type="http://schemas.openxmlformats.org/officeDocument/2006/relationships/image" Target="../media/image106.png"/><Relationship Id="rId41" Type="http://schemas.openxmlformats.org/officeDocument/2006/relationships/image" Target="../media/image97.png"/><Relationship Id="rId44" Type="http://schemas.openxmlformats.org/officeDocument/2006/relationships/image" Target="../media/image104.png"/><Relationship Id="rId43" Type="http://schemas.openxmlformats.org/officeDocument/2006/relationships/image" Target="../media/image98.png"/><Relationship Id="rId46" Type="http://schemas.openxmlformats.org/officeDocument/2006/relationships/image" Target="../media/image116.png"/><Relationship Id="rId45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jpg"/><Relationship Id="rId4" Type="http://schemas.openxmlformats.org/officeDocument/2006/relationships/image" Target="../media/image87.png"/><Relationship Id="rId9" Type="http://schemas.openxmlformats.org/officeDocument/2006/relationships/image" Target="../media/image70.png"/><Relationship Id="rId48" Type="http://schemas.openxmlformats.org/officeDocument/2006/relationships/image" Target="../media/image101.png"/><Relationship Id="rId47" Type="http://schemas.openxmlformats.org/officeDocument/2006/relationships/image" Target="../media/image103.png"/><Relationship Id="rId49" Type="http://schemas.openxmlformats.org/officeDocument/2006/relationships/image" Target="../media/image117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113.png"/><Relationship Id="rId8" Type="http://schemas.openxmlformats.org/officeDocument/2006/relationships/image" Target="../media/image66.png"/><Relationship Id="rId31" Type="http://schemas.openxmlformats.org/officeDocument/2006/relationships/image" Target="../media/image120.png"/><Relationship Id="rId30" Type="http://schemas.openxmlformats.org/officeDocument/2006/relationships/image" Target="../media/image90.png"/><Relationship Id="rId33" Type="http://schemas.openxmlformats.org/officeDocument/2006/relationships/image" Target="../media/image93.png"/><Relationship Id="rId32" Type="http://schemas.openxmlformats.org/officeDocument/2006/relationships/image" Target="../media/image105.png"/><Relationship Id="rId35" Type="http://schemas.openxmlformats.org/officeDocument/2006/relationships/image" Target="../media/image100.png"/><Relationship Id="rId34" Type="http://schemas.openxmlformats.org/officeDocument/2006/relationships/image" Target="../media/image94.png"/><Relationship Id="rId37" Type="http://schemas.openxmlformats.org/officeDocument/2006/relationships/image" Target="../media/image99.png"/><Relationship Id="rId36" Type="http://schemas.openxmlformats.org/officeDocument/2006/relationships/image" Target="../media/image95.png"/><Relationship Id="rId39" Type="http://schemas.openxmlformats.org/officeDocument/2006/relationships/image" Target="../media/image118.png"/><Relationship Id="rId38" Type="http://schemas.openxmlformats.org/officeDocument/2006/relationships/image" Target="../media/image102.png"/><Relationship Id="rId20" Type="http://schemas.openxmlformats.org/officeDocument/2006/relationships/image" Target="../media/image77.png"/><Relationship Id="rId22" Type="http://schemas.openxmlformats.org/officeDocument/2006/relationships/image" Target="../media/image72.png"/><Relationship Id="rId21" Type="http://schemas.openxmlformats.org/officeDocument/2006/relationships/image" Target="../media/image82.png"/><Relationship Id="rId24" Type="http://schemas.openxmlformats.org/officeDocument/2006/relationships/image" Target="../media/image89.png"/><Relationship Id="rId23" Type="http://schemas.openxmlformats.org/officeDocument/2006/relationships/image" Target="../media/image83.png"/><Relationship Id="rId26" Type="http://schemas.openxmlformats.org/officeDocument/2006/relationships/image" Target="../media/image80.png"/><Relationship Id="rId25" Type="http://schemas.openxmlformats.org/officeDocument/2006/relationships/image" Target="../media/image86.png"/><Relationship Id="rId28" Type="http://schemas.openxmlformats.org/officeDocument/2006/relationships/image" Target="../media/image84.png"/><Relationship Id="rId27" Type="http://schemas.openxmlformats.org/officeDocument/2006/relationships/image" Target="../media/image92.png"/><Relationship Id="rId29" Type="http://schemas.openxmlformats.org/officeDocument/2006/relationships/image" Target="../media/image88.png"/><Relationship Id="rId51" Type="http://schemas.openxmlformats.org/officeDocument/2006/relationships/image" Target="../media/image114.png"/><Relationship Id="rId50" Type="http://schemas.openxmlformats.org/officeDocument/2006/relationships/image" Target="../media/image108.png"/><Relationship Id="rId53" Type="http://schemas.openxmlformats.org/officeDocument/2006/relationships/image" Target="../media/image109.png"/><Relationship Id="rId52" Type="http://schemas.openxmlformats.org/officeDocument/2006/relationships/image" Target="../media/image111.png"/><Relationship Id="rId11" Type="http://schemas.openxmlformats.org/officeDocument/2006/relationships/image" Target="../media/image79.png"/><Relationship Id="rId10" Type="http://schemas.openxmlformats.org/officeDocument/2006/relationships/image" Target="../media/image68.png"/><Relationship Id="rId54" Type="http://schemas.openxmlformats.org/officeDocument/2006/relationships/image" Target="../media/image112.png"/><Relationship Id="rId13" Type="http://schemas.openxmlformats.org/officeDocument/2006/relationships/image" Target="../media/image71.png"/><Relationship Id="rId12" Type="http://schemas.openxmlformats.org/officeDocument/2006/relationships/image" Target="../media/image78.png"/><Relationship Id="rId15" Type="http://schemas.openxmlformats.org/officeDocument/2006/relationships/image" Target="../media/image75.png"/><Relationship Id="rId14" Type="http://schemas.openxmlformats.org/officeDocument/2006/relationships/image" Target="../media/image73.png"/><Relationship Id="rId17" Type="http://schemas.openxmlformats.org/officeDocument/2006/relationships/image" Target="../media/image81.png"/><Relationship Id="rId16" Type="http://schemas.openxmlformats.org/officeDocument/2006/relationships/image" Target="../media/image91.png"/><Relationship Id="rId19" Type="http://schemas.openxmlformats.org/officeDocument/2006/relationships/image" Target="../media/image74.png"/><Relationship Id="rId18" Type="http://schemas.openxmlformats.org/officeDocument/2006/relationships/image" Target="../media/image8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3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32.png"/><Relationship Id="rId5" Type="http://schemas.openxmlformats.org/officeDocument/2006/relationships/image" Target="../media/image125.png"/><Relationship Id="rId6" Type="http://schemas.openxmlformats.org/officeDocument/2006/relationships/image" Target="../media/image123.png"/><Relationship Id="rId7" Type="http://schemas.openxmlformats.org/officeDocument/2006/relationships/image" Target="../media/image135.png"/><Relationship Id="rId8" Type="http://schemas.openxmlformats.org/officeDocument/2006/relationships/image" Target="../media/image12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7.png"/><Relationship Id="rId4" Type="http://schemas.openxmlformats.org/officeDocument/2006/relationships/image" Target="../media/image134.png"/><Relationship Id="rId5" Type="http://schemas.openxmlformats.org/officeDocument/2006/relationships/image" Target="../media/image122.png"/><Relationship Id="rId6" Type="http://schemas.openxmlformats.org/officeDocument/2006/relationships/image" Target="../media/image1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idx="4294967295" type="title"/>
          </p:nvPr>
        </p:nvSpPr>
        <p:spPr>
          <a:xfrm>
            <a:off x="956302" y="2822611"/>
            <a:ext cx="10756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7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Lighting/Illumination/Reflection Model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2185015" y="3683380"/>
            <a:ext cx="8255" cy="56515"/>
          </a:xfrm>
          <a:custGeom>
            <a:rect b="b" l="l" r="r" t="t"/>
            <a:pathLst>
              <a:path extrusionOk="0" h="56514" w="8254">
                <a:moveTo>
                  <a:pt x="8128" y="38608"/>
                </a:moveTo>
                <a:lnTo>
                  <a:pt x="6985" y="37465"/>
                </a:lnTo>
                <a:lnTo>
                  <a:pt x="6972" y="11049"/>
                </a:lnTo>
                <a:lnTo>
                  <a:pt x="6972" y="0"/>
                </a:lnTo>
                <a:lnTo>
                  <a:pt x="2540" y="0"/>
                </a:lnTo>
                <a:lnTo>
                  <a:pt x="0" y="2540"/>
                </a:lnTo>
                <a:lnTo>
                  <a:pt x="0" y="8509"/>
                </a:lnTo>
                <a:lnTo>
                  <a:pt x="1054" y="9575"/>
                </a:lnTo>
                <a:lnTo>
                  <a:pt x="1346" y="39751"/>
                </a:lnTo>
                <a:lnTo>
                  <a:pt x="1371" y="48412"/>
                </a:lnTo>
                <a:lnTo>
                  <a:pt x="762" y="49022"/>
                </a:lnTo>
                <a:lnTo>
                  <a:pt x="762" y="54229"/>
                </a:lnTo>
                <a:lnTo>
                  <a:pt x="2921" y="56388"/>
                </a:lnTo>
                <a:lnTo>
                  <a:pt x="6972" y="56388"/>
                </a:lnTo>
                <a:lnTo>
                  <a:pt x="6972" y="53251"/>
                </a:lnTo>
                <a:lnTo>
                  <a:pt x="6972" y="51892"/>
                </a:lnTo>
                <a:lnTo>
                  <a:pt x="6972" y="47879"/>
                </a:lnTo>
                <a:lnTo>
                  <a:pt x="6972" y="46863"/>
                </a:lnTo>
                <a:lnTo>
                  <a:pt x="6972" y="42672"/>
                </a:lnTo>
                <a:lnTo>
                  <a:pt x="8128" y="41529"/>
                </a:lnTo>
                <a:lnTo>
                  <a:pt x="8128" y="40132"/>
                </a:lnTo>
                <a:lnTo>
                  <a:pt x="8128" y="386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idx="4294967295" type="title"/>
          </p:nvPr>
        </p:nvSpPr>
        <p:spPr>
          <a:xfrm>
            <a:off x="916950" y="794375"/>
            <a:ext cx="8669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 contents used in this lecture belong to…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916939" y="1802638"/>
            <a:ext cx="9645000" cy="21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29234" lvl="0" marL="2413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Jon Shiach, Manchester Metropolitan University, “Direct Lighting Model”, </a:t>
            </a:r>
            <a:r>
              <a:rPr b="0" i="0" lang="en-US" sz="2400" u="none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https://www.youtube.com/watch?v=7CdS8oOJtVA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0" marL="241300" marR="0" rtl="0" algn="l">
              <a:lnSpc>
                <a:spcPct val="114166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Jacobson, University of Toronto, “WebGL Phong Shading”,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http://www.cs.toronto.edu/~jacobson/phong-demo/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(Online demo)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Terms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2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Illumination: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the transport of energy from light sources to surfaces &amp; points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model or Illumination model: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Express the factors determining a surface’s color or luminous intensity (outgoing or reflected light) at a particular 3D point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816" y="1857755"/>
            <a:ext cx="3451135" cy="20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743" y="1857755"/>
            <a:ext cx="3675888" cy="207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4666375" y="570150"/>
            <a:ext cx="6213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Effects of Lighting</a:t>
            </a:r>
            <a:endParaRPr b="1" i="0" sz="2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2343700" y="4329050"/>
            <a:ext cx="2239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 only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6957175" y="4406500"/>
            <a:ext cx="3451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colors with lighting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786" y="1300000"/>
            <a:ext cx="7019574" cy="426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4823188" y="374900"/>
            <a:ext cx="3693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Illumination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Illumination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>
            <p:ph idx="4294967295" type="body"/>
          </p:nvPr>
        </p:nvSpPr>
        <p:spPr>
          <a:xfrm>
            <a:off x="1981200" y="11430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components of illumination: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Surface properties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described by a luminance/intensity ‘I’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Each color is described separately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= [Ir Ig Ib]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Types of Light Sources: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Types of Surface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609600" y="1143000"/>
            <a:ext cx="11277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Interaction between light and material can be classified as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Ideal mirror 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Reflected light is ideally reflected to all directions uniformly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Translucent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Allow some lights to penetrate the surface (e.g. refraction in glass, water)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ZPG\Angel_book\Second_Edition\SECOND_EDITION\FIGURES\JPEG\an06f04.jpg"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400" y="4572000"/>
            <a:ext cx="6197601" cy="166237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590" y="3529584"/>
            <a:ext cx="2099280" cy="12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16" y="3529584"/>
            <a:ext cx="2132019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515" y="3529584"/>
            <a:ext cx="2206751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580" y="3529584"/>
            <a:ext cx="2101755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2668" y="1845564"/>
            <a:ext cx="2215896" cy="125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8842" y="1845564"/>
            <a:ext cx="2108321" cy="1251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7"/>
          <p:cNvGrpSpPr/>
          <p:nvPr/>
        </p:nvGrpSpPr>
        <p:grpSpPr>
          <a:xfrm>
            <a:off x="3496055" y="2415540"/>
            <a:ext cx="4744720" cy="125095"/>
            <a:chOff x="3496055" y="2415540"/>
            <a:chExt cx="4744720" cy="125095"/>
          </a:xfrm>
        </p:grpSpPr>
        <p:sp>
          <p:nvSpPr>
            <p:cNvPr id="224" name="Google Shape;224;p2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4681728" y="0"/>
                  </a:moveTo>
                  <a:lnTo>
                    <a:pt x="4681728" y="31242"/>
                  </a:lnTo>
                  <a:lnTo>
                    <a:pt x="0" y="31242"/>
                  </a:lnTo>
                  <a:lnTo>
                    <a:pt x="0" y="93725"/>
                  </a:lnTo>
                  <a:lnTo>
                    <a:pt x="4681728" y="93725"/>
                  </a:lnTo>
                  <a:lnTo>
                    <a:pt x="4681728" y="124968"/>
                  </a:lnTo>
                  <a:lnTo>
                    <a:pt x="4744212" y="62484"/>
                  </a:lnTo>
                  <a:lnTo>
                    <a:pt x="4681728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0" y="31242"/>
                  </a:moveTo>
                  <a:lnTo>
                    <a:pt x="4681728" y="31242"/>
                  </a:lnTo>
                  <a:lnTo>
                    <a:pt x="4681728" y="0"/>
                  </a:lnTo>
                  <a:lnTo>
                    <a:pt x="4744212" y="62484"/>
                  </a:lnTo>
                  <a:lnTo>
                    <a:pt x="4681728" y="124968"/>
                  </a:lnTo>
                  <a:lnTo>
                    <a:pt x="4681728" y="93725"/>
                  </a:lnTo>
                  <a:lnTo>
                    <a:pt x="0" y="93725"/>
                  </a:lnTo>
                  <a:lnTo>
                    <a:pt x="0" y="3124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27"/>
          <p:cNvSpPr txBox="1"/>
          <p:nvPr/>
        </p:nvSpPr>
        <p:spPr>
          <a:xfrm>
            <a:off x="366665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7"/>
          <p:cNvCxnSpPr>
            <a:stCxn id="222" idx="2"/>
            <a:endCxn id="217" idx="0"/>
          </p:cNvCxnSpPr>
          <p:nvPr/>
        </p:nvCxnSpPr>
        <p:spPr>
          <a:xfrm>
            <a:off x="2163003" y="3096767"/>
            <a:ext cx="93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27"/>
          <p:cNvCxnSpPr>
            <a:stCxn id="220" idx="0"/>
            <a:endCxn id="221" idx="2"/>
          </p:cNvCxnSpPr>
          <p:nvPr/>
        </p:nvCxnSpPr>
        <p:spPr>
          <a:xfrm rot="10800000">
            <a:off x="9500758" y="3096684"/>
            <a:ext cx="87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27"/>
          <p:cNvSpPr txBox="1"/>
          <p:nvPr/>
        </p:nvSpPr>
        <p:spPr>
          <a:xfrm>
            <a:off x="3224900" y="37090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81779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56633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17013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41397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90822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 identifiable source or direction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Product of multiple reflections of light from the many surfaces present in the environment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Computationally inexpensive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Manual-Material-Ambient.jpg"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343275"/>
            <a:ext cx="5715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9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Categories:</a:t>
            </a:r>
            <a:endParaRPr b="0" i="0" sz="280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Independent of light source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Lights entire scene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sunlight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Contributed by additional 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Can be different for each light and primary color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fluorescent lamps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0"/>
          <p:cNvGrpSpPr/>
          <p:nvPr/>
        </p:nvGrpSpPr>
        <p:grpSpPr>
          <a:xfrm>
            <a:off x="772668" y="752855"/>
            <a:ext cx="11032235" cy="5198365"/>
            <a:chOff x="772668" y="752855"/>
            <a:chExt cx="11032235" cy="5198365"/>
          </a:xfrm>
        </p:grpSpPr>
        <p:pic>
          <p:nvPicPr>
            <p:cNvPr id="258" name="Google Shape;25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2668" y="890015"/>
              <a:ext cx="9517380" cy="5061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6999" y="752855"/>
              <a:ext cx="1514855" cy="879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08354" y="4927091"/>
              <a:ext cx="1496549" cy="885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86999" y="1769363"/>
              <a:ext cx="1517903" cy="925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86999" y="2828544"/>
              <a:ext cx="1517903" cy="932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86999" y="3895344"/>
              <a:ext cx="1517903" cy="89306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4" name="Google Shape;264;p30"/>
          <p:cNvCxnSpPr/>
          <p:nvPr/>
        </p:nvCxnSpPr>
        <p:spPr>
          <a:xfrm>
            <a:off x="11862188" y="1192613"/>
            <a:ext cx="3000" cy="417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30"/>
          <p:cNvSpPr txBox="1"/>
          <p:nvPr/>
        </p:nvSpPr>
        <p:spPr>
          <a:xfrm>
            <a:off x="4320325" y="263000"/>
            <a:ext cx="36387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Reflection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10350775" y="3823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0543550" y="56529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Effect of adding ambient light to the diffuse light reflected by a sphere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source intensity is 1.0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is 0.4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Moving from left to right the ambient reflection coefficient takes on values:  0.0, 0.1, 0.3, 0.5, and 0.7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little ambient light makes shadows too deep and harsh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much makes the picture look washed out and bland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31"/>
          <p:cNvPicPr preferRelativeResize="0"/>
          <p:nvPr/>
        </p:nvPicPr>
        <p:blipFill rotWithShape="1">
          <a:blip r:embed="rId3">
            <a:alphaModFix/>
          </a:blip>
          <a:srcRect b="25332" l="15238" r="29524" t="47891"/>
          <a:stretch/>
        </p:blipFill>
        <p:spPr>
          <a:xfrm>
            <a:off x="3276601" y="4953000"/>
            <a:ext cx="55528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1"/>
          <p:cNvSpPr/>
          <p:nvPr/>
        </p:nvSpPr>
        <p:spPr>
          <a:xfrm>
            <a:off x="3124200" y="4876800"/>
            <a:ext cx="23622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7620000" y="4876800"/>
            <a:ext cx="12954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132" y="1630679"/>
            <a:ext cx="6283453" cy="370636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/>
        </p:nvSpPr>
        <p:spPr>
          <a:xfrm>
            <a:off x="432980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660625" y="2604275"/>
            <a:ext cx="42117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irregular reflection of light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is scattered in all direction. Not all are visible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depend on the position of viewpoint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32"/>
          <p:cNvCxnSpPr/>
          <p:nvPr/>
        </p:nvCxnSpPr>
        <p:spPr>
          <a:xfrm rot="10800000">
            <a:off x="6732950" y="1964500"/>
            <a:ext cx="768000" cy="251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32"/>
          <p:cNvCxnSpPr/>
          <p:nvPr/>
        </p:nvCxnSpPr>
        <p:spPr>
          <a:xfrm rot="10800000">
            <a:off x="6304275" y="1678925"/>
            <a:ext cx="1536000" cy="283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32"/>
          <p:cNvCxnSpPr>
            <a:endCxn id="284" idx="2"/>
          </p:cNvCxnSpPr>
          <p:nvPr/>
        </p:nvCxnSpPr>
        <p:spPr>
          <a:xfrm rot="10800000">
            <a:off x="7802150" y="1476100"/>
            <a:ext cx="413100" cy="29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2"/>
          <p:cNvCxnSpPr/>
          <p:nvPr/>
        </p:nvCxnSpPr>
        <p:spPr>
          <a:xfrm rot="10800000">
            <a:off x="8388800" y="1630600"/>
            <a:ext cx="540900" cy="285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Ambient Light vs Diffuse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5384800" y="4191000"/>
            <a:ext cx="1422300" cy="1219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2032000" y="4038600"/>
            <a:ext cx="1625700" cy="13716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8737600" y="4191000"/>
            <a:ext cx="1422300" cy="12954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5486400" y="1447800"/>
            <a:ext cx="1219200" cy="914400"/>
          </a:xfrm>
          <a:prstGeom prst="sun">
            <a:avLst>
              <a:gd fmla="val 25000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3"/>
          <p:cNvSpPr/>
          <p:nvPr/>
        </p:nvSpPr>
        <p:spPr>
          <a:xfrm rot="2335525">
            <a:off x="6145082" y="3151252"/>
            <a:ext cx="3153229" cy="2296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3"/>
          <p:cNvSpPr/>
          <p:nvPr/>
        </p:nvSpPr>
        <p:spPr>
          <a:xfrm rot="8376609">
            <a:off x="2771135" y="3172067"/>
            <a:ext cx="3130165" cy="2314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3"/>
          <p:cNvSpPr/>
          <p:nvPr/>
        </p:nvSpPr>
        <p:spPr>
          <a:xfrm rot="10369579">
            <a:off x="6869639" y="4486619"/>
            <a:ext cx="2058816" cy="18778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3"/>
          <p:cNvSpPr/>
          <p:nvPr/>
        </p:nvSpPr>
        <p:spPr>
          <a:xfrm rot="612999">
            <a:off x="3160291" y="4523647"/>
            <a:ext cx="2214005" cy="1849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33"/>
          <p:cNvSpPr/>
          <p:nvPr/>
        </p:nvSpPr>
        <p:spPr>
          <a:xfrm rot="5400000">
            <a:off x="5206999" y="3200400"/>
            <a:ext cx="16764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7620000" y="19812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7112000" y="5410200"/>
            <a:ext cx="19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/>
          <p:nvPr>
            <p:ph type="title"/>
          </p:nvPr>
        </p:nvSpPr>
        <p:spPr>
          <a:xfrm>
            <a:off x="609600" y="274638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4"/>
          <p:cNvSpPr txBox="1"/>
          <p:nvPr>
            <p:ph idx="1" type="body"/>
          </p:nvPr>
        </p:nvSpPr>
        <p:spPr>
          <a:xfrm>
            <a:off x="609600" y="1143000"/>
            <a:ext cx="10972800" cy="5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Assumes surface reflects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equally in all directions.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 ideal diffuse surface is, at the microscopic level, a very rough surface.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 chalk, clay, some paints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3860800" y="3886200"/>
            <a:ext cx="4165614" cy="1026540"/>
          </a:xfrm>
          <a:custGeom>
            <a:rect b="b" l="l" r="r" t="t"/>
            <a:pathLst>
              <a:path extrusionOk="0" h="21600" w="21600">
                <a:moveTo>
                  <a:pt x="10568" y="10800"/>
                </a:moveTo>
                <a:cubicBezTo>
                  <a:pt x="10568" y="10671"/>
                  <a:pt x="10671" y="10568"/>
                  <a:pt x="10800" y="10568"/>
                </a:cubicBezTo>
                <a:cubicBezTo>
                  <a:pt x="10928" y="10567"/>
                  <a:pt x="11031" y="10671"/>
                  <a:pt x="11032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B2B2B2"/>
          </a:solidFill>
          <a:ln cap="flat" cmpd="sng" w="9525">
            <a:solidFill>
              <a:srgbClr val="B2B2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5" name="Google Shape;315;p34"/>
          <p:cNvGrpSpPr/>
          <p:nvPr/>
        </p:nvGrpSpPr>
        <p:grpSpPr>
          <a:xfrm>
            <a:off x="3555876" y="3276572"/>
            <a:ext cx="5079873" cy="2614873"/>
            <a:chOff x="3733800" y="2743200"/>
            <a:chExt cx="3810000" cy="3371854"/>
          </a:xfrm>
        </p:grpSpPr>
        <p:grpSp>
          <p:nvGrpSpPr>
            <p:cNvPr id="316" name="Google Shape;316;p34"/>
            <p:cNvGrpSpPr/>
            <p:nvPr/>
          </p:nvGrpSpPr>
          <p:grpSpPr>
            <a:xfrm>
              <a:off x="3733800" y="5638804"/>
              <a:ext cx="3810000" cy="476250"/>
              <a:chOff x="2352" y="3024"/>
              <a:chExt cx="2400" cy="300"/>
            </a:xfrm>
          </p:grpSpPr>
          <p:grpSp>
            <p:nvGrpSpPr>
              <p:cNvPr id="317" name="Google Shape;317;p34"/>
              <p:cNvGrpSpPr/>
              <p:nvPr/>
            </p:nvGrpSpPr>
            <p:grpSpPr>
              <a:xfrm>
                <a:off x="2352" y="3024"/>
                <a:ext cx="2400" cy="300"/>
                <a:chOff x="2352" y="3024"/>
                <a:chExt cx="2400" cy="300"/>
              </a:xfrm>
            </p:grpSpPr>
            <p:sp>
              <p:nvSpPr>
                <p:cNvPr id="318" name="Google Shape;318;p34"/>
                <p:cNvSpPr/>
                <p:nvPr/>
              </p:nvSpPr>
              <p:spPr>
                <a:xfrm>
                  <a:off x="2352" y="3024"/>
                  <a:ext cx="116" cy="300"/>
                </a:xfrm>
                <a:custGeom>
                  <a:rect b="b" l="l" r="r" t="t"/>
                  <a:pathLst>
                    <a:path extrusionOk="0" h="528" w="2448">
                      <a:moveTo>
                        <a:pt x="0" y="0"/>
                      </a:moveTo>
                      <a:lnTo>
                        <a:pt x="2448" y="0"/>
                      </a:lnTo>
                      <a:lnTo>
                        <a:pt x="2448" y="144"/>
                      </a:lnTo>
                      <a:lnTo>
                        <a:pt x="2304" y="288"/>
                      </a:lnTo>
                      <a:lnTo>
                        <a:pt x="2064" y="192"/>
                      </a:lnTo>
                      <a:lnTo>
                        <a:pt x="1824" y="384"/>
                      </a:lnTo>
                      <a:lnTo>
                        <a:pt x="1344" y="336"/>
                      </a:lnTo>
                      <a:lnTo>
                        <a:pt x="1104" y="528"/>
                      </a:lnTo>
                      <a:lnTo>
                        <a:pt x="864" y="432"/>
                      </a:lnTo>
                      <a:lnTo>
                        <a:pt x="624" y="384"/>
                      </a:lnTo>
                      <a:lnTo>
                        <a:pt x="384" y="480"/>
                      </a:lnTo>
                      <a:lnTo>
                        <a:pt x="192" y="288"/>
                      </a:lnTo>
                      <a:lnTo>
                        <a:pt x="48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cap="flat" cmpd="sng" w="9525">
                  <a:solidFill>
                    <a:srgbClr val="80808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19" name="Google Shape;319;p34"/>
                <p:cNvCxnSpPr/>
                <p:nvPr/>
              </p:nvCxnSpPr>
              <p:spPr>
                <a:xfrm>
                  <a:off x="2352" y="3024"/>
                  <a:ext cx="24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4D4D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0" name="Google Shape;320;p34"/>
              <p:cNvSpPr txBox="1"/>
              <p:nvPr/>
            </p:nvSpPr>
            <p:spPr>
              <a:xfrm>
                <a:off x="3254" y="302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6600"/>
                  </a:buClr>
                  <a:buSzPts val="2400"/>
                  <a:buFont typeface="Noto Sans Symbols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Surface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1" name="Google Shape;32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1800" y="2743200"/>
              <a:ext cx="593726" cy="1066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2" name="Google Shape;322;p34"/>
            <p:cNvCxnSpPr/>
            <p:nvPr/>
          </p:nvCxnSpPr>
          <p:spPr>
            <a:xfrm flipH="1" rot="10800000">
              <a:off x="5486400" y="3429000"/>
              <a:ext cx="1295400" cy="213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3" name="Google Shape;323;p34"/>
            <p:cNvCxnSpPr/>
            <p:nvPr/>
          </p:nvCxnSpPr>
          <p:spPr>
            <a:xfrm rot="10800000">
              <a:off x="4648200" y="4267200"/>
              <a:ext cx="838200" cy="129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4" name="Google Shape;324;p34"/>
            <p:cNvCxnSpPr/>
            <p:nvPr/>
          </p:nvCxnSpPr>
          <p:spPr>
            <a:xfrm rot="10800000">
              <a:off x="41148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5" name="Google Shape;325;p34"/>
            <p:cNvCxnSpPr/>
            <p:nvPr/>
          </p:nvCxnSpPr>
          <p:spPr>
            <a:xfrm flipH="1" rot="10800000">
              <a:off x="54864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p34"/>
            <p:cNvCxnSpPr/>
            <p:nvPr/>
          </p:nvCxnSpPr>
          <p:spPr>
            <a:xfrm rot="10800000">
              <a:off x="5486400" y="4038600"/>
              <a:ext cx="0" cy="1524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7" name="Google Shape;327;p34"/>
            <p:cNvCxnSpPr/>
            <p:nvPr/>
          </p:nvCxnSpPr>
          <p:spPr>
            <a:xfrm rot="10800000">
              <a:off x="3962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p34"/>
            <p:cNvCxnSpPr/>
            <p:nvPr/>
          </p:nvCxnSpPr>
          <p:spPr>
            <a:xfrm>
              <a:off x="5486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29" name="Google Shape;329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5"/>
          <p:cNvSpPr txBox="1"/>
          <p:nvPr>
            <p:ph idx="1" type="body"/>
          </p:nvPr>
        </p:nvSpPr>
        <p:spPr>
          <a:xfrm>
            <a:off x="609600" y="1143000"/>
            <a:ext cx="109728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diffuse reflectors reflect light according to </a:t>
            </a:r>
            <a:r>
              <a:rPr lang="en-US" sz="2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Lambert's cosine law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Lambert's law determines how much of the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incoming light energy is reflected.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reflected intensity is independent of the viewing direction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But reflected light intensity depends on incident angle of light.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ambert" id="336" name="Google Shape;33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4708525"/>
            <a:ext cx="8575536" cy="13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033" y="5497380"/>
            <a:ext cx="1904714" cy="111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" y="1057655"/>
            <a:ext cx="7624573" cy="49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7386" y="746613"/>
            <a:ext cx="1604772" cy="928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36"/>
          <p:cNvCxnSpPr/>
          <p:nvPr/>
        </p:nvCxnSpPr>
        <p:spPr>
          <a:xfrm flipH="1">
            <a:off x="5193175" y="5508400"/>
            <a:ext cx="1183200" cy="86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46" name="Google Shape;34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3588" y="6094713"/>
            <a:ext cx="4095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6"/>
          <p:cNvSpPr/>
          <p:nvPr/>
        </p:nvSpPr>
        <p:spPr>
          <a:xfrm>
            <a:off x="5732436" y="5049598"/>
            <a:ext cx="631850" cy="869325"/>
          </a:xfrm>
          <a:custGeom>
            <a:rect b="b" l="l" r="r" t="t"/>
            <a:pathLst>
              <a:path extrusionOk="0" h="34773" w="25274">
                <a:moveTo>
                  <a:pt x="25275" y="0"/>
                </a:moveTo>
                <a:cubicBezTo>
                  <a:pt x="21411" y="2093"/>
                  <a:pt x="6118" y="6762"/>
                  <a:pt x="2093" y="12557"/>
                </a:cubicBezTo>
                <a:cubicBezTo>
                  <a:pt x="-1931" y="18353"/>
                  <a:pt x="1289" y="31070"/>
                  <a:pt x="1128" y="34773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00700" y="49530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/>
        </p:nvSpPr>
        <p:spPr>
          <a:xfrm>
            <a:off x="8703050" y="2430325"/>
            <a:ext cx="3489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reflected equally in all direction.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Magnitude of reflection depends in incident angle.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 of L reversed? Why?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3377300" y="2800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(Phong’s Model)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1025" y="1239450"/>
            <a:ext cx="1229300" cy="92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37"/>
          <p:cNvGrpSpPr/>
          <p:nvPr/>
        </p:nvGrpSpPr>
        <p:grpSpPr>
          <a:xfrm>
            <a:off x="905255" y="1402080"/>
            <a:ext cx="9605772" cy="4931664"/>
            <a:chOff x="905255" y="1402080"/>
            <a:chExt cx="9605772" cy="4931664"/>
          </a:xfrm>
        </p:grpSpPr>
        <p:pic>
          <p:nvPicPr>
            <p:cNvPr id="358" name="Google Shape;358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5255" y="1402080"/>
              <a:ext cx="9605772" cy="4931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7"/>
            <p:cNvSpPr/>
            <p:nvPr/>
          </p:nvSpPr>
          <p:spPr>
            <a:xfrm>
              <a:off x="6334505" y="3129534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691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37"/>
          <p:cNvSpPr txBox="1"/>
          <p:nvPr/>
        </p:nvSpPr>
        <p:spPr>
          <a:xfrm>
            <a:off x="2957125" y="461400"/>
            <a:ext cx="5956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- Phong’s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495" y="1495043"/>
            <a:ext cx="7488934" cy="453237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 txBox="1"/>
          <p:nvPr/>
        </p:nvSpPr>
        <p:spPr>
          <a:xfrm>
            <a:off x="4763850" y="892225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 txBox="1"/>
          <p:nvPr/>
        </p:nvSpPr>
        <p:spPr>
          <a:xfrm>
            <a:off x="4291025" y="60757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9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max {I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cosθ, 0}</a:t>
            </a:r>
            <a:endParaRPr b="0" baseline="-25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Background intensity is 0.4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Sphere reflecting diffuse light, for six reflection coefficients: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0, 0.2, 0.4, 0.6, 0.8, and 1. 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39"/>
          <p:cNvPicPr preferRelativeResize="0"/>
          <p:nvPr/>
        </p:nvPicPr>
        <p:blipFill rotWithShape="1">
          <a:blip r:embed="rId3">
            <a:alphaModFix/>
          </a:blip>
          <a:srcRect b="8571" l="14285" r="31904" t="34285"/>
          <a:stretch/>
        </p:blipFill>
        <p:spPr>
          <a:xfrm>
            <a:off x="2362200" y="3352800"/>
            <a:ext cx="5105398" cy="338853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9"/>
          <p:cNvSpPr/>
          <p:nvPr/>
        </p:nvSpPr>
        <p:spPr>
          <a:xfrm>
            <a:off x="6781800" y="3352800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9" name="Google Shape;379;p39"/>
          <p:cNvCxnSpPr/>
          <p:nvPr/>
        </p:nvCxnSpPr>
        <p:spPr>
          <a:xfrm flipH="1">
            <a:off x="5257800" y="3769540"/>
            <a:ext cx="2667000" cy="19050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39"/>
          <p:cNvSpPr/>
          <p:nvPr/>
        </p:nvSpPr>
        <p:spPr>
          <a:xfrm>
            <a:off x="7620000" y="320040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θ between surface normal and incident light is &gt; 90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9"/>
          <p:cNvSpPr/>
          <p:nvPr/>
        </p:nvSpPr>
        <p:spPr>
          <a:xfrm>
            <a:off x="7696200" y="4800600"/>
            <a:ext cx="2971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ambient component here?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specular component?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64" y="1571244"/>
            <a:ext cx="7124700" cy="4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0"/>
          <p:cNvSpPr txBox="1"/>
          <p:nvPr/>
        </p:nvSpPr>
        <p:spPr>
          <a:xfrm>
            <a:off x="4329800" y="6269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/>
          <p:nvPr>
            <p:ph type="title"/>
          </p:nvPr>
        </p:nvSpPr>
        <p:spPr>
          <a:xfrm>
            <a:off x="609600" y="274320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1"/>
          <p:cNvSpPr txBox="1"/>
          <p:nvPr>
            <p:ph idx="1" type="body"/>
          </p:nvPr>
        </p:nvSpPr>
        <p:spPr>
          <a:xfrm>
            <a:off x="609600" y="1143000"/>
            <a:ext cx="10972800" cy="5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Spotlight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point source that emits light in restricted set of directions,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Requires color, point, direction, falloff parameter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usually direction boundary forms a cone shape.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Here θ is Cut Off Cone. No light is seen at points lying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outside Cutoff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Intensity falls off directionally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:\4-2\grafix\angels book\angel ch 6 fig\AN06F09.jpg"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3733800"/>
            <a:ext cx="24384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Job\BUET\teaching\feb 15\cse 409\theatre-spotlight-hi.png" id="397" name="Google Shape;39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000" y="0"/>
            <a:ext cx="16764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Specular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2"/>
          <p:cNvSpPr txBox="1"/>
          <p:nvPr>
            <p:ph idx="4294967295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Reflection is only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mirror angle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An ideal mirror is a purely specular reflector.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View dependent reflection. That is, reflected light’s intensity varies with viewer’s position.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 of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reflected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light is stronger near mirror angle and strongest at mirror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reflection follows Snell’s Law.</a:t>
            </a:r>
            <a:endParaRPr/>
          </a:p>
        </p:txBody>
      </p:sp>
      <p:pic>
        <p:nvPicPr>
          <p:cNvPr id="405" name="Google Shape;405;p42"/>
          <p:cNvPicPr preferRelativeResize="0"/>
          <p:nvPr/>
        </p:nvPicPr>
        <p:blipFill rotWithShape="1">
          <a:blip r:embed="rId3">
            <a:alphaModFix/>
          </a:blip>
          <a:srcRect b="0" l="0" r="0" t="22402"/>
          <a:stretch/>
        </p:blipFill>
        <p:spPr>
          <a:xfrm>
            <a:off x="1930399" y="4419600"/>
            <a:ext cx="292018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2"/>
          <p:cNvSpPr txBox="1"/>
          <p:nvPr/>
        </p:nvSpPr>
        <p:spPr>
          <a:xfrm>
            <a:off x="4978400" y="4267200"/>
            <a:ext cx="670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Snell’s Laws:</a:t>
            </a:r>
            <a:endParaRPr b="0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incoming ray and reflected ray lie in a plane with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angle that the reflected ray forms with the surface normal equals the angle formed by the incoming ray and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339" y="1610867"/>
            <a:ext cx="6896100" cy="379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4282" y="766875"/>
            <a:ext cx="1417182" cy="84277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 txBox="1"/>
          <p:nvPr/>
        </p:nvSpPr>
        <p:spPr>
          <a:xfrm>
            <a:off x="4281550" y="590800"/>
            <a:ext cx="46422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013" y="77115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772" y="1613916"/>
            <a:ext cx="10524743" cy="49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4"/>
          <p:cNvSpPr txBox="1"/>
          <p:nvPr/>
        </p:nvSpPr>
        <p:spPr>
          <a:xfrm>
            <a:off x="4414175" y="578725"/>
            <a:ext cx="4226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4981000" y="4014275"/>
            <a:ext cx="1401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/Shininess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7058" y="3247371"/>
            <a:ext cx="1757968" cy="104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45"/>
          <p:cNvGrpSpPr/>
          <p:nvPr/>
        </p:nvGrpSpPr>
        <p:grpSpPr>
          <a:xfrm>
            <a:off x="597324" y="1898047"/>
            <a:ext cx="7771017" cy="4774668"/>
            <a:chOff x="597327" y="1957142"/>
            <a:chExt cx="7153656" cy="4715256"/>
          </a:xfrm>
        </p:grpSpPr>
        <p:pic>
          <p:nvPicPr>
            <p:cNvPr id="431" name="Google Shape;431;p45"/>
            <p:cNvPicPr preferRelativeResize="0"/>
            <p:nvPr/>
          </p:nvPicPr>
          <p:blipFill rotWithShape="1">
            <a:blip r:embed="rId4">
              <a:alphaModFix/>
            </a:blip>
            <a:srcRect b="-4530" l="-2110" r="2110" t="4529"/>
            <a:stretch/>
          </p:blipFill>
          <p:spPr>
            <a:xfrm>
              <a:off x="597327" y="1957142"/>
              <a:ext cx="7153656" cy="4715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2042" y="6274701"/>
              <a:ext cx="164719" cy="187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6036" y="3653475"/>
              <a:ext cx="152154" cy="12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27982" y="5948210"/>
              <a:ext cx="113284" cy="158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39942" y="5966841"/>
              <a:ext cx="127254" cy="1486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05042" y="5950381"/>
              <a:ext cx="93091" cy="12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45"/>
            <p:cNvSpPr/>
            <p:nvPr/>
          </p:nvSpPr>
          <p:spPr>
            <a:xfrm>
              <a:off x="1620266" y="6033350"/>
              <a:ext cx="106680" cy="28575"/>
            </a:xfrm>
            <a:custGeom>
              <a:rect b="b" l="l" r="r" t="t"/>
              <a:pathLst>
                <a:path extrusionOk="0" h="28575" w="106680">
                  <a:moveTo>
                    <a:pt x="106299" y="4622"/>
                  </a:moveTo>
                  <a:lnTo>
                    <a:pt x="101727" y="25"/>
                  </a:lnTo>
                  <a:lnTo>
                    <a:pt x="96012" y="0"/>
                  </a:lnTo>
                  <a:lnTo>
                    <a:pt x="90297" y="0"/>
                  </a:lnTo>
                  <a:lnTo>
                    <a:pt x="87249" y="457"/>
                  </a:lnTo>
                  <a:lnTo>
                    <a:pt x="84023" y="1447"/>
                  </a:lnTo>
                  <a:lnTo>
                    <a:pt x="79883" y="1447"/>
                  </a:lnTo>
                  <a:lnTo>
                    <a:pt x="77851" y="1651"/>
                  </a:lnTo>
                  <a:lnTo>
                    <a:pt x="70612" y="3086"/>
                  </a:lnTo>
                  <a:lnTo>
                    <a:pt x="64731" y="4165"/>
                  </a:lnTo>
                  <a:lnTo>
                    <a:pt x="64731" y="4343"/>
                  </a:lnTo>
                  <a:lnTo>
                    <a:pt x="62865" y="4508"/>
                  </a:lnTo>
                  <a:lnTo>
                    <a:pt x="64630" y="4343"/>
                  </a:lnTo>
                  <a:lnTo>
                    <a:pt x="64731" y="4165"/>
                  </a:lnTo>
                  <a:lnTo>
                    <a:pt x="63741" y="4343"/>
                  </a:lnTo>
                  <a:lnTo>
                    <a:pt x="56388" y="4356"/>
                  </a:lnTo>
                  <a:lnTo>
                    <a:pt x="47371" y="4356"/>
                  </a:lnTo>
                  <a:lnTo>
                    <a:pt x="46609" y="4394"/>
                  </a:lnTo>
                  <a:lnTo>
                    <a:pt x="38582" y="5130"/>
                  </a:lnTo>
                  <a:lnTo>
                    <a:pt x="38354" y="5143"/>
                  </a:lnTo>
                  <a:lnTo>
                    <a:pt x="38785" y="5130"/>
                  </a:lnTo>
                  <a:lnTo>
                    <a:pt x="39116" y="5130"/>
                  </a:lnTo>
                  <a:lnTo>
                    <a:pt x="38354" y="5143"/>
                  </a:lnTo>
                  <a:lnTo>
                    <a:pt x="16624" y="5270"/>
                  </a:lnTo>
                  <a:lnTo>
                    <a:pt x="11557" y="5346"/>
                  </a:lnTo>
                  <a:lnTo>
                    <a:pt x="11938" y="5372"/>
                  </a:lnTo>
                  <a:lnTo>
                    <a:pt x="10998" y="5422"/>
                  </a:lnTo>
                  <a:lnTo>
                    <a:pt x="4445" y="5422"/>
                  </a:lnTo>
                  <a:lnTo>
                    <a:pt x="0" y="9867"/>
                  </a:lnTo>
                  <a:lnTo>
                    <a:pt x="0" y="20840"/>
                  </a:lnTo>
                  <a:lnTo>
                    <a:pt x="4445" y="25285"/>
                  </a:lnTo>
                  <a:lnTo>
                    <a:pt x="10769" y="25285"/>
                  </a:lnTo>
                  <a:lnTo>
                    <a:pt x="11938" y="25349"/>
                  </a:lnTo>
                  <a:lnTo>
                    <a:pt x="11557" y="25349"/>
                  </a:lnTo>
                  <a:lnTo>
                    <a:pt x="13906" y="25400"/>
                  </a:lnTo>
                  <a:lnTo>
                    <a:pt x="17005" y="28511"/>
                  </a:lnTo>
                  <a:lnTo>
                    <a:pt x="25273" y="28511"/>
                  </a:lnTo>
                  <a:lnTo>
                    <a:pt x="28244" y="25527"/>
                  </a:lnTo>
                  <a:lnTo>
                    <a:pt x="39230" y="25590"/>
                  </a:lnTo>
                  <a:lnTo>
                    <a:pt x="40132" y="25539"/>
                  </a:lnTo>
                  <a:lnTo>
                    <a:pt x="47917" y="24904"/>
                  </a:lnTo>
                  <a:lnTo>
                    <a:pt x="64770" y="24930"/>
                  </a:lnTo>
                  <a:lnTo>
                    <a:pt x="65443" y="24866"/>
                  </a:lnTo>
                  <a:lnTo>
                    <a:pt x="66548" y="24765"/>
                  </a:lnTo>
                  <a:lnTo>
                    <a:pt x="74676" y="23291"/>
                  </a:lnTo>
                  <a:lnTo>
                    <a:pt x="80822" y="22059"/>
                  </a:lnTo>
                  <a:lnTo>
                    <a:pt x="79883" y="22047"/>
                  </a:lnTo>
                  <a:lnTo>
                    <a:pt x="80835" y="22047"/>
                  </a:lnTo>
                  <a:lnTo>
                    <a:pt x="81788" y="21856"/>
                  </a:lnTo>
                  <a:lnTo>
                    <a:pt x="80822" y="22059"/>
                  </a:lnTo>
                  <a:lnTo>
                    <a:pt x="85674" y="22047"/>
                  </a:lnTo>
                  <a:lnTo>
                    <a:pt x="86944" y="21856"/>
                  </a:lnTo>
                  <a:lnTo>
                    <a:pt x="88684" y="21590"/>
                  </a:lnTo>
                  <a:lnTo>
                    <a:pt x="91846" y="20624"/>
                  </a:lnTo>
                  <a:lnTo>
                    <a:pt x="96012" y="20624"/>
                  </a:lnTo>
                  <a:lnTo>
                    <a:pt x="101727" y="20624"/>
                  </a:lnTo>
                  <a:lnTo>
                    <a:pt x="106299" y="16014"/>
                  </a:lnTo>
                  <a:lnTo>
                    <a:pt x="106299" y="10325"/>
                  </a:lnTo>
                  <a:lnTo>
                    <a:pt x="106299" y="4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8" name="Google Shape;438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46630" y="5973127"/>
              <a:ext cx="217043" cy="1741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9" name="Google Shape;439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07720" y="4841475"/>
            <a:ext cx="1757306" cy="103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80421" y="1615167"/>
            <a:ext cx="1844039" cy="108356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5"/>
          <p:cNvSpPr txBox="1"/>
          <p:nvPr/>
        </p:nvSpPr>
        <p:spPr>
          <a:xfrm>
            <a:off x="6540300" y="3146600"/>
            <a:ext cx="3666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Coefficient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Specular Light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 Factor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Surface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Smoothness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5"/>
          <p:cNvSpPr txBox="1"/>
          <p:nvPr/>
        </p:nvSpPr>
        <p:spPr>
          <a:xfrm>
            <a:off x="3457575" y="417275"/>
            <a:ext cx="30828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45"/>
          <p:cNvCxnSpPr/>
          <p:nvPr/>
        </p:nvCxnSpPr>
        <p:spPr>
          <a:xfrm flipH="1" rot="10800000">
            <a:off x="4312663" y="2000168"/>
            <a:ext cx="27300" cy="37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328" y="2255520"/>
            <a:ext cx="4933187" cy="271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5288" y="69070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8179" y="1376172"/>
            <a:ext cx="3067812" cy="64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9055" y="4028185"/>
            <a:ext cx="192531" cy="14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42019" y="4635246"/>
            <a:ext cx="90550" cy="11023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6"/>
          <p:cNvSpPr txBox="1"/>
          <p:nvPr/>
        </p:nvSpPr>
        <p:spPr>
          <a:xfrm>
            <a:off x="4378025" y="530500"/>
            <a:ext cx="40845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54688" y="2243461"/>
            <a:ext cx="840100" cy="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6"/>
          <p:cNvSpPr txBox="1"/>
          <p:nvPr/>
        </p:nvSpPr>
        <p:spPr>
          <a:xfrm>
            <a:off x="1062350" y="21702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R,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92750" y="3330954"/>
            <a:ext cx="2629458" cy="84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46"/>
          <p:cNvCxnSpPr>
            <a:stCxn id="453" idx="3"/>
          </p:cNvCxnSpPr>
          <p:nvPr/>
        </p:nvCxnSpPr>
        <p:spPr>
          <a:xfrm flipH="1" rot="10800000">
            <a:off x="8632569" y="2374964"/>
            <a:ext cx="537000" cy="23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9" name="Google Shape;459;p46"/>
          <p:cNvSpPr txBox="1"/>
          <p:nvPr/>
        </p:nvSpPr>
        <p:spPr>
          <a:xfrm>
            <a:off x="9054925" y="1942475"/>
            <a:ext cx="317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7"/>
          <p:cNvSpPr/>
          <p:nvPr/>
        </p:nvSpPr>
        <p:spPr>
          <a:xfrm>
            <a:off x="5176266" y="5712028"/>
            <a:ext cx="1261110" cy="81915"/>
          </a:xfrm>
          <a:custGeom>
            <a:rect b="b" l="l" r="r" t="t"/>
            <a:pathLst>
              <a:path extrusionOk="0" h="81914" w="1261110">
                <a:moveTo>
                  <a:pt x="956983" y="39166"/>
                </a:moveTo>
                <a:lnTo>
                  <a:pt x="63004" y="39179"/>
                </a:lnTo>
                <a:lnTo>
                  <a:pt x="43942" y="41440"/>
                </a:lnTo>
                <a:lnTo>
                  <a:pt x="28575" y="43091"/>
                </a:lnTo>
                <a:lnTo>
                  <a:pt x="17589" y="44716"/>
                </a:lnTo>
                <a:lnTo>
                  <a:pt x="11938" y="44894"/>
                </a:lnTo>
                <a:lnTo>
                  <a:pt x="5080" y="44894"/>
                </a:lnTo>
                <a:lnTo>
                  <a:pt x="0" y="50063"/>
                </a:lnTo>
                <a:lnTo>
                  <a:pt x="0" y="62826"/>
                </a:lnTo>
                <a:lnTo>
                  <a:pt x="5080" y="67995"/>
                </a:lnTo>
                <a:lnTo>
                  <a:pt x="10896" y="67995"/>
                </a:lnTo>
                <a:lnTo>
                  <a:pt x="24765" y="77139"/>
                </a:lnTo>
                <a:lnTo>
                  <a:pt x="24765" y="77279"/>
                </a:lnTo>
                <a:lnTo>
                  <a:pt x="28829" y="81343"/>
                </a:lnTo>
                <a:lnTo>
                  <a:pt x="38862" y="81343"/>
                </a:lnTo>
                <a:lnTo>
                  <a:pt x="42926" y="77279"/>
                </a:lnTo>
                <a:lnTo>
                  <a:pt x="42926" y="72288"/>
                </a:lnTo>
                <a:lnTo>
                  <a:pt x="42926" y="67284"/>
                </a:lnTo>
                <a:lnTo>
                  <a:pt x="41681" y="66052"/>
                </a:lnTo>
                <a:lnTo>
                  <a:pt x="46482" y="65646"/>
                </a:lnTo>
                <a:lnTo>
                  <a:pt x="65913" y="63627"/>
                </a:lnTo>
                <a:lnTo>
                  <a:pt x="116878" y="57632"/>
                </a:lnTo>
                <a:lnTo>
                  <a:pt x="147078" y="54432"/>
                </a:lnTo>
                <a:lnTo>
                  <a:pt x="199072" y="50914"/>
                </a:lnTo>
                <a:lnTo>
                  <a:pt x="214020" y="49822"/>
                </a:lnTo>
                <a:lnTo>
                  <a:pt x="213614" y="49822"/>
                </a:lnTo>
                <a:lnTo>
                  <a:pt x="214376" y="49796"/>
                </a:lnTo>
                <a:lnTo>
                  <a:pt x="214083" y="49822"/>
                </a:lnTo>
                <a:lnTo>
                  <a:pt x="216268" y="49796"/>
                </a:lnTo>
                <a:lnTo>
                  <a:pt x="248158" y="49491"/>
                </a:lnTo>
                <a:lnTo>
                  <a:pt x="386384" y="49479"/>
                </a:lnTo>
                <a:lnTo>
                  <a:pt x="422033" y="50914"/>
                </a:lnTo>
                <a:lnTo>
                  <a:pt x="464439" y="54495"/>
                </a:lnTo>
                <a:lnTo>
                  <a:pt x="465074" y="54533"/>
                </a:lnTo>
                <a:lnTo>
                  <a:pt x="515874" y="56007"/>
                </a:lnTo>
                <a:lnTo>
                  <a:pt x="733298" y="56121"/>
                </a:lnTo>
                <a:lnTo>
                  <a:pt x="770763" y="56121"/>
                </a:lnTo>
                <a:lnTo>
                  <a:pt x="772033" y="56057"/>
                </a:lnTo>
                <a:lnTo>
                  <a:pt x="803529" y="52920"/>
                </a:lnTo>
                <a:lnTo>
                  <a:pt x="804430" y="52870"/>
                </a:lnTo>
                <a:lnTo>
                  <a:pt x="828675" y="51511"/>
                </a:lnTo>
                <a:lnTo>
                  <a:pt x="836434" y="50876"/>
                </a:lnTo>
                <a:lnTo>
                  <a:pt x="850265" y="49745"/>
                </a:lnTo>
                <a:lnTo>
                  <a:pt x="903566" y="45173"/>
                </a:lnTo>
                <a:lnTo>
                  <a:pt x="903351" y="45173"/>
                </a:lnTo>
                <a:lnTo>
                  <a:pt x="904113" y="45110"/>
                </a:lnTo>
                <a:lnTo>
                  <a:pt x="903808" y="45148"/>
                </a:lnTo>
                <a:lnTo>
                  <a:pt x="904379" y="45110"/>
                </a:lnTo>
                <a:lnTo>
                  <a:pt x="910399" y="44742"/>
                </a:lnTo>
                <a:lnTo>
                  <a:pt x="911644" y="44665"/>
                </a:lnTo>
                <a:lnTo>
                  <a:pt x="932815" y="43370"/>
                </a:lnTo>
                <a:lnTo>
                  <a:pt x="934339" y="43205"/>
                </a:lnTo>
                <a:lnTo>
                  <a:pt x="944232" y="41440"/>
                </a:lnTo>
                <a:lnTo>
                  <a:pt x="956983" y="39166"/>
                </a:lnTo>
                <a:close/>
              </a:path>
              <a:path extrusionOk="0" h="81914" w="1261110">
                <a:moveTo>
                  <a:pt x="1261110" y="17221"/>
                </a:moveTo>
                <a:lnTo>
                  <a:pt x="1255268" y="11404"/>
                </a:lnTo>
                <a:lnTo>
                  <a:pt x="1252664" y="11404"/>
                </a:lnTo>
                <a:lnTo>
                  <a:pt x="1250569" y="9321"/>
                </a:lnTo>
                <a:lnTo>
                  <a:pt x="1243584" y="9321"/>
                </a:lnTo>
                <a:lnTo>
                  <a:pt x="1242822" y="9321"/>
                </a:lnTo>
                <a:lnTo>
                  <a:pt x="1241425" y="8699"/>
                </a:lnTo>
                <a:lnTo>
                  <a:pt x="1215783" y="2971"/>
                </a:lnTo>
                <a:lnTo>
                  <a:pt x="1216152" y="3022"/>
                </a:lnTo>
                <a:lnTo>
                  <a:pt x="1215390" y="2933"/>
                </a:lnTo>
                <a:lnTo>
                  <a:pt x="1215783" y="2971"/>
                </a:lnTo>
                <a:lnTo>
                  <a:pt x="1215542" y="2933"/>
                </a:lnTo>
                <a:lnTo>
                  <a:pt x="1206246" y="1549"/>
                </a:lnTo>
                <a:lnTo>
                  <a:pt x="1195070" y="114"/>
                </a:lnTo>
                <a:lnTo>
                  <a:pt x="1193419" y="12"/>
                </a:lnTo>
                <a:lnTo>
                  <a:pt x="1097280" y="0"/>
                </a:lnTo>
                <a:lnTo>
                  <a:pt x="1077468" y="0"/>
                </a:lnTo>
                <a:lnTo>
                  <a:pt x="1030859" y="3695"/>
                </a:lnTo>
                <a:lnTo>
                  <a:pt x="982649" y="11239"/>
                </a:lnTo>
                <a:lnTo>
                  <a:pt x="957453" y="12992"/>
                </a:lnTo>
                <a:lnTo>
                  <a:pt x="956056" y="13169"/>
                </a:lnTo>
                <a:lnTo>
                  <a:pt x="930490" y="17716"/>
                </a:lnTo>
                <a:lnTo>
                  <a:pt x="901700" y="19469"/>
                </a:lnTo>
                <a:lnTo>
                  <a:pt x="873836" y="22796"/>
                </a:lnTo>
                <a:lnTo>
                  <a:pt x="873633" y="22809"/>
                </a:lnTo>
                <a:lnTo>
                  <a:pt x="848233" y="24257"/>
                </a:lnTo>
                <a:lnTo>
                  <a:pt x="826643" y="26085"/>
                </a:lnTo>
                <a:lnTo>
                  <a:pt x="801497" y="27609"/>
                </a:lnTo>
                <a:lnTo>
                  <a:pt x="770115" y="30848"/>
                </a:lnTo>
                <a:lnTo>
                  <a:pt x="769975" y="30848"/>
                </a:lnTo>
                <a:lnTo>
                  <a:pt x="685038" y="30899"/>
                </a:lnTo>
                <a:lnTo>
                  <a:pt x="769493" y="30899"/>
                </a:lnTo>
                <a:lnTo>
                  <a:pt x="770509" y="30848"/>
                </a:lnTo>
                <a:lnTo>
                  <a:pt x="770750" y="30848"/>
                </a:lnTo>
                <a:lnTo>
                  <a:pt x="769493" y="30899"/>
                </a:lnTo>
                <a:lnTo>
                  <a:pt x="516255" y="30962"/>
                </a:lnTo>
                <a:lnTo>
                  <a:pt x="515874" y="30962"/>
                </a:lnTo>
                <a:lnTo>
                  <a:pt x="467194" y="29591"/>
                </a:lnTo>
                <a:lnTo>
                  <a:pt x="466102" y="29565"/>
                </a:lnTo>
                <a:lnTo>
                  <a:pt x="466471" y="29591"/>
                </a:lnTo>
                <a:lnTo>
                  <a:pt x="465836" y="29552"/>
                </a:lnTo>
                <a:lnTo>
                  <a:pt x="466102" y="29565"/>
                </a:lnTo>
                <a:lnTo>
                  <a:pt x="423164" y="25971"/>
                </a:lnTo>
                <a:lnTo>
                  <a:pt x="386588" y="24523"/>
                </a:lnTo>
                <a:lnTo>
                  <a:pt x="282194" y="24511"/>
                </a:lnTo>
                <a:lnTo>
                  <a:pt x="247904" y="24523"/>
                </a:lnTo>
                <a:lnTo>
                  <a:pt x="213360" y="24904"/>
                </a:lnTo>
                <a:lnTo>
                  <a:pt x="212598" y="24930"/>
                </a:lnTo>
                <a:lnTo>
                  <a:pt x="182041" y="27165"/>
                </a:lnTo>
                <a:lnTo>
                  <a:pt x="144907" y="29692"/>
                </a:lnTo>
                <a:lnTo>
                  <a:pt x="114046" y="32956"/>
                </a:lnTo>
                <a:lnTo>
                  <a:pt x="63119" y="39166"/>
                </a:lnTo>
                <a:lnTo>
                  <a:pt x="956983" y="39166"/>
                </a:lnTo>
                <a:lnTo>
                  <a:pt x="959700" y="38684"/>
                </a:lnTo>
                <a:lnTo>
                  <a:pt x="959993" y="38633"/>
                </a:lnTo>
                <a:lnTo>
                  <a:pt x="961618" y="38519"/>
                </a:lnTo>
                <a:lnTo>
                  <a:pt x="985139" y="36893"/>
                </a:lnTo>
                <a:lnTo>
                  <a:pt x="986663" y="36703"/>
                </a:lnTo>
                <a:lnTo>
                  <a:pt x="1010754" y="32143"/>
                </a:lnTo>
                <a:lnTo>
                  <a:pt x="1011428" y="32016"/>
                </a:lnTo>
                <a:lnTo>
                  <a:pt x="1010920" y="32118"/>
                </a:lnTo>
                <a:lnTo>
                  <a:pt x="1011694" y="32016"/>
                </a:lnTo>
                <a:lnTo>
                  <a:pt x="1020279" y="30962"/>
                </a:lnTo>
                <a:lnTo>
                  <a:pt x="1073099" y="26085"/>
                </a:lnTo>
                <a:lnTo>
                  <a:pt x="1192555" y="25755"/>
                </a:lnTo>
                <a:lnTo>
                  <a:pt x="1202690" y="27063"/>
                </a:lnTo>
                <a:lnTo>
                  <a:pt x="1202855" y="27089"/>
                </a:lnTo>
                <a:lnTo>
                  <a:pt x="1212342" y="28498"/>
                </a:lnTo>
                <a:lnTo>
                  <a:pt x="1220368" y="29222"/>
                </a:lnTo>
                <a:lnTo>
                  <a:pt x="1224864" y="30353"/>
                </a:lnTo>
                <a:lnTo>
                  <a:pt x="1224534" y="30238"/>
                </a:lnTo>
                <a:lnTo>
                  <a:pt x="1225169" y="30416"/>
                </a:lnTo>
                <a:lnTo>
                  <a:pt x="1228737" y="31534"/>
                </a:lnTo>
                <a:lnTo>
                  <a:pt x="1228598" y="31470"/>
                </a:lnTo>
                <a:lnTo>
                  <a:pt x="1229233" y="31673"/>
                </a:lnTo>
                <a:lnTo>
                  <a:pt x="1228737" y="31534"/>
                </a:lnTo>
                <a:lnTo>
                  <a:pt x="1229144" y="31673"/>
                </a:lnTo>
                <a:lnTo>
                  <a:pt x="1229893" y="31953"/>
                </a:lnTo>
                <a:lnTo>
                  <a:pt x="1232154" y="34251"/>
                </a:lnTo>
                <a:lnTo>
                  <a:pt x="1230503" y="35928"/>
                </a:lnTo>
                <a:lnTo>
                  <a:pt x="1230503" y="43840"/>
                </a:lnTo>
                <a:lnTo>
                  <a:pt x="1233678" y="47040"/>
                </a:lnTo>
                <a:lnTo>
                  <a:pt x="1241679" y="47040"/>
                </a:lnTo>
                <a:lnTo>
                  <a:pt x="1242009" y="46710"/>
                </a:lnTo>
                <a:lnTo>
                  <a:pt x="1244346" y="46507"/>
                </a:lnTo>
                <a:lnTo>
                  <a:pt x="1250061" y="44284"/>
                </a:lnTo>
                <a:lnTo>
                  <a:pt x="1251521" y="43180"/>
                </a:lnTo>
                <a:lnTo>
                  <a:pt x="1254125" y="43180"/>
                </a:lnTo>
                <a:lnTo>
                  <a:pt x="1259713" y="37668"/>
                </a:lnTo>
                <a:lnTo>
                  <a:pt x="1259713" y="32969"/>
                </a:lnTo>
                <a:lnTo>
                  <a:pt x="1261110" y="31584"/>
                </a:lnTo>
                <a:lnTo>
                  <a:pt x="1261110" y="25120"/>
                </a:lnTo>
                <a:lnTo>
                  <a:pt x="1261110" y="24409"/>
                </a:lnTo>
                <a:lnTo>
                  <a:pt x="1261110" y="24168"/>
                </a:lnTo>
                <a:lnTo>
                  <a:pt x="1261110" y="17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7"/>
          <p:cNvSpPr/>
          <p:nvPr/>
        </p:nvSpPr>
        <p:spPr>
          <a:xfrm>
            <a:off x="6652641" y="6226848"/>
            <a:ext cx="655955" cy="52705"/>
          </a:xfrm>
          <a:custGeom>
            <a:rect b="b" l="l" r="r" t="t"/>
            <a:pathLst>
              <a:path extrusionOk="0" h="52704" w="655954">
                <a:moveTo>
                  <a:pt x="312356" y="31229"/>
                </a:moveTo>
                <a:lnTo>
                  <a:pt x="77724" y="31229"/>
                </a:lnTo>
                <a:lnTo>
                  <a:pt x="60363" y="30708"/>
                </a:lnTo>
                <a:lnTo>
                  <a:pt x="56845" y="30607"/>
                </a:lnTo>
                <a:lnTo>
                  <a:pt x="56705" y="30581"/>
                </a:lnTo>
                <a:lnTo>
                  <a:pt x="40233" y="28028"/>
                </a:lnTo>
                <a:lnTo>
                  <a:pt x="39497" y="27914"/>
                </a:lnTo>
                <a:lnTo>
                  <a:pt x="40005" y="28028"/>
                </a:lnTo>
                <a:lnTo>
                  <a:pt x="19113" y="23710"/>
                </a:lnTo>
                <a:lnTo>
                  <a:pt x="18161" y="22733"/>
                </a:lnTo>
                <a:lnTo>
                  <a:pt x="17068" y="22733"/>
                </a:lnTo>
                <a:lnTo>
                  <a:pt x="16637" y="22301"/>
                </a:lnTo>
                <a:lnTo>
                  <a:pt x="16497" y="22301"/>
                </a:lnTo>
                <a:lnTo>
                  <a:pt x="16129" y="21932"/>
                </a:lnTo>
                <a:lnTo>
                  <a:pt x="15989" y="21932"/>
                </a:lnTo>
                <a:lnTo>
                  <a:pt x="15621" y="21551"/>
                </a:lnTo>
                <a:lnTo>
                  <a:pt x="4572" y="21551"/>
                </a:lnTo>
                <a:lnTo>
                  <a:pt x="0" y="26047"/>
                </a:lnTo>
                <a:lnTo>
                  <a:pt x="0" y="37122"/>
                </a:lnTo>
                <a:lnTo>
                  <a:pt x="4572" y="41617"/>
                </a:lnTo>
                <a:lnTo>
                  <a:pt x="8534" y="41617"/>
                </a:lnTo>
                <a:lnTo>
                  <a:pt x="11811" y="42621"/>
                </a:lnTo>
                <a:lnTo>
                  <a:pt x="14859" y="43370"/>
                </a:lnTo>
                <a:lnTo>
                  <a:pt x="14859" y="43840"/>
                </a:lnTo>
                <a:lnTo>
                  <a:pt x="18288" y="47371"/>
                </a:lnTo>
                <a:lnTo>
                  <a:pt x="27051" y="47371"/>
                </a:lnTo>
                <a:lnTo>
                  <a:pt x="27978" y="46418"/>
                </a:lnTo>
                <a:lnTo>
                  <a:pt x="35687" y="48133"/>
                </a:lnTo>
                <a:lnTo>
                  <a:pt x="77470" y="52108"/>
                </a:lnTo>
                <a:lnTo>
                  <a:pt x="134239" y="52273"/>
                </a:lnTo>
                <a:lnTo>
                  <a:pt x="135255" y="52235"/>
                </a:lnTo>
                <a:lnTo>
                  <a:pt x="176276" y="48666"/>
                </a:lnTo>
                <a:lnTo>
                  <a:pt x="244106" y="39916"/>
                </a:lnTo>
                <a:lnTo>
                  <a:pt x="286512" y="34277"/>
                </a:lnTo>
                <a:lnTo>
                  <a:pt x="312356" y="31229"/>
                </a:lnTo>
                <a:close/>
              </a:path>
              <a:path extrusionOk="0" h="52704" w="655954">
                <a:moveTo>
                  <a:pt x="655828" y="8801"/>
                </a:moveTo>
                <a:lnTo>
                  <a:pt x="651383" y="4356"/>
                </a:lnTo>
                <a:lnTo>
                  <a:pt x="640334" y="4356"/>
                </a:lnTo>
                <a:lnTo>
                  <a:pt x="639546" y="5143"/>
                </a:lnTo>
                <a:lnTo>
                  <a:pt x="634873" y="5054"/>
                </a:lnTo>
                <a:lnTo>
                  <a:pt x="583577" y="5054"/>
                </a:lnTo>
                <a:lnTo>
                  <a:pt x="574344" y="3797"/>
                </a:lnTo>
                <a:lnTo>
                  <a:pt x="574141" y="3771"/>
                </a:lnTo>
                <a:lnTo>
                  <a:pt x="573874" y="3721"/>
                </a:lnTo>
                <a:lnTo>
                  <a:pt x="562483" y="1612"/>
                </a:lnTo>
                <a:lnTo>
                  <a:pt x="561594" y="1485"/>
                </a:lnTo>
                <a:lnTo>
                  <a:pt x="546735" y="50"/>
                </a:lnTo>
                <a:lnTo>
                  <a:pt x="545719" y="0"/>
                </a:lnTo>
                <a:lnTo>
                  <a:pt x="412496" y="0"/>
                </a:lnTo>
                <a:lnTo>
                  <a:pt x="338582" y="6553"/>
                </a:lnTo>
                <a:lnTo>
                  <a:pt x="283718" y="13055"/>
                </a:lnTo>
                <a:lnTo>
                  <a:pt x="224409" y="20980"/>
                </a:lnTo>
                <a:lnTo>
                  <a:pt x="611352" y="20980"/>
                </a:lnTo>
                <a:lnTo>
                  <a:pt x="224307" y="20993"/>
                </a:lnTo>
                <a:lnTo>
                  <a:pt x="174371" y="27457"/>
                </a:lnTo>
                <a:lnTo>
                  <a:pt x="134200" y="31026"/>
                </a:lnTo>
                <a:lnTo>
                  <a:pt x="133350" y="31089"/>
                </a:lnTo>
                <a:lnTo>
                  <a:pt x="133934" y="31064"/>
                </a:lnTo>
                <a:lnTo>
                  <a:pt x="134200" y="31064"/>
                </a:lnTo>
                <a:lnTo>
                  <a:pt x="133756" y="31064"/>
                </a:lnTo>
                <a:lnTo>
                  <a:pt x="103759" y="31127"/>
                </a:lnTo>
                <a:lnTo>
                  <a:pt x="77470" y="31216"/>
                </a:lnTo>
                <a:lnTo>
                  <a:pt x="312458" y="31216"/>
                </a:lnTo>
                <a:lnTo>
                  <a:pt x="313537" y="31089"/>
                </a:lnTo>
                <a:lnTo>
                  <a:pt x="313855" y="31051"/>
                </a:lnTo>
                <a:lnTo>
                  <a:pt x="341007" y="27838"/>
                </a:lnTo>
                <a:lnTo>
                  <a:pt x="340868" y="27838"/>
                </a:lnTo>
                <a:lnTo>
                  <a:pt x="344170" y="27508"/>
                </a:lnTo>
                <a:lnTo>
                  <a:pt x="384048" y="23520"/>
                </a:lnTo>
                <a:lnTo>
                  <a:pt x="413029" y="21412"/>
                </a:lnTo>
                <a:lnTo>
                  <a:pt x="545198" y="21412"/>
                </a:lnTo>
                <a:lnTo>
                  <a:pt x="558876" y="22745"/>
                </a:lnTo>
                <a:lnTo>
                  <a:pt x="570865" y="24892"/>
                </a:lnTo>
                <a:lnTo>
                  <a:pt x="581406" y="26327"/>
                </a:lnTo>
                <a:lnTo>
                  <a:pt x="582803" y="26428"/>
                </a:lnTo>
                <a:lnTo>
                  <a:pt x="602754" y="26428"/>
                </a:lnTo>
                <a:lnTo>
                  <a:pt x="602107" y="27063"/>
                </a:lnTo>
                <a:lnTo>
                  <a:pt x="602107" y="33223"/>
                </a:lnTo>
                <a:lnTo>
                  <a:pt x="604647" y="35712"/>
                </a:lnTo>
                <a:lnTo>
                  <a:pt x="610743" y="35712"/>
                </a:lnTo>
                <a:lnTo>
                  <a:pt x="611733" y="34734"/>
                </a:lnTo>
                <a:lnTo>
                  <a:pt x="623570" y="31076"/>
                </a:lnTo>
                <a:lnTo>
                  <a:pt x="623735" y="31051"/>
                </a:lnTo>
                <a:lnTo>
                  <a:pt x="635266" y="27673"/>
                </a:lnTo>
                <a:lnTo>
                  <a:pt x="638937" y="27673"/>
                </a:lnTo>
                <a:lnTo>
                  <a:pt x="640270" y="26339"/>
                </a:lnTo>
                <a:lnTo>
                  <a:pt x="640969" y="26327"/>
                </a:lnTo>
                <a:lnTo>
                  <a:pt x="644906" y="26111"/>
                </a:lnTo>
                <a:lnTo>
                  <a:pt x="648639" y="24257"/>
                </a:lnTo>
                <a:lnTo>
                  <a:pt x="651383" y="24257"/>
                </a:lnTo>
                <a:lnTo>
                  <a:pt x="655828" y="19799"/>
                </a:lnTo>
                <a:lnTo>
                  <a:pt x="655828" y="14300"/>
                </a:lnTo>
                <a:lnTo>
                  <a:pt x="655828" y="88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7"/>
          <p:cNvSpPr/>
          <p:nvPr/>
        </p:nvSpPr>
        <p:spPr>
          <a:xfrm>
            <a:off x="7383272" y="6200266"/>
            <a:ext cx="314960" cy="190500"/>
          </a:xfrm>
          <a:custGeom>
            <a:rect b="b" l="l" r="r" t="t"/>
            <a:pathLst>
              <a:path extrusionOk="0" h="190500" w="314959">
                <a:moveTo>
                  <a:pt x="230632" y="4432"/>
                </a:moveTo>
                <a:lnTo>
                  <a:pt x="227457" y="1155"/>
                </a:lnTo>
                <a:lnTo>
                  <a:pt x="224510" y="1155"/>
                </a:lnTo>
                <a:lnTo>
                  <a:pt x="224409" y="546"/>
                </a:lnTo>
                <a:lnTo>
                  <a:pt x="220472" y="25"/>
                </a:lnTo>
                <a:lnTo>
                  <a:pt x="218440" y="0"/>
                </a:lnTo>
                <a:lnTo>
                  <a:pt x="209550" y="977"/>
                </a:lnTo>
                <a:lnTo>
                  <a:pt x="196342" y="2743"/>
                </a:lnTo>
                <a:lnTo>
                  <a:pt x="180086" y="5283"/>
                </a:lnTo>
                <a:lnTo>
                  <a:pt x="162687" y="7683"/>
                </a:lnTo>
                <a:lnTo>
                  <a:pt x="212801" y="7683"/>
                </a:lnTo>
                <a:lnTo>
                  <a:pt x="162585" y="7696"/>
                </a:lnTo>
                <a:lnTo>
                  <a:pt x="162179" y="7747"/>
                </a:lnTo>
                <a:lnTo>
                  <a:pt x="162547" y="7696"/>
                </a:lnTo>
                <a:lnTo>
                  <a:pt x="142976" y="9474"/>
                </a:lnTo>
                <a:lnTo>
                  <a:pt x="56007" y="9131"/>
                </a:lnTo>
                <a:lnTo>
                  <a:pt x="41021" y="9169"/>
                </a:lnTo>
                <a:lnTo>
                  <a:pt x="35052" y="9169"/>
                </a:lnTo>
                <a:lnTo>
                  <a:pt x="34353" y="9169"/>
                </a:lnTo>
                <a:lnTo>
                  <a:pt x="22225" y="9093"/>
                </a:lnTo>
                <a:lnTo>
                  <a:pt x="17272" y="13982"/>
                </a:lnTo>
                <a:lnTo>
                  <a:pt x="17272" y="26035"/>
                </a:lnTo>
                <a:lnTo>
                  <a:pt x="22225" y="30911"/>
                </a:lnTo>
                <a:lnTo>
                  <a:pt x="25514" y="30911"/>
                </a:lnTo>
                <a:lnTo>
                  <a:pt x="33223" y="35064"/>
                </a:lnTo>
                <a:lnTo>
                  <a:pt x="36957" y="38836"/>
                </a:lnTo>
                <a:lnTo>
                  <a:pt x="49022" y="38836"/>
                </a:lnTo>
                <a:lnTo>
                  <a:pt x="53848" y="33947"/>
                </a:lnTo>
                <a:lnTo>
                  <a:pt x="53848" y="30873"/>
                </a:lnTo>
                <a:lnTo>
                  <a:pt x="69977" y="30873"/>
                </a:lnTo>
                <a:lnTo>
                  <a:pt x="143510" y="30530"/>
                </a:lnTo>
                <a:lnTo>
                  <a:pt x="183515" y="24574"/>
                </a:lnTo>
                <a:lnTo>
                  <a:pt x="187248" y="23837"/>
                </a:lnTo>
                <a:lnTo>
                  <a:pt x="174498" y="32918"/>
                </a:lnTo>
                <a:lnTo>
                  <a:pt x="173863" y="32918"/>
                </a:lnTo>
                <a:lnTo>
                  <a:pt x="172593" y="34226"/>
                </a:lnTo>
                <a:lnTo>
                  <a:pt x="172593" y="37465"/>
                </a:lnTo>
                <a:lnTo>
                  <a:pt x="173863" y="38773"/>
                </a:lnTo>
                <a:lnTo>
                  <a:pt x="177038" y="38773"/>
                </a:lnTo>
                <a:lnTo>
                  <a:pt x="177774" y="38087"/>
                </a:lnTo>
                <a:lnTo>
                  <a:pt x="195072" y="31305"/>
                </a:lnTo>
                <a:lnTo>
                  <a:pt x="211582" y="23469"/>
                </a:lnTo>
                <a:lnTo>
                  <a:pt x="212217" y="23139"/>
                </a:lnTo>
                <a:lnTo>
                  <a:pt x="222707" y="16662"/>
                </a:lnTo>
                <a:lnTo>
                  <a:pt x="220802" y="16903"/>
                </a:lnTo>
                <a:lnTo>
                  <a:pt x="212725" y="18732"/>
                </a:lnTo>
                <a:lnTo>
                  <a:pt x="220611" y="16941"/>
                </a:lnTo>
                <a:lnTo>
                  <a:pt x="220802" y="16903"/>
                </a:lnTo>
                <a:lnTo>
                  <a:pt x="221551" y="16802"/>
                </a:lnTo>
                <a:lnTo>
                  <a:pt x="222707" y="16662"/>
                </a:lnTo>
                <a:lnTo>
                  <a:pt x="224409" y="16433"/>
                </a:lnTo>
                <a:lnTo>
                  <a:pt x="224167" y="15824"/>
                </a:lnTo>
                <a:lnTo>
                  <a:pt x="227457" y="15824"/>
                </a:lnTo>
                <a:lnTo>
                  <a:pt x="230632" y="12534"/>
                </a:lnTo>
                <a:lnTo>
                  <a:pt x="230632" y="8483"/>
                </a:lnTo>
                <a:lnTo>
                  <a:pt x="230632" y="4432"/>
                </a:lnTo>
                <a:close/>
              </a:path>
              <a:path extrusionOk="0" h="190500" w="314959">
                <a:moveTo>
                  <a:pt x="265633" y="43815"/>
                </a:moveTo>
                <a:lnTo>
                  <a:pt x="262128" y="43472"/>
                </a:lnTo>
                <a:lnTo>
                  <a:pt x="261366" y="43434"/>
                </a:lnTo>
                <a:lnTo>
                  <a:pt x="253492" y="43205"/>
                </a:lnTo>
                <a:lnTo>
                  <a:pt x="229108" y="43091"/>
                </a:lnTo>
                <a:lnTo>
                  <a:pt x="213614" y="43815"/>
                </a:lnTo>
                <a:lnTo>
                  <a:pt x="265633" y="43815"/>
                </a:lnTo>
                <a:close/>
              </a:path>
              <a:path extrusionOk="0" h="190500" w="314959">
                <a:moveTo>
                  <a:pt x="277368" y="48514"/>
                </a:moveTo>
                <a:lnTo>
                  <a:pt x="273685" y="44780"/>
                </a:lnTo>
                <a:lnTo>
                  <a:pt x="270649" y="44780"/>
                </a:lnTo>
                <a:lnTo>
                  <a:pt x="270256" y="44627"/>
                </a:lnTo>
                <a:lnTo>
                  <a:pt x="267843" y="44030"/>
                </a:lnTo>
                <a:lnTo>
                  <a:pt x="265760" y="43827"/>
                </a:lnTo>
                <a:lnTo>
                  <a:pt x="265633" y="43815"/>
                </a:lnTo>
                <a:lnTo>
                  <a:pt x="213106" y="43827"/>
                </a:lnTo>
                <a:lnTo>
                  <a:pt x="213614" y="43815"/>
                </a:lnTo>
                <a:lnTo>
                  <a:pt x="213372" y="43815"/>
                </a:lnTo>
                <a:lnTo>
                  <a:pt x="197104" y="43815"/>
                </a:lnTo>
                <a:lnTo>
                  <a:pt x="195580" y="43916"/>
                </a:lnTo>
                <a:lnTo>
                  <a:pt x="176276" y="46786"/>
                </a:lnTo>
                <a:lnTo>
                  <a:pt x="262432" y="46786"/>
                </a:lnTo>
                <a:lnTo>
                  <a:pt x="176174" y="46799"/>
                </a:lnTo>
                <a:lnTo>
                  <a:pt x="155321" y="49669"/>
                </a:lnTo>
                <a:lnTo>
                  <a:pt x="134239" y="51828"/>
                </a:lnTo>
                <a:lnTo>
                  <a:pt x="133223" y="51968"/>
                </a:lnTo>
                <a:lnTo>
                  <a:pt x="111633" y="56299"/>
                </a:lnTo>
                <a:lnTo>
                  <a:pt x="111887" y="56235"/>
                </a:lnTo>
                <a:lnTo>
                  <a:pt x="111518" y="56299"/>
                </a:lnTo>
                <a:lnTo>
                  <a:pt x="91059" y="59893"/>
                </a:lnTo>
                <a:lnTo>
                  <a:pt x="72491" y="62750"/>
                </a:lnTo>
                <a:lnTo>
                  <a:pt x="53975" y="64274"/>
                </a:lnTo>
                <a:lnTo>
                  <a:pt x="38481" y="66560"/>
                </a:lnTo>
                <a:lnTo>
                  <a:pt x="25577" y="67970"/>
                </a:lnTo>
                <a:lnTo>
                  <a:pt x="20701" y="67970"/>
                </a:lnTo>
                <a:lnTo>
                  <a:pt x="19850" y="68821"/>
                </a:lnTo>
                <a:lnTo>
                  <a:pt x="15557" y="69469"/>
                </a:lnTo>
                <a:lnTo>
                  <a:pt x="11049" y="69469"/>
                </a:lnTo>
                <a:lnTo>
                  <a:pt x="9702" y="70802"/>
                </a:lnTo>
                <a:lnTo>
                  <a:pt x="9118" y="70942"/>
                </a:lnTo>
                <a:lnTo>
                  <a:pt x="4953" y="70942"/>
                </a:lnTo>
                <a:lnTo>
                  <a:pt x="4318" y="70967"/>
                </a:lnTo>
                <a:lnTo>
                  <a:pt x="0" y="75222"/>
                </a:lnTo>
                <a:lnTo>
                  <a:pt x="0" y="85737"/>
                </a:lnTo>
                <a:lnTo>
                  <a:pt x="4318" y="90004"/>
                </a:lnTo>
                <a:lnTo>
                  <a:pt x="4914" y="90004"/>
                </a:lnTo>
                <a:lnTo>
                  <a:pt x="6629" y="90030"/>
                </a:lnTo>
                <a:lnTo>
                  <a:pt x="7620" y="90678"/>
                </a:lnTo>
                <a:lnTo>
                  <a:pt x="11811" y="95034"/>
                </a:lnTo>
                <a:lnTo>
                  <a:pt x="22352" y="95034"/>
                </a:lnTo>
                <a:lnTo>
                  <a:pt x="26543" y="90779"/>
                </a:lnTo>
                <a:lnTo>
                  <a:pt x="26543" y="87287"/>
                </a:lnTo>
                <a:lnTo>
                  <a:pt x="26784" y="87249"/>
                </a:lnTo>
                <a:lnTo>
                  <a:pt x="31369" y="87249"/>
                </a:lnTo>
                <a:lnTo>
                  <a:pt x="31915" y="86702"/>
                </a:lnTo>
                <a:lnTo>
                  <a:pt x="41148" y="85750"/>
                </a:lnTo>
                <a:lnTo>
                  <a:pt x="56146" y="83781"/>
                </a:lnTo>
                <a:lnTo>
                  <a:pt x="56349" y="83756"/>
                </a:lnTo>
                <a:lnTo>
                  <a:pt x="56857" y="83718"/>
                </a:lnTo>
                <a:lnTo>
                  <a:pt x="74422" y="82410"/>
                </a:lnTo>
                <a:lnTo>
                  <a:pt x="94361" y="79463"/>
                </a:lnTo>
                <a:lnTo>
                  <a:pt x="115570" y="75869"/>
                </a:lnTo>
                <a:lnTo>
                  <a:pt x="132118" y="72567"/>
                </a:lnTo>
                <a:lnTo>
                  <a:pt x="136448" y="71704"/>
                </a:lnTo>
                <a:lnTo>
                  <a:pt x="136753" y="71653"/>
                </a:lnTo>
                <a:lnTo>
                  <a:pt x="137553" y="71564"/>
                </a:lnTo>
                <a:lnTo>
                  <a:pt x="143764" y="70954"/>
                </a:lnTo>
                <a:lnTo>
                  <a:pt x="158115" y="69545"/>
                </a:lnTo>
                <a:lnTo>
                  <a:pt x="179070" y="66649"/>
                </a:lnTo>
                <a:lnTo>
                  <a:pt x="197726" y="63881"/>
                </a:lnTo>
                <a:lnTo>
                  <a:pt x="214122" y="63868"/>
                </a:lnTo>
                <a:lnTo>
                  <a:pt x="216293" y="63766"/>
                </a:lnTo>
                <a:lnTo>
                  <a:pt x="229336" y="63157"/>
                </a:lnTo>
                <a:lnTo>
                  <a:pt x="229616" y="63144"/>
                </a:lnTo>
                <a:lnTo>
                  <a:pt x="233413" y="63144"/>
                </a:lnTo>
                <a:lnTo>
                  <a:pt x="253238" y="63042"/>
                </a:lnTo>
                <a:lnTo>
                  <a:pt x="261620" y="62801"/>
                </a:lnTo>
                <a:lnTo>
                  <a:pt x="262128" y="62776"/>
                </a:lnTo>
                <a:lnTo>
                  <a:pt x="262775" y="62712"/>
                </a:lnTo>
                <a:lnTo>
                  <a:pt x="265823" y="62420"/>
                </a:lnTo>
                <a:lnTo>
                  <a:pt x="266827" y="63449"/>
                </a:lnTo>
                <a:lnTo>
                  <a:pt x="272669" y="63449"/>
                </a:lnTo>
                <a:lnTo>
                  <a:pt x="275082" y="61087"/>
                </a:lnTo>
                <a:lnTo>
                  <a:pt x="275082" y="60058"/>
                </a:lnTo>
                <a:lnTo>
                  <a:pt x="277368" y="57734"/>
                </a:lnTo>
                <a:lnTo>
                  <a:pt x="277368" y="53124"/>
                </a:lnTo>
                <a:lnTo>
                  <a:pt x="277368" y="48514"/>
                </a:lnTo>
                <a:close/>
              </a:path>
              <a:path extrusionOk="0" h="190500" w="314959">
                <a:moveTo>
                  <a:pt x="304190" y="143624"/>
                </a:moveTo>
                <a:lnTo>
                  <a:pt x="187934" y="143637"/>
                </a:lnTo>
                <a:lnTo>
                  <a:pt x="164846" y="146456"/>
                </a:lnTo>
                <a:lnTo>
                  <a:pt x="143522" y="149961"/>
                </a:lnTo>
                <a:lnTo>
                  <a:pt x="143370" y="149987"/>
                </a:lnTo>
                <a:lnTo>
                  <a:pt x="122428" y="152857"/>
                </a:lnTo>
                <a:lnTo>
                  <a:pt x="104495" y="155600"/>
                </a:lnTo>
                <a:lnTo>
                  <a:pt x="99695" y="155600"/>
                </a:lnTo>
                <a:lnTo>
                  <a:pt x="98399" y="156895"/>
                </a:lnTo>
                <a:lnTo>
                  <a:pt x="88239" y="159194"/>
                </a:lnTo>
                <a:lnTo>
                  <a:pt x="83820" y="159194"/>
                </a:lnTo>
                <a:lnTo>
                  <a:pt x="80772" y="162242"/>
                </a:lnTo>
                <a:lnTo>
                  <a:pt x="64706" y="170002"/>
                </a:lnTo>
                <a:lnTo>
                  <a:pt x="61468" y="170002"/>
                </a:lnTo>
                <a:lnTo>
                  <a:pt x="56896" y="174561"/>
                </a:lnTo>
                <a:lnTo>
                  <a:pt x="56896" y="185826"/>
                </a:lnTo>
                <a:lnTo>
                  <a:pt x="61468" y="190411"/>
                </a:lnTo>
                <a:lnTo>
                  <a:pt x="72771" y="190411"/>
                </a:lnTo>
                <a:lnTo>
                  <a:pt x="75920" y="187261"/>
                </a:lnTo>
                <a:lnTo>
                  <a:pt x="91706" y="179616"/>
                </a:lnTo>
                <a:lnTo>
                  <a:pt x="95123" y="179616"/>
                </a:lnTo>
                <a:lnTo>
                  <a:pt x="96456" y="178282"/>
                </a:lnTo>
                <a:lnTo>
                  <a:pt x="106438" y="176009"/>
                </a:lnTo>
                <a:lnTo>
                  <a:pt x="110871" y="176009"/>
                </a:lnTo>
                <a:lnTo>
                  <a:pt x="111747" y="175133"/>
                </a:lnTo>
                <a:lnTo>
                  <a:pt x="125437" y="173012"/>
                </a:lnTo>
                <a:lnTo>
                  <a:pt x="146304" y="170129"/>
                </a:lnTo>
                <a:lnTo>
                  <a:pt x="167767" y="166484"/>
                </a:lnTo>
                <a:lnTo>
                  <a:pt x="168249" y="166420"/>
                </a:lnTo>
                <a:lnTo>
                  <a:pt x="190754" y="163461"/>
                </a:lnTo>
                <a:lnTo>
                  <a:pt x="213575" y="159778"/>
                </a:lnTo>
                <a:lnTo>
                  <a:pt x="236220" y="156641"/>
                </a:lnTo>
                <a:lnTo>
                  <a:pt x="257683" y="152717"/>
                </a:lnTo>
                <a:lnTo>
                  <a:pt x="268960" y="149961"/>
                </a:lnTo>
                <a:lnTo>
                  <a:pt x="275767" y="148297"/>
                </a:lnTo>
                <a:lnTo>
                  <a:pt x="276161" y="148209"/>
                </a:lnTo>
                <a:lnTo>
                  <a:pt x="275590" y="148297"/>
                </a:lnTo>
                <a:lnTo>
                  <a:pt x="276352" y="148158"/>
                </a:lnTo>
                <a:lnTo>
                  <a:pt x="276161" y="148209"/>
                </a:lnTo>
                <a:lnTo>
                  <a:pt x="276428" y="148158"/>
                </a:lnTo>
                <a:lnTo>
                  <a:pt x="301498" y="143967"/>
                </a:lnTo>
                <a:lnTo>
                  <a:pt x="301840" y="143916"/>
                </a:lnTo>
                <a:lnTo>
                  <a:pt x="304190" y="143624"/>
                </a:lnTo>
                <a:close/>
              </a:path>
              <a:path extrusionOk="0" h="190500" w="314959">
                <a:moveTo>
                  <a:pt x="314706" y="131826"/>
                </a:moveTo>
                <a:lnTo>
                  <a:pt x="311658" y="128803"/>
                </a:lnTo>
                <a:lnTo>
                  <a:pt x="309727" y="128803"/>
                </a:lnTo>
                <a:lnTo>
                  <a:pt x="306705" y="127800"/>
                </a:lnTo>
                <a:lnTo>
                  <a:pt x="301371" y="127165"/>
                </a:lnTo>
                <a:lnTo>
                  <a:pt x="299720" y="127139"/>
                </a:lnTo>
                <a:lnTo>
                  <a:pt x="288163" y="128143"/>
                </a:lnTo>
                <a:lnTo>
                  <a:pt x="273050" y="129971"/>
                </a:lnTo>
                <a:lnTo>
                  <a:pt x="272161" y="130124"/>
                </a:lnTo>
                <a:lnTo>
                  <a:pt x="253479" y="134175"/>
                </a:lnTo>
                <a:lnTo>
                  <a:pt x="233299" y="137439"/>
                </a:lnTo>
                <a:lnTo>
                  <a:pt x="233172" y="137464"/>
                </a:lnTo>
                <a:lnTo>
                  <a:pt x="233032" y="137477"/>
                </a:lnTo>
                <a:lnTo>
                  <a:pt x="210947" y="140119"/>
                </a:lnTo>
                <a:lnTo>
                  <a:pt x="188010" y="143624"/>
                </a:lnTo>
                <a:lnTo>
                  <a:pt x="304190" y="143624"/>
                </a:lnTo>
                <a:lnTo>
                  <a:pt x="306705" y="143319"/>
                </a:lnTo>
                <a:lnTo>
                  <a:pt x="309626" y="142379"/>
                </a:lnTo>
                <a:lnTo>
                  <a:pt x="311658" y="142328"/>
                </a:lnTo>
                <a:lnTo>
                  <a:pt x="314706" y="139293"/>
                </a:lnTo>
                <a:lnTo>
                  <a:pt x="314706" y="135559"/>
                </a:lnTo>
                <a:lnTo>
                  <a:pt x="314706" y="1318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111" y="486155"/>
            <a:ext cx="8877300" cy="588568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5" y="813816"/>
            <a:ext cx="2331720" cy="1746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055" y="818388"/>
            <a:ext cx="2276855" cy="174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5" y="3720084"/>
            <a:ext cx="2327147" cy="187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9055" y="3656076"/>
            <a:ext cx="2055876" cy="20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7283" y="4105655"/>
            <a:ext cx="3142487" cy="101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8"/>
          <p:cNvSpPr/>
          <p:nvPr/>
        </p:nvSpPr>
        <p:spPr>
          <a:xfrm>
            <a:off x="5026025" y="1528444"/>
            <a:ext cx="162560" cy="36830"/>
          </a:xfrm>
          <a:custGeom>
            <a:rect b="b" l="l" r="r" t="t"/>
            <a:pathLst>
              <a:path extrusionOk="0" h="36830" w="162560">
                <a:moveTo>
                  <a:pt x="162052" y="16637"/>
                </a:moveTo>
                <a:lnTo>
                  <a:pt x="158242" y="12827"/>
                </a:lnTo>
                <a:lnTo>
                  <a:pt x="157480" y="12827"/>
                </a:lnTo>
                <a:lnTo>
                  <a:pt x="156972" y="12319"/>
                </a:lnTo>
                <a:lnTo>
                  <a:pt x="154432" y="10795"/>
                </a:lnTo>
                <a:lnTo>
                  <a:pt x="151257" y="9525"/>
                </a:lnTo>
                <a:lnTo>
                  <a:pt x="147320" y="8763"/>
                </a:lnTo>
                <a:lnTo>
                  <a:pt x="146418" y="8636"/>
                </a:lnTo>
                <a:lnTo>
                  <a:pt x="145542" y="8509"/>
                </a:lnTo>
                <a:lnTo>
                  <a:pt x="139065" y="8509"/>
                </a:lnTo>
                <a:lnTo>
                  <a:pt x="139954" y="8636"/>
                </a:lnTo>
                <a:lnTo>
                  <a:pt x="131953" y="7874"/>
                </a:lnTo>
                <a:lnTo>
                  <a:pt x="121412" y="7112"/>
                </a:lnTo>
                <a:lnTo>
                  <a:pt x="109093" y="6350"/>
                </a:lnTo>
                <a:lnTo>
                  <a:pt x="81915" y="4953"/>
                </a:lnTo>
                <a:lnTo>
                  <a:pt x="67310" y="4953"/>
                </a:lnTo>
                <a:lnTo>
                  <a:pt x="54610" y="4318"/>
                </a:lnTo>
                <a:lnTo>
                  <a:pt x="55245" y="4318"/>
                </a:lnTo>
                <a:lnTo>
                  <a:pt x="43434" y="2921"/>
                </a:lnTo>
                <a:lnTo>
                  <a:pt x="42799" y="2921"/>
                </a:lnTo>
                <a:lnTo>
                  <a:pt x="33159" y="2286"/>
                </a:lnTo>
                <a:lnTo>
                  <a:pt x="31623" y="2197"/>
                </a:lnTo>
                <a:lnTo>
                  <a:pt x="31470" y="2159"/>
                </a:lnTo>
                <a:lnTo>
                  <a:pt x="23622" y="889"/>
                </a:lnTo>
                <a:lnTo>
                  <a:pt x="23114" y="762"/>
                </a:lnTo>
                <a:lnTo>
                  <a:pt x="21145" y="584"/>
                </a:lnTo>
                <a:lnTo>
                  <a:pt x="20574" y="0"/>
                </a:lnTo>
                <a:lnTo>
                  <a:pt x="4064" y="0"/>
                </a:lnTo>
                <a:lnTo>
                  <a:pt x="0" y="4064"/>
                </a:lnTo>
                <a:lnTo>
                  <a:pt x="0" y="14097"/>
                </a:lnTo>
                <a:lnTo>
                  <a:pt x="4064" y="18161"/>
                </a:lnTo>
                <a:lnTo>
                  <a:pt x="6604" y="18161"/>
                </a:lnTo>
                <a:lnTo>
                  <a:pt x="9144" y="18161"/>
                </a:lnTo>
                <a:lnTo>
                  <a:pt x="10541" y="18161"/>
                </a:lnTo>
                <a:lnTo>
                  <a:pt x="14097" y="18161"/>
                </a:lnTo>
                <a:lnTo>
                  <a:pt x="14605" y="18161"/>
                </a:lnTo>
                <a:lnTo>
                  <a:pt x="21082" y="18923"/>
                </a:lnTo>
                <a:lnTo>
                  <a:pt x="20574" y="18796"/>
                </a:lnTo>
                <a:lnTo>
                  <a:pt x="29210" y="20320"/>
                </a:lnTo>
                <a:lnTo>
                  <a:pt x="30099" y="20447"/>
                </a:lnTo>
                <a:lnTo>
                  <a:pt x="41656" y="21082"/>
                </a:lnTo>
                <a:lnTo>
                  <a:pt x="41148" y="21082"/>
                </a:lnTo>
                <a:lnTo>
                  <a:pt x="53086" y="22606"/>
                </a:lnTo>
                <a:lnTo>
                  <a:pt x="53594" y="22606"/>
                </a:lnTo>
                <a:lnTo>
                  <a:pt x="66167" y="23368"/>
                </a:lnTo>
                <a:lnTo>
                  <a:pt x="81026" y="23368"/>
                </a:lnTo>
                <a:lnTo>
                  <a:pt x="94615" y="24130"/>
                </a:lnTo>
                <a:lnTo>
                  <a:pt x="107950" y="24765"/>
                </a:lnTo>
                <a:lnTo>
                  <a:pt x="120142" y="25527"/>
                </a:lnTo>
                <a:lnTo>
                  <a:pt x="130556" y="26289"/>
                </a:lnTo>
                <a:lnTo>
                  <a:pt x="130302" y="26289"/>
                </a:lnTo>
                <a:lnTo>
                  <a:pt x="138303" y="26924"/>
                </a:lnTo>
                <a:lnTo>
                  <a:pt x="144653" y="26924"/>
                </a:lnTo>
                <a:lnTo>
                  <a:pt x="145669" y="27139"/>
                </a:lnTo>
                <a:lnTo>
                  <a:pt x="145669" y="29337"/>
                </a:lnTo>
                <a:lnTo>
                  <a:pt x="147332" y="31076"/>
                </a:lnTo>
                <a:lnTo>
                  <a:pt x="147701" y="31877"/>
                </a:lnTo>
                <a:lnTo>
                  <a:pt x="148209" y="32842"/>
                </a:lnTo>
                <a:lnTo>
                  <a:pt x="148209" y="34417"/>
                </a:lnTo>
                <a:lnTo>
                  <a:pt x="150622" y="36703"/>
                </a:lnTo>
                <a:lnTo>
                  <a:pt x="156464" y="36703"/>
                </a:lnTo>
                <a:lnTo>
                  <a:pt x="158750" y="34417"/>
                </a:lnTo>
                <a:lnTo>
                  <a:pt x="158750" y="32842"/>
                </a:lnTo>
                <a:lnTo>
                  <a:pt x="159258" y="31877"/>
                </a:lnTo>
                <a:lnTo>
                  <a:pt x="159562" y="31191"/>
                </a:lnTo>
                <a:lnTo>
                  <a:pt x="161417" y="29337"/>
                </a:lnTo>
                <a:lnTo>
                  <a:pt x="161417" y="26797"/>
                </a:lnTo>
                <a:lnTo>
                  <a:pt x="162052" y="26162"/>
                </a:lnTo>
                <a:lnTo>
                  <a:pt x="162052" y="21336"/>
                </a:lnTo>
                <a:lnTo>
                  <a:pt x="162052" y="166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8"/>
          <p:cNvSpPr/>
          <p:nvPr/>
        </p:nvSpPr>
        <p:spPr>
          <a:xfrm>
            <a:off x="5300726" y="1542414"/>
            <a:ext cx="132715" cy="25400"/>
          </a:xfrm>
          <a:custGeom>
            <a:rect b="b" l="l" r="r" t="t"/>
            <a:pathLst>
              <a:path extrusionOk="0" h="25400" w="132714">
                <a:moveTo>
                  <a:pt x="132461" y="3937"/>
                </a:moveTo>
                <a:lnTo>
                  <a:pt x="128524" y="0"/>
                </a:lnTo>
                <a:lnTo>
                  <a:pt x="123698" y="0"/>
                </a:lnTo>
                <a:lnTo>
                  <a:pt x="118745" y="0"/>
                </a:lnTo>
                <a:lnTo>
                  <a:pt x="118618" y="0"/>
                </a:lnTo>
                <a:lnTo>
                  <a:pt x="80264" y="0"/>
                </a:lnTo>
                <a:lnTo>
                  <a:pt x="67691" y="635"/>
                </a:lnTo>
                <a:lnTo>
                  <a:pt x="55753" y="635"/>
                </a:lnTo>
                <a:lnTo>
                  <a:pt x="44196" y="1397"/>
                </a:lnTo>
                <a:lnTo>
                  <a:pt x="34671" y="2159"/>
                </a:lnTo>
                <a:lnTo>
                  <a:pt x="26543" y="2159"/>
                </a:lnTo>
                <a:lnTo>
                  <a:pt x="20066" y="2921"/>
                </a:lnTo>
                <a:lnTo>
                  <a:pt x="20955" y="2794"/>
                </a:lnTo>
                <a:lnTo>
                  <a:pt x="17018" y="2921"/>
                </a:lnTo>
                <a:lnTo>
                  <a:pt x="3937" y="2921"/>
                </a:lnTo>
                <a:lnTo>
                  <a:pt x="0" y="6858"/>
                </a:lnTo>
                <a:lnTo>
                  <a:pt x="0" y="17272"/>
                </a:lnTo>
                <a:lnTo>
                  <a:pt x="3937" y="21209"/>
                </a:lnTo>
                <a:lnTo>
                  <a:pt x="13589" y="21209"/>
                </a:lnTo>
                <a:lnTo>
                  <a:pt x="14224" y="20574"/>
                </a:lnTo>
                <a:lnTo>
                  <a:pt x="15367" y="20574"/>
                </a:lnTo>
                <a:lnTo>
                  <a:pt x="18288" y="20574"/>
                </a:lnTo>
                <a:lnTo>
                  <a:pt x="21971" y="20574"/>
                </a:lnTo>
                <a:lnTo>
                  <a:pt x="28448" y="19812"/>
                </a:lnTo>
                <a:lnTo>
                  <a:pt x="36068" y="19812"/>
                </a:lnTo>
                <a:lnTo>
                  <a:pt x="45466" y="19177"/>
                </a:lnTo>
                <a:lnTo>
                  <a:pt x="56769" y="18415"/>
                </a:lnTo>
                <a:lnTo>
                  <a:pt x="68707" y="18415"/>
                </a:lnTo>
                <a:lnTo>
                  <a:pt x="81280" y="17653"/>
                </a:lnTo>
                <a:lnTo>
                  <a:pt x="80772" y="17780"/>
                </a:lnTo>
                <a:lnTo>
                  <a:pt x="110426" y="17780"/>
                </a:lnTo>
                <a:lnTo>
                  <a:pt x="110185" y="18846"/>
                </a:lnTo>
                <a:lnTo>
                  <a:pt x="109855" y="19177"/>
                </a:lnTo>
                <a:lnTo>
                  <a:pt x="109855" y="20320"/>
                </a:lnTo>
                <a:lnTo>
                  <a:pt x="109855" y="22987"/>
                </a:lnTo>
                <a:lnTo>
                  <a:pt x="111252" y="24384"/>
                </a:lnTo>
                <a:lnTo>
                  <a:pt x="112344" y="24384"/>
                </a:lnTo>
                <a:lnTo>
                  <a:pt x="114681" y="25273"/>
                </a:lnTo>
                <a:lnTo>
                  <a:pt x="119380" y="25273"/>
                </a:lnTo>
                <a:lnTo>
                  <a:pt x="123101" y="23876"/>
                </a:lnTo>
                <a:lnTo>
                  <a:pt x="126111" y="23876"/>
                </a:lnTo>
                <a:lnTo>
                  <a:pt x="129667" y="20320"/>
                </a:lnTo>
                <a:lnTo>
                  <a:pt x="129667" y="19177"/>
                </a:lnTo>
                <a:lnTo>
                  <a:pt x="131826" y="17018"/>
                </a:lnTo>
                <a:lnTo>
                  <a:pt x="131826" y="14389"/>
                </a:lnTo>
                <a:lnTo>
                  <a:pt x="132461" y="13716"/>
                </a:lnTo>
                <a:lnTo>
                  <a:pt x="132461" y="8890"/>
                </a:lnTo>
                <a:lnTo>
                  <a:pt x="132461" y="39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8"/>
          <p:cNvSpPr/>
          <p:nvPr/>
        </p:nvSpPr>
        <p:spPr>
          <a:xfrm>
            <a:off x="5537581" y="1533397"/>
            <a:ext cx="110489" cy="25400"/>
          </a:xfrm>
          <a:custGeom>
            <a:rect b="b" l="l" r="r" t="t"/>
            <a:pathLst>
              <a:path extrusionOk="0" h="25400" w="110489">
                <a:moveTo>
                  <a:pt x="110109" y="4191"/>
                </a:moveTo>
                <a:lnTo>
                  <a:pt x="106045" y="0"/>
                </a:lnTo>
                <a:lnTo>
                  <a:pt x="100965" y="0"/>
                </a:lnTo>
                <a:lnTo>
                  <a:pt x="95885" y="0"/>
                </a:lnTo>
                <a:lnTo>
                  <a:pt x="32893" y="0"/>
                </a:lnTo>
                <a:lnTo>
                  <a:pt x="27813" y="0"/>
                </a:lnTo>
                <a:lnTo>
                  <a:pt x="22733" y="0"/>
                </a:lnTo>
                <a:lnTo>
                  <a:pt x="20955" y="127"/>
                </a:lnTo>
                <a:lnTo>
                  <a:pt x="20701" y="127"/>
                </a:lnTo>
                <a:lnTo>
                  <a:pt x="15621" y="127"/>
                </a:lnTo>
                <a:lnTo>
                  <a:pt x="14224" y="127"/>
                </a:lnTo>
                <a:lnTo>
                  <a:pt x="10922" y="127"/>
                </a:lnTo>
                <a:lnTo>
                  <a:pt x="9144" y="127"/>
                </a:lnTo>
                <a:lnTo>
                  <a:pt x="4064" y="127"/>
                </a:lnTo>
                <a:lnTo>
                  <a:pt x="0" y="4191"/>
                </a:lnTo>
                <a:lnTo>
                  <a:pt x="0" y="14224"/>
                </a:lnTo>
                <a:lnTo>
                  <a:pt x="4064" y="18415"/>
                </a:lnTo>
                <a:lnTo>
                  <a:pt x="9144" y="18415"/>
                </a:lnTo>
                <a:lnTo>
                  <a:pt x="14224" y="18415"/>
                </a:lnTo>
                <a:lnTo>
                  <a:pt x="16002" y="18288"/>
                </a:lnTo>
                <a:lnTo>
                  <a:pt x="20701" y="18288"/>
                </a:lnTo>
                <a:lnTo>
                  <a:pt x="22631" y="18326"/>
                </a:lnTo>
                <a:lnTo>
                  <a:pt x="27813" y="18415"/>
                </a:lnTo>
                <a:lnTo>
                  <a:pt x="32893" y="18415"/>
                </a:lnTo>
                <a:lnTo>
                  <a:pt x="92583" y="18415"/>
                </a:lnTo>
                <a:lnTo>
                  <a:pt x="92583" y="20320"/>
                </a:lnTo>
                <a:lnTo>
                  <a:pt x="93218" y="20955"/>
                </a:lnTo>
                <a:lnTo>
                  <a:pt x="93218" y="22860"/>
                </a:lnTo>
                <a:lnTo>
                  <a:pt x="95504" y="25273"/>
                </a:lnTo>
                <a:lnTo>
                  <a:pt x="98552" y="25273"/>
                </a:lnTo>
                <a:lnTo>
                  <a:pt x="101346" y="25273"/>
                </a:lnTo>
                <a:lnTo>
                  <a:pt x="101942" y="24650"/>
                </a:lnTo>
                <a:lnTo>
                  <a:pt x="103022" y="24003"/>
                </a:lnTo>
                <a:lnTo>
                  <a:pt x="105537" y="24003"/>
                </a:lnTo>
                <a:lnTo>
                  <a:pt x="109347" y="20320"/>
                </a:lnTo>
                <a:lnTo>
                  <a:pt x="109347" y="16192"/>
                </a:lnTo>
                <a:lnTo>
                  <a:pt x="109677" y="14782"/>
                </a:lnTo>
                <a:lnTo>
                  <a:pt x="110109" y="14351"/>
                </a:lnTo>
                <a:lnTo>
                  <a:pt x="110109" y="9271"/>
                </a:lnTo>
                <a:lnTo>
                  <a:pt x="110109" y="41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8"/>
          <p:cNvSpPr/>
          <p:nvPr/>
        </p:nvSpPr>
        <p:spPr>
          <a:xfrm>
            <a:off x="5700522" y="1535429"/>
            <a:ext cx="64769" cy="20955"/>
          </a:xfrm>
          <a:custGeom>
            <a:rect b="b" l="l" r="r" t="t"/>
            <a:pathLst>
              <a:path extrusionOk="0" h="20955" w="64770">
                <a:moveTo>
                  <a:pt x="64262" y="6477"/>
                </a:moveTo>
                <a:lnTo>
                  <a:pt x="60706" y="3048"/>
                </a:lnTo>
                <a:lnTo>
                  <a:pt x="59131" y="3048"/>
                </a:lnTo>
                <a:lnTo>
                  <a:pt x="54991" y="381"/>
                </a:lnTo>
                <a:lnTo>
                  <a:pt x="51054" y="127"/>
                </a:lnTo>
                <a:lnTo>
                  <a:pt x="32385" y="127"/>
                </a:lnTo>
                <a:lnTo>
                  <a:pt x="24892" y="127"/>
                </a:lnTo>
                <a:lnTo>
                  <a:pt x="22098" y="127"/>
                </a:lnTo>
                <a:lnTo>
                  <a:pt x="20193" y="127"/>
                </a:lnTo>
                <a:lnTo>
                  <a:pt x="17018" y="127"/>
                </a:lnTo>
                <a:lnTo>
                  <a:pt x="16891" y="0"/>
                </a:lnTo>
                <a:lnTo>
                  <a:pt x="11811" y="0"/>
                </a:lnTo>
                <a:lnTo>
                  <a:pt x="6604" y="0"/>
                </a:lnTo>
                <a:lnTo>
                  <a:pt x="4508" y="2159"/>
                </a:lnTo>
                <a:lnTo>
                  <a:pt x="4191" y="2159"/>
                </a:lnTo>
                <a:lnTo>
                  <a:pt x="0" y="6350"/>
                </a:lnTo>
                <a:lnTo>
                  <a:pt x="0" y="16637"/>
                </a:lnTo>
                <a:lnTo>
                  <a:pt x="4191" y="20828"/>
                </a:lnTo>
                <a:lnTo>
                  <a:pt x="14351" y="20828"/>
                </a:lnTo>
                <a:lnTo>
                  <a:pt x="16510" y="18669"/>
                </a:lnTo>
                <a:lnTo>
                  <a:pt x="16891" y="18669"/>
                </a:lnTo>
                <a:lnTo>
                  <a:pt x="43180" y="18669"/>
                </a:lnTo>
                <a:lnTo>
                  <a:pt x="50292" y="18542"/>
                </a:lnTo>
                <a:lnTo>
                  <a:pt x="51054" y="18542"/>
                </a:lnTo>
                <a:lnTo>
                  <a:pt x="52120" y="18478"/>
                </a:lnTo>
                <a:lnTo>
                  <a:pt x="55499" y="18542"/>
                </a:lnTo>
                <a:lnTo>
                  <a:pt x="60706" y="18542"/>
                </a:lnTo>
                <a:lnTo>
                  <a:pt x="64262" y="15113"/>
                </a:lnTo>
                <a:lnTo>
                  <a:pt x="64262" y="10795"/>
                </a:lnTo>
                <a:lnTo>
                  <a:pt x="64262" y="64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8"/>
          <p:cNvSpPr txBox="1"/>
          <p:nvPr/>
        </p:nvSpPr>
        <p:spPr>
          <a:xfrm>
            <a:off x="6729425" y="59233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9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0.1 and 0.4 for all spheres.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(cos φ)</a:t>
            </a:r>
            <a:r>
              <a:rPr b="0" baseline="30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baseline="30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" name="Google Shape;492;p49"/>
          <p:cNvPicPr preferRelativeResize="0"/>
          <p:nvPr/>
        </p:nvPicPr>
        <p:blipFill rotWithShape="1">
          <a:blip r:embed="rId3">
            <a:alphaModFix/>
          </a:blip>
          <a:srcRect b="7048" l="14285" r="36667" t="36571"/>
          <a:stretch/>
        </p:blipFill>
        <p:spPr>
          <a:xfrm>
            <a:off x="3810000" y="3657600"/>
            <a:ext cx="3657600" cy="26277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49"/>
          <p:cNvCxnSpPr/>
          <p:nvPr/>
        </p:nvCxnSpPr>
        <p:spPr>
          <a:xfrm rot="5400000">
            <a:off x="2286794" y="4952206"/>
            <a:ext cx="2590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4" name="Google Shape;494;p49"/>
          <p:cNvSpPr/>
          <p:nvPr/>
        </p:nvSpPr>
        <p:spPr>
          <a:xfrm>
            <a:off x="2667000" y="3886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2667000" y="4648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9"/>
          <p:cNvSpPr/>
          <p:nvPr/>
        </p:nvSpPr>
        <p:spPr>
          <a:xfrm>
            <a:off x="2667000" y="5410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7" name="Google Shape;497;p49"/>
          <p:cNvCxnSpPr/>
          <p:nvPr/>
        </p:nvCxnSpPr>
        <p:spPr>
          <a:xfrm>
            <a:off x="3657600" y="3505200"/>
            <a:ext cx="3733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8" name="Google Shape;498;p49"/>
          <p:cNvSpPr/>
          <p:nvPr/>
        </p:nvSpPr>
        <p:spPr>
          <a:xfrm>
            <a:off x="3886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49"/>
          <p:cNvSpPr/>
          <p:nvPr/>
        </p:nvSpPr>
        <p:spPr>
          <a:xfrm>
            <a:off x="4648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49"/>
          <p:cNvSpPr/>
          <p:nvPr/>
        </p:nvSpPr>
        <p:spPr>
          <a:xfrm>
            <a:off x="5410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9"/>
          <p:cNvSpPr/>
          <p:nvPr/>
        </p:nvSpPr>
        <p:spPr>
          <a:xfrm>
            <a:off x="60960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49"/>
          <p:cNvSpPr/>
          <p:nvPr/>
        </p:nvSpPr>
        <p:spPr>
          <a:xfrm>
            <a:off x="67818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49"/>
          <p:cNvSpPr/>
          <p:nvPr/>
        </p:nvSpPr>
        <p:spPr>
          <a:xfrm>
            <a:off x="5257800" y="3657600"/>
            <a:ext cx="762000" cy="24384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49"/>
          <p:cNvSpPr/>
          <p:nvPr/>
        </p:nvSpPr>
        <p:spPr>
          <a:xfrm>
            <a:off x="1676400" y="4038600"/>
            <a:ext cx="13716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coefficient, 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9"/>
          <p:cNvSpPr/>
          <p:nvPr/>
        </p:nvSpPr>
        <p:spPr>
          <a:xfrm>
            <a:off x="4191000" y="2667000"/>
            <a:ext cx="259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Exponent, k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6" name="Google Shape;506;p49"/>
          <p:cNvCxnSpPr/>
          <p:nvPr/>
        </p:nvCxnSpPr>
        <p:spPr>
          <a:xfrm rot="5400000">
            <a:off x="5829300" y="247650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7" name="Google Shape;507;p49"/>
          <p:cNvSpPr/>
          <p:nvPr/>
        </p:nvSpPr>
        <p:spPr>
          <a:xfrm>
            <a:off x="7010400" y="1981200"/>
            <a:ext cx="266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shiny and more highly concentrated along the direction 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3810000" y="4495800"/>
            <a:ext cx="3886200" cy="685800"/>
          </a:xfrm>
          <a:prstGeom prst="rect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49"/>
          <p:cNvSpPr/>
          <p:nvPr/>
        </p:nvSpPr>
        <p:spPr>
          <a:xfrm>
            <a:off x="8305800" y="35814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mirror like, more focused reflection  with increasing exponent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0" name="Google Shape;510;p49"/>
          <p:cNvCxnSpPr>
            <a:stCxn id="509" idx="1"/>
            <a:endCxn id="508" idx="3"/>
          </p:cNvCxnSpPr>
          <p:nvPr/>
        </p:nvCxnSpPr>
        <p:spPr>
          <a:xfrm flipH="1">
            <a:off x="7696200" y="4114800"/>
            <a:ext cx="609600" cy="7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11" name="Google Shape;511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Blinn and Torrence Variation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0"/>
          <p:cNvSpPr txBox="1"/>
          <p:nvPr>
            <p:ph idx="1" type="body"/>
          </p:nvPr>
        </p:nvSpPr>
        <p:spPr>
          <a:xfrm>
            <a:off x="609600" y="1143000"/>
            <a:ext cx="109728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Calculation of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computationally expensive. So in phong model the term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sometimes replaced by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, where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unit vector that bisect the angle between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angle between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measures the falloff of intensity.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Though calculation of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is computationally inexpensive relative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not always equal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In that case calculation of specular component will be approximate.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(See Solved Problem 11.11 in Schaum(2</a:t>
            </a:r>
            <a:r>
              <a:rPr baseline="30000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edition)))</a:t>
            </a:r>
            <a:endParaRPr/>
          </a:p>
        </p:txBody>
      </p:sp>
      <p:sp>
        <p:nvSpPr>
          <p:cNvPr id="518" name="Google Shape;518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04800"/>
            <a:ext cx="11036425" cy="60506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1"/>
          <p:cNvSpPr txBox="1"/>
          <p:nvPr/>
        </p:nvSpPr>
        <p:spPr>
          <a:xfrm>
            <a:off x="5920994" y="958438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V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671" y="1909572"/>
            <a:ext cx="2099280" cy="126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88" y="1920239"/>
            <a:ext cx="2132019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028" y="1920239"/>
            <a:ext cx="2101755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2223" y="1920239"/>
            <a:ext cx="2217420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7610" y="2383408"/>
            <a:ext cx="224154" cy="2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6950" y="2385060"/>
            <a:ext cx="207390" cy="251587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/>
          <p:nvPr/>
        </p:nvSpPr>
        <p:spPr>
          <a:xfrm>
            <a:off x="8983853" y="2483738"/>
            <a:ext cx="208279" cy="27305"/>
          </a:xfrm>
          <a:custGeom>
            <a:rect b="b" l="l" r="r" t="t"/>
            <a:pathLst>
              <a:path extrusionOk="0" h="27305" w="208279">
                <a:moveTo>
                  <a:pt x="208153" y="6223"/>
                </a:moveTo>
                <a:lnTo>
                  <a:pt x="203454" y="1524"/>
                </a:lnTo>
                <a:lnTo>
                  <a:pt x="199771" y="1524"/>
                </a:lnTo>
                <a:lnTo>
                  <a:pt x="198374" y="1016"/>
                </a:lnTo>
                <a:lnTo>
                  <a:pt x="195199" y="254"/>
                </a:lnTo>
                <a:lnTo>
                  <a:pt x="192913" y="0"/>
                </a:lnTo>
                <a:lnTo>
                  <a:pt x="130937" y="0"/>
                </a:lnTo>
                <a:lnTo>
                  <a:pt x="110871" y="127"/>
                </a:lnTo>
                <a:lnTo>
                  <a:pt x="110490" y="127"/>
                </a:lnTo>
                <a:lnTo>
                  <a:pt x="89535" y="889"/>
                </a:lnTo>
                <a:lnTo>
                  <a:pt x="89154" y="889"/>
                </a:lnTo>
                <a:lnTo>
                  <a:pt x="50292" y="3937"/>
                </a:lnTo>
                <a:lnTo>
                  <a:pt x="34544" y="4064"/>
                </a:lnTo>
                <a:lnTo>
                  <a:pt x="28829" y="4064"/>
                </a:lnTo>
                <a:lnTo>
                  <a:pt x="27432" y="4064"/>
                </a:lnTo>
                <a:lnTo>
                  <a:pt x="21971" y="4064"/>
                </a:lnTo>
                <a:lnTo>
                  <a:pt x="16256" y="4064"/>
                </a:lnTo>
                <a:lnTo>
                  <a:pt x="13335" y="4191"/>
                </a:lnTo>
                <a:lnTo>
                  <a:pt x="7239" y="4191"/>
                </a:lnTo>
                <a:lnTo>
                  <a:pt x="7112" y="4318"/>
                </a:lnTo>
                <a:lnTo>
                  <a:pt x="4445" y="4318"/>
                </a:lnTo>
                <a:lnTo>
                  <a:pt x="0" y="8763"/>
                </a:lnTo>
                <a:lnTo>
                  <a:pt x="0" y="19812"/>
                </a:lnTo>
                <a:lnTo>
                  <a:pt x="4445" y="24257"/>
                </a:lnTo>
                <a:lnTo>
                  <a:pt x="7112" y="24257"/>
                </a:lnTo>
                <a:lnTo>
                  <a:pt x="7239" y="24384"/>
                </a:lnTo>
                <a:lnTo>
                  <a:pt x="12954" y="24384"/>
                </a:lnTo>
                <a:lnTo>
                  <a:pt x="16167" y="24434"/>
                </a:lnTo>
                <a:lnTo>
                  <a:pt x="21971" y="24511"/>
                </a:lnTo>
                <a:lnTo>
                  <a:pt x="51054" y="24638"/>
                </a:lnTo>
                <a:lnTo>
                  <a:pt x="51816" y="24638"/>
                </a:lnTo>
                <a:lnTo>
                  <a:pt x="70993" y="23241"/>
                </a:lnTo>
                <a:lnTo>
                  <a:pt x="76796" y="22860"/>
                </a:lnTo>
                <a:lnTo>
                  <a:pt x="90678" y="21971"/>
                </a:lnTo>
                <a:lnTo>
                  <a:pt x="90297" y="21971"/>
                </a:lnTo>
                <a:lnTo>
                  <a:pt x="111125" y="21209"/>
                </a:lnTo>
                <a:lnTo>
                  <a:pt x="110871" y="21336"/>
                </a:lnTo>
                <a:lnTo>
                  <a:pt x="162306" y="21336"/>
                </a:lnTo>
                <a:lnTo>
                  <a:pt x="163195" y="22225"/>
                </a:lnTo>
                <a:lnTo>
                  <a:pt x="164211" y="22225"/>
                </a:lnTo>
                <a:lnTo>
                  <a:pt x="173990" y="25400"/>
                </a:lnTo>
                <a:lnTo>
                  <a:pt x="175006" y="25654"/>
                </a:lnTo>
                <a:lnTo>
                  <a:pt x="180835" y="26543"/>
                </a:lnTo>
                <a:lnTo>
                  <a:pt x="181610" y="27305"/>
                </a:lnTo>
                <a:lnTo>
                  <a:pt x="186817" y="27305"/>
                </a:lnTo>
                <a:lnTo>
                  <a:pt x="191135" y="27305"/>
                </a:lnTo>
                <a:lnTo>
                  <a:pt x="191338" y="27101"/>
                </a:lnTo>
                <a:lnTo>
                  <a:pt x="197993" y="26797"/>
                </a:lnTo>
                <a:lnTo>
                  <a:pt x="202819" y="26797"/>
                </a:lnTo>
                <a:lnTo>
                  <a:pt x="207137" y="22479"/>
                </a:lnTo>
                <a:lnTo>
                  <a:pt x="207137" y="19050"/>
                </a:lnTo>
                <a:lnTo>
                  <a:pt x="208153" y="18034"/>
                </a:lnTo>
                <a:lnTo>
                  <a:pt x="208153" y="12827"/>
                </a:lnTo>
                <a:lnTo>
                  <a:pt x="208153" y="12065"/>
                </a:lnTo>
                <a:lnTo>
                  <a:pt x="208153" y="62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2"/>
          <p:cNvSpPr/>
          <p:nvPr/>
        </p:nvSpPr>
        <p:spPr>
          <a:xfrm>
            <a:off x="8974582" y="2614675"/>
            <a:ext cx="215900" cy="24765"/>
          </a:xfrm>
          <a:custGeom>
            <a:rect b="b" l="l" r="r" t="t"/>
            <a:pathLst>
              <a:path extrusionOk="0" h="24764" w="215900">
                <a:moveTo>
                  <a:pt x="215519" y="5080"/>
                </a:moveTo>
                <a:lnTo>
                  <a:pt x="210693" y="254"/>
                </a:lnTo>
                <a:lnTo>
                  <a:pt x="204571" y="254"/>
                </a:lnTo>
                <a:lnTo>
                  <a:pt x="204597" y="0"/>
                </a:lnTo>
                <a:lnTo>
                  <a:pt x="136271" y="0"/>
                </a:lnTo>
                <a:lnTo>
                  <a:pt x="117221" y="127"/>
                </a:lnTo>
                <a:lnTo>
                  <a:pt x="59309" y="254"/>
                </a:lnTo>
                <a:lnTo>
                  <a:pt x="58801" y="254"/>
                </a:lnTo>
                <a:lnTo>
                  <a:pt x="42672" y="1143"/>
                </a:lnTo>
                <a:lnTo>
                  <a:pt x="42037" y="1143"/>
                </a:lnTo>
                <a:lnTo>
                  <a:pt x="29718" y="2667"/>
                </a:lnTo>
                <a:lnTo>
                  <a:pt x="29083" y="2667"/>
                </a:lnTo>
                <a:lnTo>
                  <a:pt x="23876" y="2667"/>
                </a:lnTo>
                <a:lnTo>
                  <a:pt x="23380" y="3162"/>
                </a:lnTo>
                <a:lnTo>
                  <a:pt x="18669" y="3556"/>
                </a:lnTo>
                <a:lnTo>
                  <a:pt x="13462" y="3556"/>
                </a:lnTo>
                <a:lnTo>
                  <a:pt x="12573" y="3683"/>
                </a:lnTo>
                <a:lnTo>
                  <a:pt x="6350" y="3683"/>
                </a:lnTo>
                <a:lnTo>
                  <a:pt x="6210" y="3810"/>
                </a:lnTo>
                <a:lnTo>
                  <a:pt x="4572" y="3810"/>
                </a:lnTo>
                <a:lnTo>
                  <a:pt x="0" y="8382"/>
                </a:lnTo>
                <a:lnTo>
                  <a:pt x="0" y="19685"/>
                </a:lnTo>
                <a:lnTo>
                  <a:pt x="4572" y="24257"/>
                </a:lnTo>
                <a:lnTo>
                  <a:pt x="6223" y="24257"/>
                </a:lnTo>
                <a:lnTo>
                  <a:pt x="6350" y="24384"/>
                </a:lnTo>
                <a:lnTo>
                  <a:pt x="12192" y="24384"/>
                </a:lnTo>
                <a:lnTo>
                  <a:pt x="13347" y="24409"/>
                </a:lnTo>
                <a:lnTo>
                  <a:pt x="19431" y="24511"/>
                </a:lnTo>
                <a:lnTo>
                  <a:pt x="25019" y="24511"/>
                </a:lnTo>
                <a:lnTo>
                  <a:pt x="25400" y="24130"/>
                </a:lnTo>
                <a:lnTo>
                  <a:pt x="30607" y="23876"/>
                </a:lnTo>
                <a:lnTo>
                  <a:pt x="30988" y="23876"/>
                </a:lnTo>
                <a:lnTo>
                  <a:pt x="35560" y="23876"/>
                </a:lnTo>
                <a:lnTo>
                  <a:pt x="36093" y="23342"/>
                </a:lnTo>
                <a:lnTo>
                  <a:pt x="44323" y="22479"/>
                </a:lnTo>
                <a:lnTo>
                  <a:pt x="43561" y="22606"/>
                </a:lnTo>
                <a:lnTo>
                  <a:pt x="46812" y="22479"/>
                </a:lnTo>
                <a:lnTo>
                  <a:pt x="59728" y="21983"/>
                </a:lnTo>
                <a:lnTo>
                  <a:pt x="76835" y="22098"/>
                </a:lnTo>
                <a:lnTo>
                  <a:pt x="97028" y="22225"/>
                </a:lnTo>
                <a:lnTo>
                  <a:pt x="168656" y="22352"/>
                </a:lnTo>
                <a:lnTo>
                  <a:pt x="204597" y="22352"/>
                </a:lnTo>
                <a:lnTo>
                  <a:pt x="204571" y="22098"/>
                </a:lnTo>
                <a:lnTo>
                  <a:pt x="210693" y="22098"/>
                </a:lnTo>
                <a:lnTo>
                  <a:pt x="215519" y="17145"/>
                </a:lnTo>
                <a:lnTo>
                  <a:pt x="215519" y="11176"/>
                </a:lnTo>
                <a:lnTo>
                  <a:pt x="215519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2"/>
          <p:cNvSpPr txBox="1"/>
          <p:nvPr/>
        </p:nvSpPr>
        <p:spPr>
          <a:xfrm>
            <a:off x="1580075" y="4269550"/>
            <a:ext cx="96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,0}</a:t>
            </a:r>
            <a:r>
              <a:rPr b="1" baseline="30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=      I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52"/>
          <p:cNvCxnSpPr>
            <a:endCxn id="534" idx="2"/>
          </p:cNvCxnSpPr>
          <p:nvPr/>
        </p:nvCxnSpPr>
        <p:spPr>
          <a:xfrm flipH="1" rot="10800000">
            <a:off x="10101533" y="3169918"/>
            <a:ext cx="419400" cy="118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1" name="Google Shape;541;p52"/>
          <p:cNvCxnSpPr>
            <a:endCxn id="532" idx="2"/>
          </p:cNvCxnSpPr>
          <p:nvPr/>
        </p:nvCxnSpPr>
        <p:spPr>
          <a:xfrm flipH="1" rot="10800000">
            <a:off x="4388698" y="3169918"/>
            <a:ext cx="362400" cy="10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2" name="Google Shape;542;p52"/>
          <p:cNvCxnSpPr>
            <a:endCxn id="533" idx="2"/>
          </p:cNvCxnSpPr>
          <p:nvPr/>
        </p:nvCxnSpPr>
        <p:spPr>
          <a:xfrm flipH="1" rot="10800000">
            <a:off x="7018605" y="3169918"/>
            <a:ext cx="489300" cy="126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3" name="Google Shape;543;p52"/>
          <p:cNvCxnSpPr>
            <a:endCxn id="531" idx="2"/>
          </p:cNvCxnSpPr>
          <p:nvPr/>
        </p:nvCxnSpPr>
        <p:spPr>
          <a:xfrm rot="10800000">
            <a:off x="1995311" y="3169920"/>
            <a:ext cx="405000" cy="120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4" name="Google Shape;544;p52"/>
          <p:cNvSpPr txBox="1"/>
          <p:nvPr/>
        </p:nvSpPr>
        <p:spPr>
          <a:xfrm>
            <a:off x="3635600" y="57015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2"/>
          <p:cNvSpPr txBox="1"/>
          <p:nvPr/>
        </p:nvSpPr>
        <p:spPr>
          <a:xfrm>
            <a:off x="3352019" y="5226813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all are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3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Mathematical Calculation of Phong 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53"/>
          <p:cNvSpPr txBox="1"/>
          <p:nvPr>
            <p:ph idx="4294967295" type="body"/>
          </p:nvPr>
        </p:nvSpPr>
        <p:spPr>
          <a:xfrm>
            <a:off x="609600" y="1143000"/>
            <a:ext cx="109728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need to incorporate the effect light present in environment. Thus total reflected light also includes ambient component.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Component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 from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	= Ambient Component + Diffuse Component + 	Specular Component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More specifically,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aseline="30000" lang="en-US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</p:txBody>
      </p:sp>
      <p:sp>
        <p:nvSpPr>
          <p:cNvPr id="553" name="Google Shape;55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Additional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54"/>
          <p:cNvSpPr txBox="1"/>
          <p:nvPr>
            <p:ph idx="4294967295" type="body"/>
          </p:nvPr>
        </p:nvSpPr>
        <p:spPr>
          <a:xfrm>
            <a:off x="609600" y="1143000"/>
            <a:ext cx="10972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there are n light sources in the scene, their effects are cumulative: Intensity at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intensity of red, green and blue component of reflected light,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: coefficient for  specular component which is same as the color of light source, not affected by surface color.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88" y="1159763"/>
            <a:ext cx="9247631" cy="512368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5"/>
          <p:cNvSpPr/>
          <p:nvPr/>
        </p:nvSpPr>
        <p:spPr>
          <a:xfrm>
            <a:off x="9817450" y="3153975"/>
            <a:ext cx="1864200" cy="1743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5"/>
          <p:cNvSpPr/>
          <p:nvPr/>
        </p:nvSpPr>
        <p:spPr>
          <a:xfrm>
            <a:off x="10686775" y="3805975"/>
            <a:ext cx="252000" cy="290700"/>
          </a:xfrm>
          <a:prstGeom prst="flowChartSummingJunction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5"/>
          <p:cNvSpPr/>
          <p:nvPr/>
        </p:nvSpPr>
        <p:spPr>
          <a:xfrm>
            <a:off x="10731320" y="4067849"/>
            <a:ext cx="165000" cy="290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55"/>
          <p:cNvCxnSpPr>
            <a:stCxn id="568" idx="1"/>
            <a:endCxn id="566" idx="2"/>
          </p:cNvCxnSpPr>
          <p:nvPr/>
        </p:nvCxnSpPr>
        <p:spPr>
          <a:xfrm rot="10800000">
            <a:off x="9817520" y="4025399"/>
            <a:ext cx="913800" cy="1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0" name="Google Shape;570;p55"/>
          <p:cNvSpPr txBox="1"/>
          <p:nvPr/>
        </p:nvSpPr>
        <p:spPr>
          <a:xfrm>
            <a:off x="10167600" y="3653647"/>
            <a:ext cx="383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5"/>
          <p:cNvSpPr txBox="1"/>
          <p:nvPr/>
        </p:nvSpPr>
        <p:spPr>
          <a:xfrm>
            <a:off x="5096550" y="4687375"/>
            <a:ext cx="2547600" cy="10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5"/>
          <p:cNvSpPr txBox="1"/>
          <p:nvPr/>
        </p:nvSpPr>
        <p:spPr>
          <a:xfrm>
            <a:off x="5241425" y="4965075"/>
            <a:ext cx="5655000" cy="81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5"/>
          <p:cNvSpPr txBox="1"/>
          <p:nvPr/>
        </p:nvSpPr>
        <p:spPr>
          <a:xfrm>
            <a:off x="4601525" y="50980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Attenuation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9100" y="4728153"/>
            <a:ext cx="2955738" cy="10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/>
          <p:nvPr/>
        </p:nvSpPr>
        <p:spPr>
          <a:xfrm>
            <a:off x="2151761" y="5496559"/>
            <a:ext cx="843280" cy="57150"/>
          </a:xfrm>
          <a:custGeom>
            <a:rect b="b" l="l" r="r" t="t"/>
            <a:pathLst>
              <a:path extrusionOk="0" h="57150" w="843280">
                <a:moveTo>
                  <a:pt x="843280" y="12065"/>
                </a:moveTo>
                <a:lnTo>
                  <a:pt x="838962" y="7620"/>
                </a:lnTo>
                <a:lnTo>
                  <a:pt x="838581" y="7620"/>
                </a:lnTo>
                <a:lnTo>
                  <a:pt x="837438" y="6477"/>
                </a:lnTo>
                <a:lnTo>
                  <a:pt x="837184" y="6477"/>
                </a:lnTo>
                <a:lnTo>
                  <a:pt x="835660" y="4953"/>
                </a:lnTo>
                <a:lnTo>
                  <a:pt x="834898" y="4953"/>
                </a:lnTo>
                <a:lnTo>
                  <a:pt x="831418" y="4953"/>
                </a:lnTo>
                <a:lnTo>
                  <a:pt x="830961" y="4699"/>
                </a:lnTo>
                <a:lnTo>
                  <a:pt x="830097" y="4419"/>
                </a:lnTo>
                <a:lnTo>
                  <a:pt x="827786" y="2159"/>
                </a:lnTo>
                <a:lnTo>
                  <a:pt x="826122" y="2159"/>
                </a:lnTo>
                <a:lnTo>
                  <a:pt x="826008" y="2032"/>
                </a:lnTo>
                <a:lnTo>
                  <a:pt x="820928" y="2032"/>
                </a:lnTo>
                <a:lnTo>
                  <a:pt x="820166" y="2032"/>
                </a:lnTo>
                <a:lnTo>
                  <a:pt x="813689" y="2032"/>
                </a:lnTo>
                <a:lnTo>
                  <a:pt x="813562" y="2159"/>
                </a:lnTo>
                <a:lnTo>
                  <a:pt x="809180" y="2159"/>
                </a:lnTo>
                <a:lnTo>
                  <a:pt x="805942" y="1651"/>
                </a:lnTo>
                <a:lnTo>
                  <a:pt x="804037" y="1397"/>
                </a:lnTo>
                <a:lnTo>
                  <a:pt x="802678" y="1397"/>
                </a:lnTo>
                <a:lnTo>
                  <a:pt x="802678" y="23368"/>
                </a:lnTo>
                <a:lnTo>
                  <a:pt x="799706" y="23380"/>
                </a:lnTo>
                <a:lnTo>
                  <a:pt x="802678" y="23368"/>
                </a:lnTo>
                <a:lnTo>
                  <a:pt x="802678" y="1397"/>
                </a:lnTo>
                <a:lnTo>
                  <a:pt x="799592" y="1397"/>
                </a:lnTo>
                <a:lnTo>
                  <a:pt x="798537" y="1397"/>
                </a:lnTo>
                <a:lnTo>
                  <a:pt x="797179" y="0"/>
                </a:lnTo>
                <a:lnTo>
                  <a:pt x="791083" y="0"/>
                </a:lnTo>
                <a:lnTo>
                  <a:pt x="784987" y="0"/>
                </a:lnTo>
                <a:lnTo>
                  <a:pt x="744601" y="0"/>
                </a:lnTo>
                <a:lnTo>
                  <a:pt x="742442" y="127"/>
                </a:lnTo>
                <a:lnTo>
                  <a:pt x="735203" y="1651"/>
                </a:lnTo>
                <a:lnTo>
                  <a:pt x="736346" y="1397"/>
                </a:lnTo>
                <a:lnTo>
                  <a:pt x="728472" y="2159"/>
                </a:lnTo>
                <a:lnTo>
                  <a:pt x="718693" y="3683"/>
                </a:lnTo>
                <a:lnTo>
                  <a:pt x="718820" y="3683"/>
                </a:lnTo>
                <a:lnTo>
                  <a:pt x="709168" y="5080"/>
                </a:lnTo>
                <a:lnTo>
                  <a:pt x="709295" y="5080"/>
                </a:lnTo>
                <a:lnTo>
                  <a:pt x="698881" y="6604"/>
                </a:lnTo>
                <a:lnTo>
                  <a:pt x="697738" y="6731"/>
                </a:lnTo>
                <a:lnTo>
                  <a:pt x="687349" y="9271"/>
                </a:lnTo>
                <a:lnTo>
                  <a:pt x="676529" y="9271"/>
                </a:lnTo>
                <a:lnTo>
                  <a:pt x="648081" y="12319"/>
                </a:lnTo>
                <a:lnTo>
                  <a:pt x="648589" y="12192"/>
                </a:lnTo>
                <a:lnTo>
                  <a:pt x="635000" y="12954"/>
                </a:lnTo>
                <a:lnTo>
                  <a:pt x="634365" y="12954"/>
                </a:lnTo>
                <a:lnTo>
                  <a:pt x="622554" y="14351"/>
                </a:lnTo>
                <a:lnTo>
                  <a:pt x="621411" y="14478"/>
                </a:lnTo>
                <a:lnTo>
                  <a:pt x="622477" y="14351"/>
                </a:lnTo>
                <a:lnTo>
                  <a:pt x="549148" y="14351"/>
                </a:lnTo>
                <a:lnTo>
                  <a:pt x="547624" y="14478"/>
                </a:lnTo>
                <a:lnTo>
                  <a:pt x="537210" y="15875"/>
                </a:lnTo>
                <a:lnTo>
                  <a:pt x="537845" y="15875"/>
                </a:lnTo>
                <a:lnTo>
                  <a:pt x="528193" y="16637"/>
                </a:lnTo>
                <a:lnTo>
                  <a:pt x="517779" y="17272"/>
                </a:lnTo>
                <a:lnTo>
                  <a:pt x="398780" y="17272"/>
                </a:lnTo>
                <a:lnTo>
                  <a:pt x="382270" y="18796"/>
                </a:lnTo>
                <a:lnTo>
                  <a:pt x="382778" y="18796"/>
                </a:lnTo>
                <a:lnTo>
                  <a:pt x="364744" y="19431"/>
                </a:lnTo>
                <a:lnTo>
                  <a:pt x="363347" y="19558"/>
                </a:lnTo>
                <a:lnTo>
                  <a:pt x="346405" y="22390"/>
                </a:lnTo>
                <a:lnTo>
                  <a:pt x="329438" y="23114"/>
                </a:lnTo>
                <a:lnTo>
                  <a:pt x="328676" y="23114"/>
                </a:lnTo>
                <a:lnTo>
                  <a:pt x="309626" y="25273"/>
                </a:lnTo>
                <a:lnTo>
                  <a:pt x="309499" y="25273"/>
                </a:lnTo>
                <a:lnTo>
                  <a:pt x="290830" y="27432"/>
                </a:lnTo>
                <a:lnTo>
                  <a:pt x="291211" y="27432"/>
                </a:lnTo>
                <a:lnTo>
                  <a:pt x="272161" y="28829"/>
                </a:lnTo>
                <a:lnTo>
                  <a:pt x="200660" y="28829"/>
                </a:lnTo>
                <a:lnTo>
                  <a:pt x="190246" y="28956"/>
                </a:lnTo>
                <a:lnTo>
                  <a:pt x="91567" y="28956"/>
                </a:lnTo>
                <a:lnTo>
                  <a:pt x="90551" y="29083"/>
                </a:lnTo>
                <a:lnTo>
                  <a:pt x="76073" y="30480"/>
                </a:lnTo>
                <a:lnTo>
                  <a:pt x="61468" y="30480"/>
                </a:lnTo>
                <a:lnTo>
                  <a:pt x="36322" y="32004"/>
                </a:lnTo>
                <a:lnTo>
                  <a:pt x="32258" y="32004"/>
                </a:lnTo>
                <a:lnTo>
                  <a:pt x="26416" y="32004"/>
                </a:lnTo>
                <a:lnTo>
                  <a:pt x="20574" y="32004"/>
                </a:lnTo>
                <a:lnTo>
                  <a:pt x="18923" y="32131"/>
                </a:lnTo>
                <a:lnTo>
                  <a:pt x="16383" y="32131"/>
                </a:lnTo>
                <a:lnTo>
                  <a:pt x="12954" y="32131"/>
                </a:lnTo>
                <a:lnTo>
                  <a:pt x="10668" y="32131"/>
                </a:lnTo>
                <a:lnTo>
                  <a:pt x="7239" y="32131"/>
                </a:lnTo>
                <a:lnTo>
                  <a:pt x="4699" y="32131"/>
                </a:lnTo>
                <a:lnTo>
                  <a:pt x="0" y="36830"/>
                </a:lnTo>
                <a:lnTo>
                  <a:pt x="0" y="48514"/>
                </a:lnTo>
                <a:lnTo>
                  <a:pt x="4699" y="53213"/>
                </a:lnTo>
                <a:lnTo>
                  <a:pt x="7239" y="53213"/>
                </a:lnTo>
                <a:lnTo>
                  <a:pt x="10629" y="53213"/>
                </a:lnTo>
                <a:lnTo>
                  <a:pt x="15379" y="55016"/>
                </a:lnTo>
                <a:lnTo>
                  <a:pt x="17526" y="57150"/>
                </a:lnTo>
                <a:lnTo>
                  <a:pt x="28067" y="57150"/>
                </a:lnTo>
                <a:lnTo>
                  <a:pt x="31927" y="53289"/>
                </a:lnTo>
                <a:lnTo>
                  <a:pt x="36830" y="53340"/>
                </a:lnTo>
                <a:lnTo>
                  <a:pt x="37465" y="53340"/>
                </a:lnTo>
                <a:lnTo>
                  <a:pt x="50038" y="52578"/>
                </a:lnTo>
                <a:lnTo>
                  <a:pt x="62738" y="51943"/>
                </a:lnTo>
                <a:lnTo>
                  <a:pt x="78232" y="51943"/>
                </a:lnTo>
                <a:lnTo>
                  <a:pt x="92710" y="50546"/>
                </a:lnTo>
                <a:lnTo>
                  <a:pt x="121539" y="50546"/>
                </a:lnTo>
                <a:lnTo>
                  <a:pt x="134747" y="50673"/>
                </a:lnTo>
                <a:lnTo>
                  <a:pt x="273050" y="50800"/>
                </a:lnTo>
                <a:lnTo>
                  <a:pt x="273812" y="50673"/>
                </a:lnTo>
                <a:lnTo>
                  <a:pt x="275539" y="50546"/>
                </a:lnTo>
                <a:lnTo>
                  <a:pt x="292862" y="49276"/>
                </a:lnTo>
                <a:lnTo>
                  <a:pt x="293370" y="49276"/>
                </a:lnTo>
                <a:lnTo>
                  <a:pt x="331089" y="44958"/>
                </a:lnTo>
                <a:lnTo>
                  <a:pt x="330327" y="44958"/>
                </a:lnTo>
                <a:lnTo>
                  <a:pt x="347980" y="44323"/>
                </a:lnTo>
                <a:lnTo>
                  <a:pt x="349250" y="44069"/>
                </a:lnTo>
                <a:lnTo>
                  <a:pt x="366090" y="41402"/>
                </a:lnTo>
                <a:lnTo>
                  <a:pt x="366268" y="41376"/>
                </a:lnTo>
                <a:lnTo>
                  <a:pt x="368630" y="41275"/>
                </a:lnTo>
                <a:lnTo>
                  <a:pt x="383667" y="40640"/>
                </a:lnTo>
                <a:lnTo>
                  <a:pt x="384175" y="40640"/>
                </a:lnTo>
                <a:lnTo>
                  <a:pt x="400685" y="39243"/>
                </a:lnTo>
                <a:lnTo>
                  <a:pt x="519303" y="39243"/>
                </a:lnTo>
                <a:lnTo>
                  <a:pt x="539496" y="37846"/>
                </a:lnTo>
                <a:lnTo>
                  <a:pt x="540131" y="37719"/>
                </a:lnTo>
                <a:lnTo>
                  <a:pt x="550672" y="36322"/>
                </a:lnTo>
                <a:lnTo>
                  <a:pt x="559562" y="36322"/>
                </a:lnTo>
                <a:lnTo>
                  <a:pt x="569595" y="36449"/>
                </a:lnTo>
                <a:lnTo>
                  <a:pt x="622554" y="36449"/>
                </a:lnTo>
                <a:lnTo>
                  <a:pt x="623735" y="36322"/>
                </a:lnTo>
                <a:lnTo>
                  <a:pt x="636778" y="34925"/>
                </a:lnTo>
                <a:lnTo>
                  <a:pt x="636143" y="34925"/>
                </a:lnTo>
                <a:lnTo>
                  <a:pt x="649732" y="34163"/>
                </a:lnTo>
                <a:lnTo>
                  <a:pt x="650367" y="34163"/>
                </a:lnTo>
                <a:lnTo>
                  <a:pt x="656590" y="33528"/>
                </a:lnTo>
                <a:lnTo>
                  <a:pt x="664083" y="32766"/>
                </a:lnTo>
                <a:lnTo>
                  <a:pt x="676529" y="31369"/>
                </a:lnTo>
                <a:lnTo>
                  <a:pt x="688467" y="31369"/>
                </a:lnTo>
                <a:lnTo>
                  <a:pt x="689305" y="31242"/>
                </a:lnTo>
                <a:lnTo>
                  <a:pt x="691007" y="30988"/>
                </a:lnTo>
                <a:lnTo>
                  <a:pt x="702398" y="28321"/>
                </a:lnTo>
                <a:lnTo>
                  <a:pt x="702945" y="28194"/>
                </a:lnTo>
                <a:lnTo>
                  <a:pt x="701802" y="28321"/>
                </a:lnTo>
                <a:lnTo>
                  <a:pt x="712216" y="26924"/>
                </a:lnTo>
                <a:lnTo>
                  <a:pt x="712343" y="26924"/>
                </a:lnTo>
                <a:lnTo>
                  <a:pt x="722122" y="25527"/>
                </a:lnTo>
                <a:lnTo>
                  <a:pt x="722249" y="25527"/>
                </a:lnTo>
                <a:lnTo>
                  <a:pt x="730504" y="24130"/>
                </a:lnTo>
                <a:lnTo>
                  <a:pt x="731812" y="24003"/>
                </a:lnTo>
                <a:lnTo>
                  <a:pt x="738378" y="23368"/>
                </a:lnTo>
                <a:lnTo>
                  <a:pt x="739521" y="23241"/>
                </a:lnTo>
                <a:lnTo>
                  <a:pt x="743458" y="22479"/>
                </a:lnTo>
                <a:lnTo>
                  <a:pt x="744118" y="22352"/>
                </a:lnTo>
                <a:lnTo>
                  <a:pt x="746099" y="21971"/>
                </a:lnTo>
                <a:lnTo>
                  <a:pt x="784987" y="21971"/>
                </a:lnTo>
                <a:lnTo>
                  <a:pt x="786003" y="21971"/>
                </a:lnTo>
                <a:lnTo>
                  <a:pt x="787527" y="23495"/>
                </a:lnTo>
                <a:lnTo>
                  <a:pt x="793623" y="23495"/>
                </a:lnTo>
                <a:lnTo>
                  <a:pt x="799592" y="23495"/>
                </a:lnTo>
                <a:lnTo>
                  <a:pt x="800100" y="23495"/>
                </a:lnTo>
                <a:lnTo>
                  <a:pt x="803351" y="23495"/>
                </a:lnTo>
                <a:lnTo>
                  <a:pt x="806069" y="24003"/>
                </a:lnTo>
                <a:lnTo>
                  <a:pt x="807974" y="24130"/>
                </a:lnTo>
                <a:lnTo>
                  <a:pt x="813562" y="24130"/>
                </a:lnTo>
                <a:lnTo>
                  <a:pt x="813689" y="24257"/>
                </a:lnTo>
                <a:lnTo>
                  <a:pt x="819429" y="24257"/>
                </a:lnTo>
                <a:lnTo>
                  <a:pt x="820204" y="24561"/>
                </a:lnTo>
                <a:lnTo>
                  <a:pt x="822706" y="27051"/>
                </a:lnTo>
                <a:lnTo>
                  <a:pt x="823468" y="27051"/>
                </a:lnTo>
                <a:lnTo>
                  <a:pt x="823810" y="27051"/>
                </a:lnTo>
                <a:lnTo>
                  <a:pt x="825246" y="28448"/>
                </a:lnTo>
                <a:lnTo>
                  <a:pt x="831469" y="28448"/>
                </a:lnTo>
                <a:lnTo>
                  <a:pt x="834009" y="28448"/>
                </a:lnTo>
                <a:lnTo>
                  <a:pt x="837438" y="28448"/>
                </a:lnTo>
                <a:lnTo>
                  <a:pt x="838606" y="27305"/>
                </a:lnTo>
                <a:lnTo>
                  <a:pt x="838962" y="27305"/>
                </a:lnTo>
                <a:lnTo>
                  <a:pt x="843280" y="22860"/>
                </a:lnTo>
                <a:lnTo>
                  <a:pt x="843280" y="17526"/>
                </a:lnTo>
                <a:lnTo>
                  <a:pt x="843280" y="120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56"/>
          <p:cNvGrpSpPr/>
          <p:nvPr/>
        </p:nvGrpSpPr>
        <p:grpSpPr>
          <a:xfrm>
            <a:off x="803148" y="1196339"/>
            <a:ext cx="10729976" cy="4555235"/>
            <a:chOff x="803148" y="1196339"/>
            <a:chExt cx="10729976" cy="4555235"/>
          </a:xfrm>
        </p:grpSpPr>
        <p:pic>
          <p:nvPicPr>
            <p:cNvPr id="582" name="Google Shape;582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3148" y="1196339"/>
              <a:ext cx="10660381" cy="4555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56"/>
            <p:cNvSpPr/>
            <p:nvPr/>
          </p:nvSpPr>
          <p:spPr>
            <a:xfrm>
              <a:off x="7620762" y="2566923"/>
              <a:ext cx="36829" cy="107314"/>
            </a:xfrm>
            <a:custGeom>
              <a:rect b="b" l="l" r="r" t="t"/>
              <a:pathLst>
                <a:path extrusionOk="0" h="107314" w="36829">
                  <a:moveTo>
                    <a:pt x="36576" y="17399"/>
                  </a:moveTo>
                  <a:lnTo>
                    <a:pt x="34023" y="14922"/>
                  </a:lnTo>
                  <a:lnTo>
                    <a:pt x="33337" y="13208"/>
                  </a:lnTo>
                  <a:lnTo>
                    <a:pt x="32004" y="9893"/>
                  </a:lnTo>
                  <a:lnTo>
                    <a:pt x="32004" y="4826"/>
                  </a:lnTo>
                  <a:lnTo>
                    <a:pt x="27178" y="0"/>
                  </a:lnTo>
                  <a:lnTo>
                    <a:pt x="15240" y="0"/>
                  </a:lnTo>
                  <a:lnTo>
                    <a:pt x="10414" y="4826"/>
                  </a:lnTo>
                  <a:lnTo>
                    <a:pt x="10414" y="9690"/>
                  </a:lnTo>
                  <a:lnTo>
                    <a:pt x="10375" y="9855"/>
                  </a:lnTo>
                  <a:lnTo>
                    <a:pt x="8890" y="11303"/>
                  </a:lnTo>
                  <a:lnTo>
                    <a:pt x="8890" y="16065"/>
                  </a:lnTo>
                  <a:lnTo>
                    <a:pt x="8001" y="19469"/>
                  </a:lnTo>
                  <a:lnTo>
                    <a:pt x="6350" y="21082"/>
                  </a:lnTo>
                  <a:lnTo>
                    <a:pt x="6350" y="26670"/>
                  </a:lnTo>
                  <a:lnTo>
                    <a:pt x="4318" y="37846"/>
                  </a:lnTo>
                  <a:lnTo>
                    <a:pt x="4318" y="37973"/>
                  </a:lnTo>
                  <a:lnTo>
                    <a:pt x="2159" y="51689"/>
                  </a:lnTo>
                  <a:lnTo>
                    <a:pt x="2159" y="52197"/>
                  </a:lnTo>
                  <a:lnTo>
                    <a:pt x="0" y="71628"/>
                  </a:lnTo>
                  <a:lnTo>
                    <a:pt x="25" y="74041"/>
                  </a:lnTo>
                  <a:lnTo>
                    <a:pt x="889" y="88519"/>
                  </a:lnTo>
                  <a:lnTo>
                    <a:pt x="1016" y="89916"/>
                  </a:lnTo>
                  <a:lnTo>
                    <a:pt x="3175" y="100355"/>
                  </a:lnTo>
                  <a:lnTo>
                    <a:pt x="3175" y="103632"/>
                  </a:lnTo>
                  <a:lnTo>
                    <a:pt x="6604" y="107061"/>
                  </a:lnTo>
                  <a:lnTo>
                    <a:pt x="14986" y="107061"/>
                  </a:lnTo>
                  <a:lnTo>
                    <a:pt x="18415" y="103632"/>
                  </a:lnTo>
                  <a:lnTo>
                    <a:pt x="18415" y="99745"/>
                  </a:lnTo>
                  <a:lnTo>
                    <a:pt x="20447" y="89916"/>
                  </a:lnTo>
                  <a:lnTo>
                    <a:pt x="20701" y="88519"/>
                  </a:lnTo>
                  <a:lnTo>
                    <a:pt x="21551" y="74041"/>
                  </a:lnTo>
                  <a:lnTo>
                    <a:pt x="21590" y="73406"/>
                  </a:lnTo>
                  <a:lnTo>
                    <a:pt x="21463" y="74041"/>
                  </a:lnTo>
                  <a:lnTo>
                    <a:pt x="23698" y="54991"/>
                  </a:lnTo>
                  <a:lnTo>
                    <a:pt x="23749" y="54610"/>
                  </a:lnTo>
                  <a:lnTo>
                    <a:pt x="23622" y="54991"/>
                  </a:lnTo>
                  <a:lnTo>
                    <a:pt x="25755" y="41529"/>
                  </a:lnTo>
                  <a:lnTo>
                    <a:pt x="25793" y="41402"/>
                  </a:lnTo>
                  <a:lnTo>
                    <a:pt x="27051" y="34036"/>
                  </a:lnTo>
                  <a:lnTo>
                    <a:pt x="27686" y="33401"/>
                  </a:lnTo>
                  <a:lnTo>
                    <a:pt x="31877" y="33401"/>
                  </a:lnTo>
                  <a:lnTo>
                    <a:pt x="36576" y="28829"/>
                  </a:lnTo>
                  <a:lnTo>
                    <a:pt x="36576" y="23114"/>
                  </a:lnTo>
                  <a:lnTo>
                    <a:pt x="36576" y="173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6"/>
            <p:cNvSpPr/>
            <p:nvPr/>
          </p:nvSpPr>
          <p:spPr>
            <a:xfrm>
              <a:off x="7815580" y="2274950"/>
              <a:ext cx="229870" cy="426719"/>
            </a:xfrm>
            <a:custGeom>
              <a:rect b="b" l="l" r="r" t="t"/>
              <a:pathLst>
                <a:path extrusionOk="0" h="426719" w="229870">
                  <a:moveTo>
                    <a:pt x="204978" y="266827"/>
                  </a:moveTo>
                  <a:lnTo>
                    <a:pt x="204851" y="265976"/>
                  </a:lnTo>
                  <a:lnTo>
                    <a:pt x="204851" y="266827"/>
                  </a:lnTo>
                  <a:lnTo>
                    <a:pt x="204978" y="266827"/>
                  </a:lnTo>
                  <a:close/>
                </a:path>
                <a:path extrusionOk="0" h="426719" w="229870">
                  <a:moveTo>
                    <a:pt x="229870" y="265049"/>
                  </a:moveTo>
                  <a:lnTo>
                    <a:pt x="229743" y="263144"/>
                  </a:lnTo>
                  <a:lnTo>
                    <a:pt x="222542" y="215265"/>
                  </a:lnTo>
                  <a:lnTo>
                    <a:pt x="222288" y="213614"/>
                  </a:lnTo>
                  <a:lnTo>
                    <a:pt x="221742" y="209931"/>
                  </a:lnTo>
                  <a:lnTo>
                    <a:pt x="221361" y="208280"/>
                  </a:lnTo>
                  <a:lnTo>
                    <a:pt x="208521" y="164719"/>
                  </a:lnTo>
                  <a:lnTo>
                    <a:pt x="207924" y="162687"/>
                  </a:lnTo>
                  <a:lnTo>
                    <a:pt x="205867" y="155702"/>
                  </a:lnTo>
                  <a:lnTo>
                    <a:pt x="205105" y="153670"/>
                  </a:lnTo>
                  <a:lnTo>
                    <a:pt x="189611" y="122428"/>
                  </a:lnTo>
                  <a:lnTo>
                    <a:pt x="188607" y="120396"/>
                  </a:lnTo>
                  <a:lnTo>
                    <a:pt x="183134" y="109347"/>
                  </a:lnTo>
                  <a:lnTo>
                    <a:pt x="181864" y="107442"/>
                  </a:lnTo>
                  <a:lnTo>
                    <a:pt x="168643" y="90043"/>
                  </a:lnTo>
                  <a:lnTo>
                    <a:pt x="167487" y="88519"/>
                  </a:lnTo>
                  <a:lnTo>
                    <a:pt x="156210" y="73660"/>
                  </a:lnTo>
                  <a:lnTo>
                    <a:pt x="154813" y="72136"/>
                  </a:lnTo>
                  <a:lnTo>
                    <a:pt x="148501" y="66294"/>
                  </a:lnTo>
                  <a:lnTo>
                    <a:pt x="129705" y="48895"/>
                  </a:lnTo>
                  <a:lnTo>
                    <a:pt x="128854" y="48133"/>
                  </a:lnTo>
                  <a:lnTo>
                    <a:pt x="128270" y="47625"/>
                  </a:lnTo>
                  <a:lnTo>
                    <a:pt x="112318" y="35560"/>
                  </a:lnTo>
                  <a:lnTo>
                    <a:pt x="111302" y="34798"/>
                  </a:lnTo>
                  <a:lnTo>
                    <a:pt x="103759" y="29083"/>
                  </a:lnTo>
                  <a:lnTo>
                    <a:pt x="102616" y="28321"/>
                  </a:lnTo>
                  <a:lnTo>
                    <a:pt x="100685" y="27178"/>
                  </a:lnTo>
                  <a:lnTo>
                    <a:pt x="93853" y="23114"/>
                  </a:lnTo>
                  <a:lnTo>
                    <a:pt x="56134" y="4953"/>
                  </a:lnTo>
                  <a:lnTo>
                    <a:pt x="44094" y="1816"/>
                  </a:lnTo>
                  <a:lnTo>
                    <a:pt x="42291" y="0"/>
                  </a:lnTo>
                  <a:lnTo>
                    <a:pt x="36195" y="0"/>
                  </a:lnTo>
                  <a:lnTo>
                    <a:pt x="29591" y="0"/>
                  </a:lnTo>
                  <a:lnTo>
                    <a:pt x="29464" y="127"/>
                  </a:lnTo>
                  <a:lnTo>
                    <a:pt x="22301" y="254"/>
                  </a:lnTo>
                  <a:lnTo>
                    <a:pt x="17780" y="254"/>
                  </a:lnTo>
                  <a:lnTo>
                    <a:pt x="15367" y="381"/>
                  </a:lnTo>
                  <a:lnTo>
                    <a:pt x="8890" y="381"/>
                  </a:lnTo>
                  <a:lnTo>
                    <a:pt x="8750" y="508"/>
                  </a:lnTo>
                  <a:lnTo>
                    <a:pt x="4953" y="508"/>
                  </a:lnTo>
                  <a:lnTo>
                    <a:pt x="0" y="5461"/>
                  </a:lnTo>
                  <a:lnTo>
                    <a:pt x="0" y="17780"/>
                  </a:lnTo>
                  <a:lnTo>
                    <a:pt x="4953" y="22733"/>
                  </a:lnTo>
                  <a:lnTo>
                    <a:pt x="6781" y="22733"/>
                  </a:lnTo>
                  <a:lnTo>
                    <a:pt x="17018" y="33515"/>
                  </a:lnTo>
                  <a:lnTo>
                    <a:pt x="17018" y="35052"/>
                  </a:lnTo>
                  <a:lnTo>
                    <a:pt x="21844" y="39878"/>
                  </a:lnTo>
                  <a:lnTo>
                    <a:pt x="33528" y="39878"/>
                  </a:lnTo>
                  <a:lnTo>
                    <a:pt x="38227" y="35052"/>
                  </a:lnTo>
                  <a:lnTo>
                    <a:pt x="38227" y="29210"/>
                  </a:lnTo>
                  <a:lnTo>
                    <a:pt x="38227" y="24282"/>
                  </a:lnTo>
                  <a:lnTo>
                    <a:pt x="89573" y="48463"/>
                  </a:lnTo>
                  <a:lnTo>
                    <a:pt x="137198" y="89255"/>
                  </a:lnTo>
                  <a:lnTo>
                    <a:pt x="161391" y="121399"/>
                  </a:lnTo>
                  <a:lnTo>
                    <a:pt x="182346" y="163906"/>
                  </a:lnTo>
                  <a:lnTo>
                    <a:pt x="197205" y="214337"/>
                  </a:lnTo>
                  <a:lnTo>
                    <a:pt x="204851" y="265976"/>
                  </a:lnTo>
                  <a:lnTo>
                    <a:pt x="204851" y="265049"/>
                  </a:lnTo>
                  <a:lnTo>
                    <a:pt x="204978" y="266827"/>
                  </a:lnTo>
                  <a:lnTo>
                    <a:pt x="204851" y="331597"/>
                  </a:lnTo>
                  <a:lnTo>
                    <a:pt x="204851" y="336156"/>
                  </a:lnTo>
                  <a:lnTo>
                    <a:pt x="198907" y="351256"/>
                  </a:lnTo>
                  <a:lnTo>
                    <a:pt x="191376" y="363524"/>
                  </a:lnTo>
                  <a:lnTo>
                    <a:pt x="176631" y="378841"/>
                  </a:lnTo>
                  <a:lnTo>
                    <a:pt x="175133" y="378841"/>
                  </a:lnTo>
                  <a:lnTo>
                    <a:pt x="169926" y="384175"/>
                  </a:lnTo>
                  <a:lnTo>
                    <a:pt x="169926" y="385953"/>
                  </a:lnTo>
                  <a:lnTo>
                    <a:pt x="155956" y="401066"/>
                  </a:lnTo>
                  <a:lnTo>
                    <a:pt x="155194" y="402082"/>
                  </a:lnTo>
                  <a:lnTo>
                    <a:pt x="143052" y="418719"/>
                  </a:lnTo>
                  <a:lnTo>
                    <a:pt x="142875" y="418719"/>
                  </a:lnTo>
                  <a:lnTo>
                    <a:pt x="141097" y="420497"/>
                  </a:lnTo>
                  <a:lnTo>
                    <a:pt x="141097" y="424815"/>
                  </a:lnTo>
                  <a:lnTo>
                    <a:pt x="142875" y="426593"/>
                  </a:lnTo>
                  <a:lnTo>
                    <a:pt x="147193" y="426593"/>
                  </a:lnTo>
                  <a:lnTo>
                    <a:pt x="148082" y="425704"/>
                  </a:lnTo>
                  <a:lnTo>
                    <a:pt x="167513" y="418211"/>
                  </a:lnTo>
                  <a:lnTo>
                    <a:pt x="170815" y="416179"/>
                  </a:lnTo>
                  <a:lnTo>
                    <a:pt x="186309" y="402463"/>
                  </a:lnTo>
                  <a:lnTo>
                    <a:pt x="188214" y="402463"/>
                  </a:lnTo>
                  <a:lnTo>
                    <a:pt x="193548" y="397256"/>
                  </a:lnTo>
                  <a:lnTo>
                    <a:pt x="193548" y="395732"/>
                  </a:lnTo>
                  <a:lnTo>
                    <a:pt x="209677" y="380111"/>
                  </a:lnTo>
                  <a:lnTo>
                    <a:pt x="211582" y="377825"/>
                  </a:lnTo>
                  <a:lnTo>
                    <a:pt x="219913" y="364744"/>
                  </a:lnTo>
                  <a:lnTo>
                    <a:pt x="220726" y="363474"/>
                  </a:lnTo>
                  <a:lnTo>
                    <a:pt x="221157" y="362585"/>
                  </a:lnTo>
                  <a:lnTo>
                    <a:pt x="221742" y="361442"/>
                  </a:lnTo>
                  <a:lnTo>
                    <a:pt x="225336" y="352298"/>
                  </a:lnTo>
                  <a:lnTo>
                    <a:pt x="226123" y="350266"/>
                  </a:lnTo>
                  <a:lnTo>
                    <a:pt x="226898" y="348284"/>
                  </a:lnTo>
                  <a:lnTo>
                    <a:pt x="229870" y="345313"/>
                  </a:lnTo>
                  <a:lnTo>
                    <a:pt x="229870" y="338455"/>
                  </a:lnTo>
                  <a:lnTo>
                    <a:pt x="229870" y="333883"/>
                  </a:lnTo>
                  <a:lnTo>
                    <a:pt x="229870" y="331597"/>
                  </a:lnTo>
                  <a:lnTo>
                    <a:pt x="229870" y="265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6"/>
            <p:cNvSpPr/>
            <p:nvPr/>
          </p:nvSpPr>
          <p:spPr>
            <a:xfrm>
              <a:off x="8626093" y="2380741"/>
              <a:ext cx="55879" cy="264160"/>
            </a:xfrm>
            <a:custGeom>
              <a:rect b="b" l="l" r="r" t="t"/>
              <a:pathLst>
                <a:path extrusionOk="0" h="264160" w="55879">
                  <a:moveTo>
                    <a:pt x="54949" y="251841"/>
                  </a:moveTo>
                  <a:lnTo>
                    <a:pt x="31876" y="251841"/>
                  </a:lnTo>
                  <a:lnTo>
                    <a:pt x="32003" y="253111"/>
                  </a:lnTo>
                  <a:lnTo>
                    <a:pt x="31970" y="253430"/>
                  </a:lnTo>
                  <a:lnTo>
                    <a:pt x="32089" y="254127"/>
                  </a:lnTo>
                  <a:lnTo>
                    <a:pt x="38607" y="263779"/>
                  </a:lnTo>
                  <a:lnTo>
                    <a:pt x="39497" y="264160"/>
                  </a:lnTo>
                  <a:lnTo>
                    <a:pt x="55245" y="254127"/>
                  </a:lnTo>
                  <a:lnTo>
                    <a:pt x="55198" y="253111"/>
                  </a:lnTo>
                  <a:lnTo>
                    <a:pt x="54949" y="251841"/>
                  </a:lnTo>
                  <a:close/>
                </a:path>
                <a:path extrusionOk="0" h="264160" w="55879">
                  <a:moveTo>
                    <a:pt x="55222" y="248158"/>
                  </a:moveTo>
                  <a:lnTo>
                    <a:pt x="54228" y="248158"/>
                  </a:lnTo>
                  <a:lnTo>
                    <a:pt x="54609" y="248920"/>
                  </a:lnTo>
                  <a:lnTo>
                    <a:pt x="54383" y="248947"/>
                  </a:lnTo>
                  <a:lnTo>
                    <a:pt x="55260" y="253430"/>
                  </a:lnTo>
                  <a:lnTo>
                    <a:pt x="55222" y="248158"/>
                  </a:lnTo>
                  <a:close/>
                </a:path>
                <a:path extrusionOk="0" h="264160" w="55879">
                  <a:moveTo>
                    <a:pt x="31925" y="252666"/>
                  </a:moveTo>
                  <a:lnTo>
                    <a:pt x="31951" y="253111"/>
                  </a:lnTo>
                  <a:lnTo>
                    <a:pt x="31925" y="252666"/>
                  </a:lnTo>
                  <a:close/>
                </a:path>
                <a:path extrusionOk="0" h="264160" w="55879">
                  <a:moveTo>
                    <a:pt x="51599" y="197866"/>
                  </a:moveTo>
                  <a:lnTo>
                    <a:pt x="27812" y="197866"/>
                  </a:lnTo>
                  <a:lnTo>
                    <a:pt x="27939" y="199009"/>
                  </a:lnTo>
                  <a:lnTo>
                    <a:pt x="28575" y="216281"/>
                  </a:lnTo>
                  <a:lnTo>
                    <a:pt x="29336" y="230124"/>
                  </a:lnTo>
                  <a:lnTo>
                    <a:pt x="29972" y="240411"/>
                  </a:lnTo>
                  <a:lnTo>
                    <a:pt x="31182" y="248158"/>
                  </a:lnTo>
                  <a:lnTo>
                    <a:pt x="31309" y="249174"/>
                  </a:lnTo>
                  <a:lnTo>
                    <a:pt x="31925" y="252666"/>
                  </a:lnTo>
                  <a:lnTo>
                    <a:pt x="31876" y="251841"/>
                  </a:lnTo>
                  <a:lnTo>
                    <a:pt x="54949" y="251841"/>
                  </a:lnTo>
                  <a:lnTo>
                    <a:pt x="54875" y="251460"/>
                  </a:lnTo>
                  <a:lnTo>
                    <a:pt x="33781" y="251460"/>
                  </a:lnTo>
                  <a:lnTo>
                    <a:pt x="35051" y="245872"/>
                  </a:lnTo>
                  <a:lnTo>
                    <a:pt x="35178" y="245491"/>
                  </a:lnTo>
                  <a:lnTo>
                    <a:pt x="37337" y="237490"/>
                  </a:lnTo>
                  <a:lnTo>
                    <a:pt x="37846" y="236093"/>
                  </a:lnTo>
                  <a:lnTo>
                    <a:pt x="42036" y="227203"/>
                  </a:lnTo>
                  <a:lnTo>
                    <a:pt x="52994" y="227203"/>
                  </a:lnTo>
                  <a:lnTo>
                    <a:pt x="52318" y="215137"/>
                  </a:lnTo>
                  <a:lnTo>
                    <a:pt x="51599" y="197866"/>
                  </a:lnTo>
                  <a:close/>
                </a:path>
                <a:path extrusionOk="0" h="264160" w="55879">
                  <a:moveTo>
                    <a:pt x="48259" y="227203"/>
                  </a:moveTo>
                  <a:lnTo>
                    <a:pt x="42036" y="227203"/>
                  </a:lnTo>
                  <a:lnTo>
                    <a:pt x="37846" y="236093"/>
                  </a:lnTo>
                  <a:lnTo>
                    <a:pt x="37337" y="237490"/>
                  </a:lnTo>
                  <a:lnTo>
                    <a:pt x="35178" y="245491"/>
                  </a:lnTo>
                  <a:lnTo>
                    <a:pt x="35051" y="245872"/>
                  </a:lnTo>
                  <a:lnTo>
                    <a:pt x="33781" y="251460"/>
                  </a:lnTo>
                  <a:lnTo>
                    <a:pt x="54383" y="248947"/>
                  </a:lnTo>
                  <a:lnTo>
                    <a:pt x="54228" y="248158"/>
                  </a:lnTo>
                  <a:lnTo>
                    <a:pt x="55222" y="248158"/>
                  </a:lnTo>
                  <a:lnTo>
                    <a:pt x="54830" y="245491"/>
                  </a:lnTo>
                  <a:lnTo>
                    <a:pt x="54392" y="242804"/>
                  </a:lnTo>
                  <a:lnTo>
                    <a:pt x="52958" y="237490"/>
                  </a:lnTo>
                  <a:lnTo>
                    <a:pt x="52450" y="236093"/>
                  </a:lnTo>
                  <a:lnTo>
                    <a:pt x="48259" y="227203"/>
                  </a:lnTo>
                  <a:close/>
                </a:path>
                <a:path extrusionOk="0" h="264160" w="55879">
                  <a:moveTo>
                    <a:pt x="54383" y="248947"/>
                  </a:moveTo>
                  <a:lnTo>
                    <a:pt x="33781" y="251460"/>
                  </a:lnTo>
                  <a:lnTo>
                    <a:pt x="54875" y="251460"/>
                  </a:lnTo>
                  <a:lnTo>
                    <a:pt x="54383" y="248947"/>
                  </a:lnTo>
                  <a:close/>
                </a:path>
                <a:path extrusionOk="0" h="264160" w="55879">
                  <a:moveTo>
                    <a:pt x="54946" y="244856"/>
                  </a:moveTo>
                  <a:lnTo>
                    <a:pt x="54736" y="244856"/>
                  </a:lnTo>
                  <a:lnTo>
                    <a:pt x="55357" y="249073"/>
                  </a:lnTo>
                  <a:lnTo>
                    <a:pt x="55349" y="248158"/>
                  </a:lnTo>
                  <a:lnTo>
                    <a:pt x="55117" y="245491"/>
                  </a:lnTo>
                  <a:lnTo>
                    <a:pt x="54946" y="244856"/>
                  </a:lnTo>
                  <a:close/>
                </a:path>
                <a:path extrusionOk="0" h="264160" w="55879">
                  <a:moveTo>
                    <a:pt x="54228" y="248158"/>
                  </a:moveTo>
                  <a:lnTo>
                    <a:pt x="54383" y="248947"/>
                  </a:lnTo>
                  <a:lnTo>
                    <a:pt x="54609" y="248920"/>
                  </a:lnTo>
                  <a:lnTo>
                    <a:pt x="54228" y="248158"/>
                  </a:lnTo>
                  <a:close/>
                </a:path>
                <a:path extrusionOk="0" h="264160" w="55879">
                  <a:moveTo>
                    <a:pt x="54392" y="242804"/>
                  </a:moveTo>
                  <a:lnTo>
                    <a:pt x="54736" y="244983"/>
                  </a:lnTo>
                  <a:lnTo>
                    <a:pt x="54946" y="244856"/>
                  </a:lnTo>
                  <a:lnTo>
                    <a:pt x="54392" y="242804"/>
                  </a:lnTo>
                  <a:close/>
                </a:path>
                <a:path extrusionOk="0" h="264160" w="55879">
                  <a:moveTo>
                    <a:pt x="54736" y="244856"/>
                  </a:moveTo>
                  <a:close/>
                </a:path>
                <a:path extrusionOk="0" h="264160" w="55879">
                  <a:moveTo>
                    <a:pt x="52994" y="227203"/>
                  </a:moveTo>
                  <a:lnTo>
                    <a:pt x="48259" y="227203"/>
                  </a:lnTo>
                  <a:lnTo>
                    <a:pt x="52450" y="236093"/>
                  </a:lnTo>
                  <a:lnTo>
                    <a:pt x="52958" y="237490"/>
                  </a:lnTo>
                  <a:lnTo>
                    <a:pt x="54392" y="242804"/>
                  </a:lnTo>
                  <a:lnTo>
                    <a:pt x="53734" y="238633"/>
                  </a:lnTo>
                  <a:lnTo>
                    <a:pt x="53182" y="230124"/>
                  </a:lnTo>
                  <a:lnTo>
                    <a:pt x="53085" y="228854"/>
                  </a:lnTo>
                  <a:lnTo>
                    <a:pt x="52994" y="227203"/>
                  </a:lnTo>
                  <a:close/>
                </a:path>
                <a:path extrusionOk="0" h="264160" w="55879">
                  <a:moveTo>
                    <a:pt x="53712" y="238491"/>
                  </a:moveTo>
                  <a:lnTo>
                    <a:pt x="53721" y="238633"/>
                  </a:lnTo>
                  <a:lnTo>
                    <a:pt x="53712" y="238491"/>
                  </a:lnTo>
                  <a:close/>
                </a:path>
                <a:path extrusionOk="0" h="264160" w="55879">
                  <a:moveTo>
                    <a:pt x="53664" y="237744"/>
                  </a:moveTo>
                  <a:lnTo>
                    <a:pt x="53712" y="238491"/>
                  </a:lnTo>
                  <a:lnTo>
                    <a:pt x="53664" y="237744"/>
                  </a:lnTo>
                  <a:close/>
                </a:path>
                <a:path extrusionOk="0" h="264160" w="55879">
                  <a:moveTo>
                    <a:pt x="53085" y="228600"/>
                  </a:moveTo>
                  <a:lnTo>
                    <a:pt x="53085" y="228854"/>
                  </a:lnTo>
                  <a:lnTo>
                    <a:pt x="53085" y="228600"/>
                  </a:lnTo>
                  <a:close/>
                </a:path>
                <a:path extrusionOk="0" h="264160" w="55879">
                  <a:moveTo>
                    <a:pt x="27826" y="198202"/>
                  </a:moveTo>
                  <a:lnTo>
                    <a:pt x="27860" y="199009"/>
                  </a:lnTo>
                  <a:lnTo>
                    <a:pt x="27826" y="198202"/>
                  </a:lnTo>
                  <a:close/>
                </a:path>
                <a:path extrusionOk="0" h="264160" w="55879">
                  <a:moveTo>
                    <a:pt x="40591" y="104521"/>
                  </a:moveTo>
                  <a:lnTo>
                    <a:pt x="16890" y="104521"/>
                  </a:lnTo>
                  <a:lnTo>
                    <a:pt x="19684" y="128905"/>
                  </a:lnTo>
                  <a:lnTo>
                    <a:pt x="22986" y="154305"/>
                  </a:lnTo>
                  <a:lnTo>
                    <a:pt x="25019" y="177546"/>
                  </a:lnTo>
                  <a:lnTo>
                    <a:pt x="25019" y="178181"/>
                  </a:lnTo>
                  <a:lnTo>
                    <a:pt x="27826" y="198202"/>
                  </a:lnTo>
                  <a:lnTo>
                    <a:pt x="27812" y="197866"/>
                  </a:lnTo>
                  <a:lnTo>
                    <a:pt x="51599" y="197866"/>
                  </a:lnTo>
                  <a:lnTo>
                    <a:pt x="51561" y="195834"/>
                  </a:lnTo>
                  <a:lnTo>
                    <a:pt x="48729" y="175513"/>
                  </a:lnTo>
                  <a:lnTo>
                    <a:pt x="46481" y="151637"/>
                  </a:lnTo>
                  <a:lnTo>
                    <a:pt x="46481" y="151257"/>
                  </a:lnTo>
                  <a:lnTo>
                    <a:pt x="43196" y="126237"/>
                  </a:lnTo>
                  <a:lnTo>
                    <a:pt x="40591" y="104521"/>
                  </a:lnTo>
                  <a:close/>
                </a:path>
                <a:path extrusionOk="0" h="264160" w="55879">
                  <a:moveTo>
                    <a:pt x="48640" y="174879"/>
                  </a:moveTo>
                  <a:lnTo>
                    <a:pt x="48640" y="175513"/>
                  </a:lnTo>
                  <a:lnTo>
                    <a:pt x="48640" y="174879"/>
                  </a:lnTo>
                  <a:close/>
                </a:path>
                <a:path extrusionOk="0" h="264160" w="55879">
                  <a:moveTo>
                    <a:pt x="22859" y="153797"/>
                  </a:moveTo>
                  <a:lnTo>
                    <a:pt x="22906" y="154305"/>
                  </a:lnTo>
                  <a:lnTo>
                    <a:pt x="22859" y="153797"/>
                  </a:lnTo>
                  <a:close/>
                </a:path>
                <a:path extrusionOk="0" h="264160" w="55879">
                  <a:moveTo>
                    <a:pt x="43179" y="126111"/>
                  </a:moveTo>
                  <a:close/>
                </a:path>
                <a:path extrusionOk="0" h="264160" w="55879">
                  <a:moveTo>
                    <a:pt x="37083" y="80010"/>
                  </a:moveTo>
                  <a:lnTo>
                    <a:pt x="13461" y="80010"/>
                  </a:lnTo>
                  <a:lnTo>
                    <a:pt x="16890" y="104775"/>
                  </a:lnTo>
                  <a:lnTo>
                    <a:pt x="16890" y="104521"/>
                  </a:lnTo>
                  <a:lnTo>
                    <a:pt x="40591" y="104521"/>
                  </a:lnTo>
                  <a:lnTo>
                    <a:pt x="40258" y="101727"/>
                  </a:lnTo>
                  <a:lnTo>
                    <a:pt x="40258" y="101473"/>
                  </a:lnTo>
                  <a:lnTo>
                    <a:pt x="37083" y="80010"/>
                  </a:lnTo>
                  <a:close/>
                </a:path>
                <a:path extrusionOk="0" h="264160" w="55879">
                  <a:moveTo>
                    <a:pt x="6795" y="40191"/>
                  </a:moveTo>
                  <a:lnTo>
                    <a:pt x="9525" y="58800"/>
                  </a:lnTo>
                  <a:lnTo>
                    <a:pt x="9651" y="59182"/>
                  </a:lnTo>
                  <a:lnTo>
                    <a:pt x="13461" y="80391"/>
                  </a:lnTo>
                  <a:lnTo>
                    <a:pt x="13461" y="80010"/>
                  </a:lnTo>
                  <a:lnTo>
                    <a:pt x="37083" y="80010"/>
                  </a:lnTo>
                  <a:lnTo>
                    <a:pt x="36575" y="76581"/>
                  </a:lnTo>
                  <a:lnTo>
                    <a:pt x="36449" y="76200"/>
                  </a:lnTo>
                  <a:lnTo>
                    <a:pt x="32481" y="55372"/>
                  </a:lnTo>
                  <a:lnTo>
                    <a:pt x="32430" y="54863"/>
                  </a:lnTo>
                  <a:lnTo>
                    <a:pt x="30256" y="41275"/>
                  </a:lnTo>
                  <a:lnTo>
                    <a:pt x="7111" y="41275"/>
                  </a:lnTo>
                  <a:lnTo>
                    <a:pt x="6795" y="40191"/>
                  </a:lnTo>
                  <a:close/>
                </a:path>
                <a:path extrusionOk="0" h="264160" w="55879">
                  <a:moveTo>
                    <a:pt x="32430" y="54863"/>
                  </a:moveTo>
                  <a:lnTo>
                    <a:pt x="32511" y="55372"/>
                  </a:lnTo>
                  <a:lnTo>
                    <a:pt x="32430" y="54863"/>
                  </a:lnTo>
                  <a:close/>
                </a:path>
                <a:path extrusionOk="0" h="264160" w="55879">
                  <a:moveTo>
                    <a:pt x="6730" y="39750"/>
                  </a:moveTo>
                  <a:lnTo>
                    <a:pt x="6795" y="40191"/>
                  </a:lnTo>
                  <a:lnTo>
                    <a:pt x="7111" y="41275"/>
                  </a:lnTo>
                  <a:lnTo>
                    <a:pt x="6730" y="39750"/>
                  </a:lnTo>
                  <a:close/>
                </a:path>
                <a:path extrusionOk="0" h="264160" w="55879">
                  <a:moveTo>
                    <a:pt x="30012" y="39750"/>
                  </a:moveTo>
                  <a:lnTo>
                    <a:pt x="6730" y="39750"/>
                  </a:lnTo>
                  <a:lnTo>
                    <a:pt x="7111" y="41275"/>
                  </a:lnTo>
                  <a:lnTo>
                    <a:pt x="30256" y="41275"/>
                  </a:lnTo>
                  <a:lnTo>
                    <a:pt x="30012" y="39750"/>
                  </a:lnTo>
                  <a:close/>
                </a:path>
                <a:path extrusionOk="0" h="264160" w="55879">
                  <a:moveTo>
                    <a:pt x="21270" y="2516"/>
                  </a:moveTo>
                  <a:lnTo>
                    <a:pt x="21081" y="3556"/>
                  </a:lnTo>
                  <a:lnTo>
                    <a:pt x="21050" y="9779"/>
                  </a:lnTo>
                  <a:lnTo>
                    <a:pt x="20827" y="30607"/>
                  </a:lnTo>
                  <a:lnTo>
                    <a:pt x="11302" y="30734"/>
                  </a:lnTo>
                  <a:lnTo>
                    <a:pt x="4033" y="30734"/>
                  </a:lnTo>
                  <a:lnTo>
                    <a:pt x="6795" y="40191"/>
                  </a:lnTo>
                  <a:lnTo>
                    <a:pt x="6730" y="39750"/>
                  </a:lnTo>
                  <a:lnTo>
                    <a:pt x="30012" y="39750"/>
                  </a:lnTo>
                  <a:lnTo>
                    <a:pt x="29463" y="36322"/>
                  </a:lnTo>
                  <a:lnTo>
                    <a:pt x="29082" y="34671"/>
                  </a:lnTo>
                  <a:lnTo>
                    <a:pt x="27898" y="30734"/>
                  </a:lnTo>
                  <a:lnTo>
                    <a:pt x="11302" y="30734"/>
                  </a:lnTo>
                  <a:lnTo>
                    <a:pt x="4005" y="30636"/>
                  </a:lnTo>
                  <a:lnTo>
                    <a:pt x="27869" y="30636"/>
                  </a:lnTo>
                  <a:lnTo>
                    <a:pt x="25032" y="21209"/>
                  </a:lnTo>
                  <a:lnTo>
                    <a:pt x="24891" y="21209"/>
                  </a:lnTo>
                  <a:lnTo>
                    <a:pt x="22758" y="12065"/>
                  </a:lnTo>
                  <a:lnTo>
                    <a:pt x="22478" y="12065"/>
                  </a:lnTo>
                  <a:lnTo>
                    <a:pt x="22225" y="9779"/>
                  </a:lnTo>
                  <a:lnTo>
                    <a:pt x="22478" y="9779"/>
                  </a:lnTo>
                  <a:lnTo>
                    <a:pt x="22478" y="2667"/>
                  </a:lnTo>
                  <a:lnTo>
                    <a:pt x="21270" y="2516"/>
                  </a:lnTo>
                  <a:close/>
                </a:path>
                <a:path extrusionOk="0" h="264160" w="55879">
                  <a:moveTo>
                    <a:pt x="11302" y="1278"/>
                  </a:moveTo>
                  <a:lnTo>
                    <a:pt x="1335" y="2516"/>
                  </a:lnTo>
                  <a:lnTo>
                    <a:pt x="1397" y="4063"/>
                  </a:lnTo>
                  <a:lnTo>
                    <a:pt x="1558" y="4953"/>
                  </a:lnTo>
                  <a:lnTo>
                    <a:pt x="1555" y="9779"/>
                  </a:lnTo>
                  <a:lnTo>
                    <a:pt x="1667" y="20320"/>
                  </a:lnTo>
                  <a:lnTo>
                    <a:pt x="1786" y="21209"/>
                  </a:lnTo>
                  <a:lnTo>
                    <a:pt x="2794" y="26035"/>
                  </a:lnTo>
                  <a:lnTo>
                    <a:pt x="2921" y="26924"/>
                  </a:lnTo>
                  <a:lnTo>
                    <a:pt x="4005" y="30636"/>
                  </a:lnTo>
                  <a:lnTo>
                    <a:pt x="11302" y="30734"/>
                  </a:lnTo>
                  <a:lnTo>
                    <a:pt x="20827" y="30607"/>
                  </a:lnTo>
                  <a:lnTo>
                    <a:pt x="21050" y="9779"/>
                  </a:lnTo>
                  <a:lnTo>
                    <a:pt x="21081" y="3556"/>
                  </a:lnTo>
                  <a:lnTo>
                    <a:pt x="21270" y="2516"/>
                  </a:lnTo>
                  <a:lnTo>
                    <a:pt x="11302" y="1278"/>
                  </a:lnTo>
                  <a:close/>
                </a:path>
                <a:path extrusionOk="0" h="264160" w="55879">
                  <a:moveTo>
                    <a:pt x="1671" y="20659"/>
                  </a:moveTo>
                  <a:lnTo>
                    <a:pt x="1777" y="30607"/>
                  </a:lnTo>
                  <a:lnTo>
                    <a:pt x="4005" y="30636"/>
                  </a:lnTo>
                  <a:lnTo>
                    <a:pt x="2921" y="26924"/>
                  </a:lnTo>
                  <a:lnTo>
                    <a:pt x="2794" y="26035"/>
                  </a:lnTo>
                  <a:lnTo>
                    <a:pt x="1671" y="20659"/>
                  </a:lnTo>
                  <a:close/>
                </a:path>
                <a:path extrusionOk="0" h="264160" w="55879">
                  <a:moveTo>
                    <a:pt x="24764" y="20320"/>
                  </a:moveTo>
                  <a:lnTo>
                    <a:pt x="24891" y="21209"/>
                  </a:lnTo>
                  <a:lnTo>
                    <a:pt x="25032" y="21209"/>
                  </a:lnTo>
                  <a:lnTo>
                    <a:pt x="24764" y="20320"/>
                  </a:lnTo>
                  <a:close/>
                </a:path>
                <a:path extrusionOk="0" h="264160" w="55879">
                  <a:moveTo>
                    <a:pt x="1335" y="2516"/>
                  </a:moveTo>
                  <a:lnTo>
                    <a:pt x="126" y="2667"/>
                  </a:lnTo>
                  <a:lnTo>
                    <a:pt x="0" y="12065"/>
                  </a:lnTo>
                  <a:lnTo>
                    <a:pt x="380" y="14478"/>
                  </a:lnTo>
                  <a:lnTo>
                    <a:pt x="1671" y="20659"/>
                  </a:lnTo>
                  <a:lnTo>
                    <a:pt x="1555" y="9779"/>
                  </a:lnTo>
                  <a:lnTo>
                    <a:pt x="1558" y="4953"/>
                  </a:lnTo>
                  <a:lnTo>
                    <a:pt x="1524" y="3556"/>
                  </a:lnTo>
                  <a:lnTo>
                    <a:pt x="1335" y="2516"/>
                  </a:lnTo>
                  <a:close/>
                </a:path>
                <a:path extrusionOk="0" h="264160" w="55879">
                  <a:moveTo>
                    <a:pt x="22225" y="9779"/>
                  </a:moveTo>
                  <a:lnTo>
                    <a:pt x="22478" y="12065"/>
                  </a:lnTo>
                  <a:lnTo>
                    <a:pt x="22478" y="10867"/>
                  </a:lnTo>
                  <a:lnTo>
                    <a:pt x="22225" y="9779"/>
                  </a:lnTo>
                  <a:close/>
                </a:path>
                <a:path extrusionOk="0" h="264160" w="55879">
                  <a:moveTo>
                    <a:pt x="22478" y="10867"/>
                  </a:moveTo>
                  <a:lnTo>
                    <a:pt x="22478" y="12065"/>
                  </a:lnTo>
                  <a:lnTo>
                    <a:pt x="22758" y="12065"/>
                  </a:lnTo>
                  <a:lnTo>
                    <a:pt x="22478" y="10867"/>
                  </a:lnTo>
                  <a:close/>
                </a:path>
                <a:path extrusionOk="0" h="264160" w="55879">
                  <a:moveTo>
                    <a:pt x="22478" y="9779"/>
                  </a:moveTo>
                  <a:lnTo>
                    <a:pt x="22225" y="9779"/>
                  </a:lnTo>
                  <a:lnTo>
                    <a:pt x="22478" y="10867"/>
                  </a:lnTo>
                  <a:lnTo>
                    <a:pt x="22478" y="9779"/>
                  </a:lnTo>
                  <a:close/>
                </a:path>
                <a:path extrusionOk="0" h="264160" w="55879">
                  <a:moveTo>
                    <a:pt x="1405" y="48"/>
                  </a:moveTo>
                  <a:lnTo>
                    <a:pt x="1430" y="1278"/>
                  </a:lnTo>
                  <a:lnTo>
                    <a:pt x="1335" y="2516"/>
                  </a:lnTo>
                  <a:lnTo>
                    <a:pt x="11302" y="1278"/>
                  </a:lnTo>
                  <a:lnTo>
                    <a:pt x="1405" y="48"/>
                  </a:lnTo>
                  <a:close/>
                </a:path>
                <a:path extrusionOk="0" h="264160" w="55879">
                  <a:moveTo>
                    <a:pt x="21192" y="49"/>
                  </a:moveTo>
                  <a:lnTo>
                    <a:pt x="11302" y="1278"/>
                  </a:lnTo>
                  <a:lnTo>
                    <a:pt x="21270" y="2516"/>
                  </a:lnTo>
                  <a:lnTo>
                    <a:pt x="21335" y="2159"/>
                  </a:lnTo>
                  <a:lnTo>
                    <a:pt x="20954" y="762"/>
                  </a:lnTo>
                  <a:lnTo>
                    <a:pt x="21192" y="49"/>
                  </a:lnTo>
                  <a:close/>
                </a:path>
                <a:path extrusionOk="0" h="264160" w="55879">
                  <a:moveTo>
                    <a:pt x="1015" y="0"/>
                  </a:moveTo>
                  <a:lnTo>
                    <a:pt x="1142" y="762"/>
                  </a:lnTo>
                  <a:lnTo>
                    <a:pt x="1381" y="45"/>
                  </a:lnTo>
                  <a:lnTo>
                    <a:pt x="1015" y="0"/>
                  </a:lnTo>
                  <a:close/>
                </a:path>
                <a:path extrusionOk="0" h="264160" w="55879">
                  <a:moveTo>
                    <a:pt x="21589" y="0"/>
                  </a:moveTo>
                  <a:lnTo>
                    <a:pt x="21224" y="45"/>
                  </a:lnTo>
                  <a:lnTo>
                    <a:pt x="21462" y="762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6"/>
            <p:cNvSpPr/>
            <p:nvPr/>
          </p:nvSpPr>
          <p:spPr>
            <a:xfrm>
              <a:off x="9142857" y="2387091"/>
              <a:ext cx="123825" cy="341630"/>
            </a:xfrm>
            <a:custGeom>
              <a:rect b="b" l="l" r="r" t="t"/>
              <a:pathLst>
                <a:path extrusionOk="0" h="341630" w="123825">
                  <a:moveTo>
                    <a:pt x="123571" y="317373"/>
                  </a:moveTo>
                  <a:lnTo>
                    <a:pt x="120904" y="314706"/>
                  </a:lnTo>
                  <a:lnTo>
                    <a:pt x="114427" y="314706"/>
                  </a:lnTo>
                  <a:lnTo>
                    <a:pt x="113131" y="316001"/>
                  </a:lnTo>
                  <a:lnTo>
                    <a:pt x="107226" y="317995"/>
                  </a:lnTo>
                  <a:lnTo>
                    <a:pt x="95516" y="319760"/>
                  </a:lnTo>
                  <a:lnTo>
                    <a:pt x="85153" y="319405"/>
                  </a:lnTo>
                  <a:lnTo>
                    <a:pt x="82219" y="319316"/>
                  </a:lnTo>
                  <a:lnTo>
                    <a:pt x="82054" y="319278"/>
                  </a:lnTo>
                  <a:lnTo>
                    <a:pt x="76149" y="318262"/>
                  </a:lnTo>
                  <a:lnTo>
                    <a:pt x="72364" y="317614"/>
                  </a:lnTo>
                  <a:lnTo>
                    <a:pt x="71843" y="317373"/>
                  </a:lnTo>
                  <a:lnTo>
                    <a:pt x="65493" y="314452"/>
                  </a:lnTo>
                  <a:lnTo>
                    <a:pt x="63969" y="313753"/>
                  </a:lnTo>
                  <a:lnTo>
                    <a:pt x="63220" y="313182"/>
                  </a:lnTo>
                  <a:lnTo>
                    <a:pt x="56692" y="308229"/>
                  </a:lnTo>
                  <a:lnTo>
                    <a:pt x="55473" y="307301"/>
                  </a:lnTo>
                  <a:lnTo>
                    <a:pt x="54749" y="306451"/>
                  </a:lnTo>
                  <a:lnTo>
                    <a:pt x="47663" y="298069"/>
                  </a:lnTo>
                  <a:lnTo>
                    <a:pt x="47078" y="297395"/>
                  </a:lnTo>
                  <a:lnTo>
                    <a:pt x="46647" y="296672"/>
                  </a:lnTo>
                  <a:lnTo>
                    <a:pt x="39674" y="285115"/>
                  </a:lnTo>
                  <a:lnTo>
                    <a:pt x="38760" y="283616"/>
                  </a:lnTo>
                  <a:lnTo>
                    <a:pt x="38658" y="283337"/>
                  </a:lnTo>
                  <a:lnTo>
                    <a:pt x="32512" y="267843"/>
                  </a:lnTo>
                  <a:lnTo>
                    <a:pt x="32893" y="268605"/>
                  </a:lnTo>
                  <a:lnTo>
                    <a:pt x="32651" y="267843"/>
                  </a:lnTo>
                  <a:lnTo>
                    <a:pt x="26885" y="249301"/>
                  </a:lnTo>
                  <a:lnTo>
                    <a:pt x="26416" y="247815"/>
                  </a:lnTo>
                  <a:lnTo>
                    <a:pt x="23037" y="227457"/>
                  </a:lnTo>
                  <a:lnTo>
                    <a:pt x="22860" y="226326"/>
                  </a:lnTo>
                  <a:lnTo>
                    <a:pt x="22860" y="227457"/>
                  </a:lnTo>
                  <a:lnTo>
                    <a:pt x="22847" y="226326"/>
                  </a:lnTo>
                  <a:lnTo>
                    <a:pt x="22860" y="225552"/>
                  </a:lnTo>
                  <a:lnTo>
                    <a:pt x="22733" y="146558"/>
                  </a:lnTo>
                  <a:lnTo>
                    <a:pt x="22796" y="145669"/>
                  </a:lnTo>
                  <a:lnTo>
                    <a:pt x="24765" y="119253"/>
                  </a:lnTo>
                  <a:lnTo>
                    <a:pt x="24765" y="119888"/>
                  </a:lnTo>
                  <a:lnTo>
                    <a:pt x="24841" y="119253"/>
                  </a:lnTo>
                  <a:lnTo>
                    <a:pt x="27774" y="96647"/>
                  </a:lnTo>
                  <a:lnTo>
                    <a:pt x="27940" y="95377"/>
                  </a:lnTo>
                  <a:lnTo>
                    <a:pt x="27559" y="96647"/>
                  </a:lnTo>
                  <a:lnTo>
                    <a:pt x="33274" y="74676"/>
                  </a:lnTo>
                  <a:lnTo>
                    <a:pt x="37465" y="57785"/>
                  </a:lnTo>
                  <a:lnTo>
                    <a:pt x="38061" y="56261"/>
                  </a:lnTo>
                  <a:lnTo>
                    <a:pt x="42799" y="44323"/>
                  </a:lnTo>
                  <a:lnTo>
                    <a:pt x="43103" y="43688"/>
                  </a:lnTo>
                  <a:lnTo>
                    <a:pt x="47561" y="34671"/>
                  </a:lnTo>
                  <a:lnTo>
                    <a:pt x="47688" y="34417"/>
                  </a:lnTo>
                  <a:lnTo>
                    <a:pt x="51054" y="34417"/>
                  </a:lnTo>
                  <a:lnTo>
                    <a:pt x="54610" y="30861"/>
                  </a:lnTo>
                  <a:lnTo>
                    <a:pt x="54610" y="27724"/>
                  </a:lnTo>
                  <a:lnTo>
                    <a:pt x="55702" y="23622"/>
                  </a:lnTo>
                  <a:lnTo>
                    <a:pt x="57023" y="22352"/>
                  </a:lnTo>
                  <a:lnTo>
                    <a:pt x="57023" y="21463"/>
                  </a:lnTo>
                  <a:lnTo>
                    <a:pt x="57404" y="21463"/>
                  </a:lnTo>
                  <a:lnTo>
                    <a:pt x="58801" y="21463"/>
                  </a:lnTo>
                  <a:lnTo>
                    <a:pt x="63627" y="16637"/>
                  </a:lnTo>
                  <a:lnTo>
                    <a:pt x="63627" y="10668"/>
                  </a:lnTo>
                  <a:lnTo>
                    <a:pt x="63627" y="4826"/>
                  </a:lnTo>
                  <a:lnTo>
                    <a:pt x="58801" y="0"/>
                  </a:lnTo>
                  <a:lnTo>
                    <a:pt x="45466" y="0"/>
                  </a:lnTo>
                  <a:lnTo>
                    <a:pt x="40767" y="4826"/>
                  </a:lnTo>
                  <a:lnTo>
                    <a:pt x="40767" y="6426"/>
                  </a:lnTo>
                  <a:lnTo>
                    <a:pt x="39890" y="7366"/>
                  </a:lnTo>
                  <a:lnTo>
                    <a:pt x="39243" y="8128"/>
                  </a:lnTo>
                  <a:lnTo>
                    <a:pt x="35306" y="13970"/>
                  </a:lnTo>
                  <a:lnTo>
                    <a:pt x="35306" y="14097"/>
                  </a:lnTo>
                  <a:lnTo>
                    <a:pt x="29464" y="22733"/>
                  </a:lnTo>
                  <a:lnTo>
                    <a:pt x="28829" y="23876"/>
                  </a:lnTo>
                  <a:lnTo>
                    <a:pt x="22987" y="35433"/>
                  </a:lnTo>
                  <a:lnTo>
                    <a:pt x="17145" y="49403"/>
                  </a:lnTo>
                  <a:lnTo>
                    <a:pt x="16764" y="50927"/>
                  </a:lnTo>
                  <a:lnTo>
                    <a:pt x="11938" y="69215"/>
                  </a:lnTo>
                  <a:lnTo>
                    <a:pt x="11938" y="69088"/>
                  </a:lnTo>
                  <a:lnTo>
                    <a:pt x="11899" y="69215"/>
                  </a:lnTo>
                  <a:lnTo>
                    <a:pt x="6096" y="91059"/>
                  </a:lnTo>
                  <a:lnTo>
                    <a:pt x="5842" y="92456"/>
                  </a:lnTo>
                  <a:lnTo>
                    <a:pt x="2540" y="116967"/>
                  </a:lnTo>
                  <a:lnTo>
                    <a:pt x="2413" y="117475"/>
                  </a:lnTo>
                  <a:lnTo>
                    <a:pt x="254" y="144780"/>
                  </a:lnTo>
                  <a:lnTo>
                    <a:pt x="127" y="174117"/>
                  </a:lnTo>
                  <a:lnTo>
                    <a:pt x="0" y="227457"/>
                  </a:lnTo>
                  <a:lnTo>
                    <a:pt x="254" y="229235"/>
                  </a:lnTo>
                  <a:lnTo>
                    <a:pt x="4191" y="252984"/>
                  </a:lnTo>
                  <a:lnTo>
                    <a:pt x="4572" y="254508"/>
                  </a:lnTo>
                  <a:lnTo>
                    <a:pt x="10922" y="275463"/>
                  </a:lnTo>
                  <a:lnTo>
                    <a:pt x="11303" y="276225"/>
                  </a:lnTo>
                  <a:lnTo>
                    <a:pt x="18161" y="293497"/>
                  </a:lnTo>
                  <a:lnTo>
                    <a:pt x="40513" y="324739"/>
                  </a:lnTo>
                  <a:lnTo>
                    <a:pt x="79502" y="341376"/>
                  </a:lnTo>
                  <a:lnTo>
                    <a:pt x="81407" y="341503"/>
                  </a:lnTo>
                  <a:lnTo>
                    <a:pt x="96393" y="340995"/>
                  </a:lnTo>
                  <a:lnTo>
                    <a:pt x="101981" y="340995"/>
                  </a:lnTo>
                  <a:lnTo>
                    <a:pt x="104114" y="338810"/>
                  </a:lnTo>
                  <a:lnTo>
                    <a:pt x="112395" y="336042"/>
                  </a:lnTo>
                  <a:lnTo>
                    <a:pt x="117348" y="332232"/>
                  </a:lnTo>
                  <a:lnTo>
                    <a:pt x="121119" y="326301"/>
                  </a:lnTo>
                  <a:lnTo>
                    <a:pt x="123571" y="323850"/>
                  </a:lnTo>
                  <a:lnTo>
                    <a:pt x="123571" y="320675"/>
                  </a:lnTo>
                  <a:lnTo>
                    <a:pt x="123571" y="3173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6"/>
            <p:cNvSpPr/>
            <p:nvPr/>
          </p:nvSpPr>
          <p:spPr>
            <a:xfrm>
              <a:off x="9857740" y="2353055"/>
              <a:ext cx="127000" cy="345439"/>
            </a:xfrm>
            <a:custGeom>
              <a:rect b="b" l="l" r="r" t="t"/>
              <a:pathLst>
                <a:path extrusionOk="0" h="345439" w="127000">
                  <a:moveTo>
                    <a:pt x="23876" y="222885"/>
                  </a:moveTo>
                  <a:lnTo>
                    <a:pt x="23749" y="223774"/>
                  </a:lnTo>
                  <a:lnTo>
                    <a:pt x="23876" y="223774"/>
                  </a:lnTo>
                  <a:lnTo>
                    <a:pt x="23876" y="222885"/>
                  </a:lnTo>
                  <a:close/>
                </a:path>
                <a:path extrusionOk="0" h="345439" w="127000">
                  <a:moveTo>
                    <a:pt x="126492" y="332613"/>
                  </a:moveTo>
                  <a:lnTo>
                    <a:pt x="124714" y="330835"/>
                  </a:lnTo>
                  <a:lnTo>
                    <a:pt x="122936" y="330835"/>
                  </a:lnTo>
                  <a:lnTo>
                    <a:pt x="99441" y="324866"/>
                  </a:lnTo>
                  <a:lnTo>
                    <a:pt x="98552" y="324739"/>
                  </a:lnTo>
                  <a:lnTo>
                    <a:pt x="76238" y="320878"/>
                  </a:lnTo>
                  <a:lnTo>
                    <a:pt x="75184" y="319786"/>
                  </a:lnTo>
                  <a:lnTo>
                    <a:pt x="70269" y="319786"/>
                  </a:lnTo>
                  <a:lnTo>
                    <a:pt x="52882" y="314706"/>
                  </a:lnTo>
                  <a:lnTo>
                    <a:pt x="46532" y="312864"/>
                  </a:lnTo>
                  <a:lnTo>
                    <a:pt x="44450" y="310769"/>
                  </a:lnTo>
                  <a:lnTo>
                    <a:pt x="43167" y="310769"/>
                  </a:lnTo>
                  <a:lnTo>
                    <a:pt x="33451" y="299974"/>
                  </a:lnTo>
                  <a:lnTo>
                    <a:pt x="31902" y="298259"/>
                  </a:lnTo>
                  <a:lnTo>
                    <a:pt x="31229" y="296672"/>
                  </a:lnTo>
                  <a:lnTo>
                    <a:pt x="24803" y="281559"/>
                  </a:lnTo>
                  <a:lnTo>
                    <a:pt x="23876" y="279387"/>
                  </a:lnTo>
                  <a:lnTo>
                    <a:pt x="23876" y="276987"/>
                  </a:lnTo>
                  <a:lnTo>
                    <a:pt x="23876" y="274955"/>
                  </a:lnTo>
                  <a:lnTo>
                    <a:pt x="23749" y="223774"/>
                  </a:lnTo>
                  <a:lnTo>
                    <a:pt x="25819" y="191897"/>
                  </a:lnTo>
                  <a:lnTo>
                    <a:pt x="25844" y="191490"/>
                  </a:lnTo>
                  <a:lnTo>
                    <a:pt x="25781" y="191897"/>
                  </a:lnTo>
                  <a:lnTo>
                    <a:pt x="25908" y="190627"/>
                  </a:lnTo>
                  <a:lnTo>
                    <a:pt x="25844" y="191490"/>
                  </a:lnTo>
                  <a:lnTo>
                    <a:pt x="25996" y="190627"/>
                  </a:lnTo>
                  <a:lnTo>
                    <a:pt x="31318" y="159766"/>
                  </a:lnTo>
                  <a:lnTo>
                    <a:pt x="31369" y="159626"/>
                  </a:lnTo>
                  <a:lnTo>
                    <a:pt x="31369" y="159766"/>
                  </a:lnTo>
                  <a:lnTo>
                    <a:pt x="31407" y="159512"/>
                  </a:lnTo>
                  <a:lnTo>
                    <a:pt x="37134" y="129794"/>
                  </a:lnTo>
                  <a:lnTo>
                    <a:pt x="37249" y="129197"/>
                  </a:lnTo>
                  <a:lnTo>
                    <a:pt x="37376" y="128778"/>
                  </a:lnTo>
                  <a:lnTo>
                    <a:pt x="45034" y="102235"/>
                  </a:lnTo>
                  <a:lnTo>
                    <a:pt x="45326" y="101269"/>
                  </a:lnTo>
                  <a:lnTo>
                    <a:pt x="53797" y="78867"/>
                  </a:lnTo>
                  <a:lnTo>
                    <a:pt x="53886" y="78740"/>
                  </a:lnTo>
                  <a:lnTo>
                    <a:pt x="69011" y="43942"/>
                  </a:lnTo>
                  <a:lnTo>
                    <a:pt x="74955" y="33655"/>
                  </a:lnTo>
                  <a:lnTo>
                    <a:pt x="75044" y="33515"/>
                  </a:lnTo>
                  <a:lnTo>
                    <a:pt x="74930" y="33655"/>
                  </a:lnTo>
                  <a:lnTo>
                    <a:pt x="75095" y="33401"/>
                  </a:lnTo>
                  <a:lnTo>
                    <a:pt x="75692" y="32385"/>
                  </a:lnTo>
                  <a:lnTo>
                    <a:pt x="75044" y="33515"/>
                  </a:lnTo>
                  <a:lnTo>
                    <a:pt x="75895" y="32385"/>
                  </a:lnTo>
                  <a:lnTo>
                    <a:pt x="81064" y="25654"/>
                  </a:lnTo>
                  <a:lnTo>
                    <a:pt x="81292" y="25361"/>
                  </a:lnTo>
                  <a:lnTo>
                    <a:pt x="81737" y="24892"/>
                  </a:lnTo>
                  <a:lnTo>
                    <a:pt x="83273" y="23241"/>
                  </a:lnTo>
                  <a:lnTo>
                    <a:pt x="84582" y="23241"/>
                  </a:lnTo>
                  <a:lnTo>
                    <a:pt x="86055" y="21717"/>
                  </a:lnTo>
                  <a:lnTo>
                    <a:pt x="86614" y="21717"/>
                  </a:lnTo>
                  <a:lnTo>
                    <a:pt x="88480" y="21717"/>
                  </a:lnTo>
                  <a:lnTo>
                    <a:pt x="88519" y="23749"/>
                  </a:lnTo>
                  <a:lnTo>
                    <a:pt x="88519" y="28448"/>
                  </a:lnTo>
                  <a:lnTo>
                    <a:pt x="92202" y="32258"/>
                  </a:lnTo>
                  <a:lnTo>
                    <a:pt x="101473" y="32258"/>
                  </a:lnTo>
                  <a:lnTo>
                    <a:pt x="105283" y="28448"/>
                  </a:lnTo>
                  <a:lnTo>
                    <a:pt x="105283" y="23876"/>
                  </a:lnTo>
                  <a:lnTo>
                    <a:pt x="105283" y="23749"/>
                  </a:lnTo>
                  <a:lnTo>
                    <a:pt x="105308" y="21971"/>
                  </a:lnTo>
                  <a:lnTo>
                    <a:pt x="105333" y="20015"/>
                  </a:lnTo>
                  <a:lnTo>
                    <a:pt x="105410" y="19558"/>
                  </a:lnTo>
                  <a:lnTo>
                    <a:pt x="106553" y="18415"/>
                  </a:lnTo>
                  <a:lnTo>
                    <a:pt x="106553" y="17780"/>
                  </a:lnTo>
                  <a:lnTo>
                    <a:pt x="107061" y="17272"/>
                  </a:lnTo>
                  <a:lnTo>
                    <a:pt x="107061" y="11557"/>
                  </a:lnTo>
                  <a:lnTo>
                    <a:pt x="107061" y="5969"/>
                  </a:lnTo>
                  <a:lnTo>
                    <a:pt x="102489" y="1397"/>
                  </a:lnTo>
                  <a:lnTo>
                    <a:pt x="100711" y="1397"/>
                  </a:lnTo>
                  <a:lnTo>
                    <a:pt x="100457" y="1143"/>
                  </a:lnTo>
                  <a:lnTo>
                    <a:pt x="99441" y="1143"/>
                  </a:lnTo>
                  <a:lnTo>
                    <a:pt x="98679" y="381"/>
                  </a:lnTo>
                  <a:lnTo>
                    <a:pt x="92329" y="381"/>
                  </a:lnTo>
                  <a:lnTo>
                    <a:pt x="91186" y="381"/>
                  </a:lnTo>
                  <a:lnTo>
                    <a:pt x="89789" y="254"/>
                  </a:lnTo>
                  <a:lnTo>
                    <a:pt x="88658" y="152"/>
                  </a:lnTo>
                  <a:lnTo>
                    <a:pt x="88519" y="0"/>
                  </a:lnTo>
                  <a:lnTo>
                    <a:pt x="84836" y="0"/>
                  </a:lnTo>
                  <a:lnTo>
                    <a:pt x="82296" y="0"/>
                  </a:lnTo>
                  <a:lnTo>
                    <a:pt x="76454" y="0"/>
                  </a:lnTo>
                  <a:lnTo>
                    <a:pt x="75057" y="1397"/>
                  </a:lnTo>
                  <a:lnTo>
                    <a:pt x="72517" y="1397"/>
                  </a:lnTo>
                  <a:lnTo>
                    <a:pt x="67564" y="6350"/>
                  </a:lnTo>
                  <a:lnTo>
                    <a:pt x="67564" y="8013"/>
                  </a:lnTo>
                  <a:lnTo>
                    <a:pt x="65011" y="10680"/>
                  </a:lnTo>
                  <a:lnTo>
                    <a:pt x="57531" y="19939"/>
                  </a:lnTo>
                  <a:lnTo>
                    <a:pt x="49403" y="33401"/>
                  </a:lnTo>
                  <a:lnTo>
                    <a:pt x="49149" y="34036"/>
                  </a:lnTo>
                  <a:lnTo>
                    <a:pt x="41021" y="49784"/>
                  </a:lnTo>
                  <a:lnTo>
                    <a:pt x="40640" y="50673"/>
                  </a:lnTo>
                  <a:lnTo>
                    <a:pt x="32639" y="70485"/>
                  </a:lnTo>
                  <a:lnTo>
                    <a:pt x="32639" y="70612"/>
                  </a:lnTo>
                  <a:lnTo>
                    <a:pt x="23495" y="93980"/>
                  </a:lnTo>
                  <a:lnTo>
                    <a:pt x="23114" y="94869"/>
                  </a:lnTo>
                  <a:lnTo>
                    <a:pt x="14732" y="123190"/>
                  </a:lnTo>
                  <a:lnTo>
                    <a:pt x="14478" y="124206"/>
                  </a:lnTo>
                  <a:lnTo>
                    <a:pt x="8255" y="155194"/>
                  </a:lnTo>
                  <a:lnTo>
                    <a:pt x="8255" y="155321"/>
                  </a:lnTo>
                  <a:lnTo>
                    <a:pt x="2413" y="187706"/>
                  </a:lnTo>
                  <a:lnTo>
                    <a:pt x="2286" y="189103"/>
                  </a:lnTo>
                  <a:lnTo>
                    <a:pt x="0" y="222123"/>
                  </a:lnTo>
                  <a:lnTo>
                    <a:pt x="0" y="274955"/>
                  </a:lnTo>
                  <a:lnTo>
                    <a:pt x="0" y="281559"/>
                  </a:lnTo>
                  <a:lnTo>
                    <a:pt x="0" y="288163"/>
                  </a:lnTo>
                  <a:lnTo>
                    <a:pt x="2946" y="291122"/>
                  </a:lnTo>
                  <a:lnTo>
                    <a:pt x="10668" y="309245"/>
                  </a:lnTo>
                  <a:lnTo>
                    <a:pt x="12827" y="312674"/>
                  </a:lnTo>
                  <a:lnTo>
                    <a:pt x="25908" y="327202"/>
                  </a:lnTo>
                  <a:lnTo>
                    <a:pt x="25908" y="329184"/>
                  </a:lnTo>
                  <a:lnTo>
                    <a:pt x="31242" y="334518"/>
                  </a:lnTo>
                  <a:lnTo>
                    <a:pt x="36233" y="334518"/>
                  </a:lnTo>
                  <a:lnTo>
                    <a:pt x="60718" y="341020"/>
                  </a:lnTo>
                  <a:lnTo>
                    <a:pt x="62484" y="342773"/>
                  </a:lnTo>
                  <a:lnTo>
                    <a:pt x="67818" y="342773"/>
                  </a:lnTo>
                  <a:lnTo>
                    <a:pt x="96012" y="345186"/>
                  </a:lnTo>
                  <a:lnTo>
                    <a:pt x="99441" y="344932"/>
                  </a:lnTo>
                  <a:lnTo>
                    <a:pt x="122936" y="338963"/>
                  </a:lnTo>
                  <a:lnTo>
                    <a:pt x="124714" y="338963"/>
                  </a:lnTo>
                  <a:lnTo>
                    <a:pt x="126492" y="337185"/>
                  </a:lnTo>
                  <a:lnTo>
                    <a:pt x="126492" y="334899"/>
                  </a:lnTo>
                  <a:lnTo>
                    <a:pt x="126492" y="332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6"/>
            <p:cNvSpPr/>
            <p:nvPr/>
          </p:nvSpPr>
          <p:spPr>
            <a:xfrm>
              <a:off x="10245852" y="2532887"/>
              <a:ext cx="27940" cy="62230"/>
            </a:xfrm>
            <a:custGeom>
              <a:rect b="b" l="l" r="r" t="t"/>
              <a:pathLst>
                <a:path extrusionOk="0" h="62230" w="27940">
                  <a:moveTo>
                    <a:pt x="2159" y="19304"/>
                  </a:moveTo>
                  <a:lnTo>
                    <a:pt x="2120" y="18326"/>
                  </a:lnTo>
                  <a:lnTo>
                    <a:pt x="2032" y="19177"/>
                  </a:lnTo>
                  <a:lnTo>
                    <a:pt x="2032" y="19304"/>
                  </a:lnTo>
                  <a:lnTo>
                    <a:pt x="2159" y="19304"/>
                  </a:lnTo>
                  <a:close/>
                </a:path>
                <a:path extrusionOk="0" h="62230" w="27940">
                  <a:moveTo>
                    <a:pt x="26797" y="34036"/>
                  </a:moveTo>
                  <a:lnTo>
                    <a:pt x="26670" y="34163"/>
                  </a:lnTo>
                  <a:lnTo>
                    <a:pt x="26797" y="34036"/>
                  </a:lnTo>
                  <a:close/>
                </a:path>
                <a:path extrusionOk="0" h="62230" w="27940">
                  <a:moveTo>
                    <a:pt x="27686" y="12700"/>
                  </a:moveTo>
                  <a:lnTo>
                    <a:pt x="23241" y="8255"/>
                  </a:lnTo>
                  <a:lnTo>
                    <a:pt x="23241" y="4826"/>
                  </a:lnTo>
                  <a:lnTo>
                    <a:pt x="18542" y="0"/>
                  </a:lnTo>
                  <a:lnTo>
                    <a:pt x="6731" y="0"/>
                  </a:lnTo>
                  <a:lnTo>
                    <a:pt x="1905" y="4826"/>
                  </a:lnTo>
                  <a:lnTo>
                    <a:pt x="1905" y="16510"/>
                  </a:lnTo>
                  <a:lnTo>
                    <a:pt x="1905" y="16637"/>
                  </a:lnTo>
                  <a:lnTo>
                    <a:pt x="2120" y="16852"/>
                  </a:lnTo>
                  <a:lnTo>
                    <a:pt x="2120" y="18326"/>
                  </a:lnTo>
                  <a:lnTo>
                    <a:pt x="2159" y="18034"/>
                  </a:lnTo>
                  <a:lnTo>
                    <a:pt x="2159" y="19304"/>
                  </a:lnTo>
                  <a:lnTo>
                    <a:pt x="2032" y="29476"/>
                  </a:lnTo>
                  <a:lnTo>
                    <a:pt x="2120" y="29121"/>
                  </a:lnTo>
                  <a:lnTo>
                    <a:pt x="2120" y="32804"/>
                  </a:lnTo>
                  <a:lnTo>
                    <a:pt x="2032" y="29476"/>
                  </a:lnTo>
                  <a:lnTo>
                    <a:pt x="1968" y="29718"/>
                  </a:lnTo>
                  <a:lnTo>
                    <a:pt x="2032" y="19177"/>
                  </a:lnTo>
                  <a:lnTo>
                    <a:pt x="1016" y="28384"/>
                  </a:lnTo>
                  <a:lnTo>
                    <a:pt x="1016" y="36957"/>
                  </a:lnTo>
                  <a:lnTo>
                    <a:pt x="889" y="38862"/>
                  </a:lnTo>
                  <a:lnTo>
                    <a:pt x="889" y="37617"/>
                  </a:lnTo>
                  <a:lnTo>
                    <a:pt x="990" y="34798"/>
                  </a:lnTo>
                  <a:lnTo>
                    <a:pt x="889" y="37617"/>
                  </a:lnTo>
                  <a:lnTo>
                    <a:pt x="1016" y="36957"/>
                  </a:lnTo>
                  <a:lnTo>
                    <a:pt x="1016" y="28384"/>
                  </a:lnTo>
                  <a:lnTo>
                    <a:pt x="139" y="36322"/>
                  </a:lnTo>
                  <a:lnTo>
                    <a:pt x="127" y="45478"/>
                  </a:lnTo>
                  <a:lnTo>
                    <a:pt x="0" y="45593"/>
                  </a:lnTo>
                  <a:lnTo>
                    <a:pt x="0" y="57150"/>
                  </a:lnTo>
                  <a:lnTo>
                    <a:pt x="4699" y="61722"/>
                  </a:lnTo>
                  <a:lnTo>
                    <a:pt x="16129" y="61722"/>
                  </a:lnTo>
                  <a:lnTo>
                    <a:pt x="20828" y="57150"/>
                  </a:lnTo>
                  <a:lnTo>
                    <a:pt x="20828" y="57023"/>
                  </a:lnTo>
                  <a:lnTo>
                    <a:pt x="20828" y="51435"/>
                  </a:lnTo>
                  <a:lnTo>
                    <a:pt x="20828" y="51181"/>
                  </a:lnTo>
                  <a:lnTo>
                    <a:pt x="20828" y="49403"/>
                  </a:lnTo>
                  <a:lnTo>
                    <a:pt x="20828" y="48895"/>
                  </a:lnTo>
                  <a:lnTo>
                    <a:pt x="25019" y="44704"/>
                  </a:lnTo>
                  <a:lnTo>
                    <a:pt x="25019" y="41275"/>
                  </a:lnTo>
                  <a:lnTo>
                    <a:pt x="25895" y="38735"/>
                  </a:lnTo>
                  <a:lnTo>
                    <a:pt x="26035" y="38354"/>
                  </a:lnTo>
                  <a:lnTo>
                    <a:pt x="26657" y="34798"/>
                  </a:lnTo>
                  <a:lnTo>
                    <a:pt x="26670" y="34163"/>
                  </a:lnTo>
                  <a:lnTo>
                    <a:pt x="27381" y="30480"/>
                  </a:lnTo>
                  <a:lnTo>
                    <a:pt x="27508" y="29070"/>
                  </a:lnTo>
                  <a:lnTo>
                    <a:pt x="27622" y="26289"/>
                  </a:lnTo>
                  <a:lnTo>
                    <a:pt x="27635" y="24561"/>
                  </a:lnTo>
                  <a:lnTo>
                    <a:pt x="27686" y="18669"/>
                  </a:lnTo>
                  <a:lnTo>
                    <a:pt x="27686" y="18542"/>
                  </a:lnTo>
                  <a:lnTo>
                    <a:pt x="27686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9" name="Google Shape;589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28807" y="2524759"/>
              <a:ext cx="63881" cy="110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56"/>
            <p:cNvSpPr/>
            <p:nvPr/>
          </p:nvSpPr>
          <p:spPr>
            <a:xfrm>
              <a:off x="10813923" y="2276347"/>
              <a:ext cx="241934" cy="433069"/>
            </a:xfrm>
            <a:custGeom>
              <a:rect b="b" l="l" r="r" t="t"/>
              <a:pathLst>
                <a:path extrusionOk="0" h="433069" w="241934">
                  <a:moveTo>
                    <a:pt x="32004" y="83185"/>
                  </a:moveTo>
                  <a:lnTo>
                    <a:pt x="31369" y="82550"/>
                  </a:lnTo>
                  <a:lnTo>
                    <a:pt x="31889" y="83185"/>
                  </a:lnTo>
                  <a:close/>
                </a:path>
                <a:path extrusionOk="0" h="433069" w="241934">
                  <a:moveTo>
                    <a:pt x="91694" y="235966"/>
                  </a:moveTo>
                  <a:lnTo>
                    <a:pt x="91567" y="234823"/>
                  </a:lnTo>
                  <a:lnTo>
                    <a:pt x="91567" y="235966"/>
                  </a:lnTo>
                  <a:lnTo>
                    <a:pt x="91694" y="235966"/>
                  </a:lnTo>
                  <a:close/>
                </a:path>
                <a:path extrusionOk="0" h="433069" w="241934">
                  <a:moveTo>
                    <a:pt x="115062" y="233680"/>
                  </a:moveTo>
                  <a:lnTo>
                    <a:pt x="112725" y="209296"/>
                  </a:lnTo>
                  <a:lnTo>
                    <a:pt x="112522" y="207137"/>
                  </a:lnTo>
                  <a:lnTo>
                    <a:pt x="112395" y="206248"/>
                  </a:lnTo>
                  <a:lnTo>
                    <a:pt x="108394" y="183261"/>
                  </a:lnTo>
                  <a:lnTo>
                    <a:pt x="107696" y="179197"/>
                  </a:lnTo>
                  <a:lnTo>
                    <a:pt x="107315" y="177673"/>
                  </a:lnTo>
                  <a:lnTo>
                    <a:pt x="101231" y="158877"/>
                  </a:lnTo>
                  <a:lnTo>
                    <a:pt x="98933" y="151765"/>
                  </a:lnTo>
                  <a:lnTo>
                    <a:pt x="98552" y="150749"/>
                  </a:lnTo>
                  <a:lnTo>
                    <a:pt x="92011" y="135382"/>
                  </a:lnTo>
                  <a:lnTo>
                    <a:pt x="88138" y="126238"/>
                  </a:lnTo>
                  <a:lnTo>
                    <a:pt x="87503" y="124968"/>
                  </a:lnTo>
                  <a:lnTo>
                    <a:pt x="74803" y="103378"/>
                  </a:lnTo>
                  <a:lnTo>
                    <a:pt x="71069" y="97790"/>
                  </a:lnTo>
                  <a:lnTo>
                    <a:pt x="62103" y="84328"/>
                  </a:lnTo>
                  <a:lnTo>
                    <a:pt x="61226" y="83185"/>
                  </a:lnTo>
                  <a:lnTo>
                    <a:pt x="51511" y="71628"/>
                  </a:lnTo>
                  <a:lnTo>
                    <a:pt x="48641" y="68199"/>
                  </a:lnTo>
                  <a:lnTo>
                    <a:pt x="48133" y="67564"/>
                  </a:lnTo>
                  <a:lnTo>
                    <a:pt x="45847" y="65278"/>
                  </a:lnTo>
                  <a:lnTo>
                    <a:pt x="44704" y="64135"/>
                  </a:lnTo>
                  <a:lnTo>
                    <a:pt x="39878" y="59309"/>
                  </a:lnTo>
                  <a:lnTo>
                    <a:pt x="39878" y="57785"/>
                  </a:lnTo>
                  <a:lnTo>
                    <a:pt x="34925" y="52832"/>
                  </a:lnTo>
                  <a:lnTo>
                    <a:pt x="32981" y="52832"/>
                  </a:lnTo>
                  <a:lnTo>
                    <a:pt x="30734" y="50863"/>
                  </a:lnTo>
                  <a:lnTo>
                    <a:pt x="30734" y="49911"/>
                  </a:lnTo>
                  <a:lnTo>
                    <a:pt x="25781" y="44958"/>
                  </a:lnTo>
                  <a:lnTo>
                    <a:pt x="22860" y="44958"/>
                  </a:lnTo>
                  <a:lnTo>
                    <a:pt x="18669" y="40767"/>
                  </a:lnTo>
                  <a:lnTo>
                    <a:pt x="4826" y="40767"/>
                  </a:lnTo>
                  <a:lnTo>
                    <a:pt x="0" y="45593"/>
                  </a:lnTo>
                  <a:lnTo>
                    <a:pt x="0" y="57531"/>
                  </a:lnTo>
                  <a:lnTo>
                    <a:pt x="4533" y="62191"/>
                  </a:lnTo>
                  <a:lnTo>
                    <a:pt x="5588" y="64211"/>
                  </a:lnTo>
                  <a:lnTo>
                    <a:pt x="5588" y="67310"/>
                  </a:lnTo>
                  <a:lnTo>
                    <a:pt x="10160" y="72009"/>
                  </a:lnTo>
                  <a:lnTo>
                    <a:pt x="19812" y="72009"/>
                  </a:lnTo>
                  <a:lnTo>
                    <a:pt x="22733" y="74930"/>
                  </a:lnTo>
                  <a:lnTo>
                    <a:pt x="24091" y="74930"/>
                  </a:lnTo>
                  <a:lnTo>
                    <a:pt x="32004" y="83185"/>
                  </a:lnTo>
                  <a:lnTo>
                    <a:pt x="31991" y="83312"/>
                  </a:lnTo>
                  <a:lnTo>
                    <a:pt x="43942" y="97790"/>
                  </a:lnTo>
                  <a:lnTo>
                    <a:pt x="43053" y="96774"/>
                  </a:lnTo>
                  <a:lnTo>
                    <a:pt x="55245" y="115570"/>
                  </a:lnTo>
                  <a:lnTo>
                    <a:pt x="54864" y="115062"/>
                  </a:lnTo>
                  <a:lnTo>
                    <a:pt x="55156" y="115570"/>
                  </a:lnTo>
                  <a:lnTo>
                    <a:pt x="67068" y="136029"/>
                  </a:lnTo>
                  <a:lnTo>
                    <a:pt x="67322" y="136652"/>
                  </a:lnTo>
                  <a:lnTo>
                    <a:pt x="76847" y="159334"/>
                  </a:lnTo>
                  <a:lnTo>
                    <a:pt x="77025" y="159893"/>
                  </a:lnTo>
                  <a:lnTo>
                    <a:pt x="84696" y="183997"/>
                  </a:lnTo>
                  <a:lnTo>
                    <a:pt x="84836" y="184785"/>
                  </a:lnTo>
                  <a:lnTo>
                    <a:pt x="89179" y="209651"/>
                  </a:lnTo>
                  <a:lnTo>
                    <a:pt x="89154" y="209296"/>
                  </a:lnTo>
                  <a:lnTo>
                    <a:pt x="89281" y="210185"/>
                  </a:lnTo>
                  <a:lnTo>
                    <a:pt x="89179" y="209651"/>
                  </a:lnTo>
                  <a:lnTo>
                    <a:pt x="89230" y="210185"/>
                  </a:lnTo>
                  <a:lnTo>
                    <a:pt x="91694" y="235966"/>
                  </a:lnTo>
                  <a:lnTo>
                    <a:pt x="91567" y="283832"/>
                  </a:lnTo>
                  <a:lnTo>
                    <a:pt x="87693" y="302831"/>
                  </a:lnTo>
                  <a:lnTo>
                    <a:pt x="81432" y="319189"/>
                  </a:lnTo>
                  <a:lnTo>
                    <a:pt x="73444" y="332892"/>
                  </a:lnTo>
                  <a:lnTo>
                    <a:pt x="72898" y="333629"/>
                  </a:lnTo>
                  <a:lnTo>
                    <a:pt x="64643" y="344805"/>
                  </a:lnTo>
                  <a:lnTo>
                    <a:pt x="64897" y="344551"/>
                  </a:lnTo>
                  <a:lnTo>
                    <a:pt x="57023" y="354584"/>
                  </a:lnTo>
                  <a:lnTo>
                    <a:pt x="57531" y="354076"/>
                  </a:lnTo>
                  <a:lnTo>
                    <a:pt x="50292" y="361950"/>
                  </a:lnTo>
                  <a:lnTo>
                    <a:pt x="50038" y="362204"/>
                  </a:lnTo>
                  <a:lnTo>
                    <a:pt x="44450" y="368808"/>
                  </a:lnTo>
                  <a:lnTo>
                    <a:pt x="43942" y="369443"/>
                  </a:lnTo>
                  <a:lnTo>
                    <a:pt x="39624" y="375412"/>
                  </a:lnTo>
                  <a:lnTo>
                    <a:pt x="38227" y="377952"/>
                  </a:lnTo>
                  <a:lnTo>
                    <a:pt x="35687" y="380492"/>
                  </a:lnTo>
                  <a:lnTo>
                    <a:pt x="35687" y="392303"/>
                  </a:lnTo>
                  <a:lnTo>
                    <a:pt x="38227" y="394855"/>
                  </a:lnTo>
                  <a:lnTo>
                    <a:pt x="38227" y="396748"/>
                  </a:lnTo>
                  <a:lnTo>
                    <a:pt x="41910" y="400431"/>
                  </a:lnTo>
                  <a:lnTo>
                    <a:pt x="51054" y="400431"/>
                  </a:lnTo>
                  <a:lnTo>
                    <a:pt x="54737" y="396748"/>
                  </a:lnTo>
                  <a:lnTo>
                    <a:pt x="54737" y="394716"/>
                  </a:lnTo>
                  <a:lnTo>
                    <a:pt x="57150" y="392303"/>
                  </a:lnTo>
                  <a:lnTo>
                    <a:pt x="57150" y="389623"/>
                  </a:lnTo>
                  <a:lnTo>
                    <a:pt x="57912" y="388391"/>
                  </a:lnTo>
                  <a:lnTo>
                    <a:pt x="58267" y="387985"/>
                  </a:lnTo>
                  <a:lnTo>
                    <a:pt x="61722" y="384175"/>
                  </a:lnTo>
                  <a:lnTo>
                    <a:pt x="67691" y="377825"/>
                  </a:lnTo>
                  <a:lnTo>
                    <a:pt x="74930" y="369824"/>
                  </a:lnTo>
                  <a:lnTo>
                    <a:pt x="75565" y="369189"/>
                  </a:lnTo>
                  <a:lnTo>
                    <a:pt x="83439" y="359156"/>
                  </a:lnTo>
                  <a:lnTo>
                    <a:pt x="83693" y="358775"/>
                  </a:lnTo>
                  <a:lnTo>
                    <a:pt x="87160" y="354076"/>
                  </a:lnTo>
                  <a:lnTo>
                    <a:pt x="92710" y="346583"/>
                  </a:lnTo>
                  <a:lnTo>
                    <a:pt x="93345" y="345567"/>
                  </a:lnTo>
                  <a:lnTo>
                    <a:pt x="93929" y="344551"/>
                  </a:lnTo>
                  <a:lnTo>
                    <a:pt x="100876" y="332613"/>
                  </a:lnTo>
                  <a:lnTo>
                    <a:pt x="102362" y="330073"/>
                  </a:lnTo>
                  <a:lnTo>
                    <a:pt x="103124" y="328295"/>
                  </a:lnTo>
                  <a:lnTo>
                    <a:pt x="106299" y="319913"/>
                  </a:lnTo>
                  <a:lnTo>
                    <a:pt x="106984" y="318135"/>
                  </a:lnTo>
                  <a:lnTo>
                    <a:pt x="109982" y="310261"/>
                  </a:lnTo>
                  <a:lnTo>
                    <a:pt x="110490" y="308483"/>
                  </a:lnTo>
                  <a:lnTo>
                    <a:pt x="111442" y="303784"/>
                  </a:lnTo>
                  <a:lnTo>
                    <a:pt x="111798" y="302006"/>
                  </a:lnTo>
                  <a:lnTo>
                    <a:pt x="114808" y="287274"/>
                  </a:lnTo>
                  <a:lnTo>
                    <a:pt x="115062" y="284861"/>
                  </a:lnTo>
                  <a:lnTo>
                    <a:pt x="115062" y="282575"/>
                  </a:lnTo>
                  <a:lnTo>
                    <a:pt x="115062" y="233680"/>
                  </a:lnTo>
                  <a:close/>
                </a:path>
                <a:path extrusionOk="0" h="433069" w="241934">
                  <a:moveTo>
                    <a:pt x="241427" y="203835"/>
                  </a:moveTo>
                  <a:lnTo>
                    <a:pt x="239750" y="179451"/>
                  </a:lnTo>
                  <a:lnTo>
                    <a:pt x="239649" y="177927"/>
                  </a:lnTo>
                  <a:lnTo>
                    <a:pt x="237515" y="153289"/>
                  </a:lnTo>
                  <a:lnTo>
                    <a:pt x="237363" y="151511"/>
                  </a:lnTo>
                  <a:lnTo>
                    <a:pt x="237236" y="150495"/>
                  </a:lnTo>
                  <a:lnTo>
                    <a:pt x="232918" y="125349"/>
                  </a:lnTo>
                  <a:lnTo>
                    <a:pt x="232918" y="124968"/>
                  </a:lnTo>
                  <a:lnTo>
                    <a:pt x="229019" y="106426"/>
                  </a:lnTo>
                  <a:lnTo>
                    <a:pt x="228092" y="101981"/>
                  </a:lnTo>
                  <a:lnTo>
                    <a:pt x="227965" y="101092"/>
                  </a:lnTo>
                  <a:lnTo>
                    <a:pt x="222123" y="80899"/>
                  </a:lnTo>
                  <a:lnTo>
                    <a:pt x="221996" y="80391"/>
                  </a:lnTo>
                  <a:lnTo>
                    <a:pt x="218719" y="70993"/>
                  </a:lnTo>
                  <a:lnTo>
                    <a:pt x="218236" y="69596"/>
                  </a:lnTo>
                  <a:lnTo>
                    <a:pt x="215773" y="62484"/>
                  </a:lnTo>
                  <a:lnTo>
                    <a:pt x="215138" y="61087"/>
                  </a:lnTo>
                  <a:lnTo>
                    <a:pt x="207137" y="45212"/>
                  </a:lnTo>
                  <a:lnTo>
                    <a:pt x="206971" y="44958"/>
                  </a:lnTo>
                  <a:lnTo>
                    <a:pt x="202260" y="37084"/>
                  </a:lnTo>
                  <a:lnTo>
                    <a:pt x="201422" y="35687"/>
                  </a:lnTo>
                  <a:lnTo>
                    <a:pt x="200279" y="33782"/>
                  </a:lnTo>
                  <a:lnTo>
                    <a:pt x="199771" y="33020"/>
                  </a:lnTo>
                  <a:lnTo>
                    <a:pt x="197662" y="30099"/>
                  </a:lnTo>
                  <a:lnTo>
                    <a:pt x="197192" y="29464"/>
                  </a:lnTo>
                  <a:lnTo>
                    <a:pt x="192532" y="22987"/>
                  </a:lnTo>
                  <a:lnTo>
                    <a:pt x="172593" y="5334"/>
                  </a:lnTo>
                  <a:lnTo>
                    <a:pt x="169545" y="3302"/>
                  </a:lnTo>
                  <a:lnTo>
                    <a:pt x="166712" y="2082"/>
                  </a:lnTo>
                  <a:lnTo>
                    <a:pt x="164719" y="127"/>
                  </a:lnTo>
                  <a:lnTo>
                    <a:pt x="163068" y="127"/>
                  </a:lnTo>
                  <a:lnTo>
                    <a:pt x="162941" y="0"/>
                  </a:lnTo>
                  <a:lnTo>
                    <a:pt x="151003" y="0"/>
                  </a:lnTo>
                  <a:lnTo>
                    <a:pt x="146050" y="4953"/>
                  </a:lnTo>
                  <a:lnTo>
                    <a:pt x="146050" y="16891"/>
                  </a:lnTo>
                  <a:lnTo>
                    <a:pt x="150622" y="21463"/>
                  </a:lnTo>
                  <a:lnTo>
                    <a:pt x="154051" y="27178"/>
                  </a:lnTo>
                  <a:lnTo>
                    <a:pt x="154051" y="30226"/>
                  </a:lnTo>
                  <a:lnTo>
                    <a:pt x="158877" y="35052"/>
                  </a:lnTo>
                  <a:lnTo>
                    <a:pt x="170815" y="35052"/>
                  </a:lnTo>
                  <a:lnTo>
                    <a:pt x="172351" y="33515"/>
                  </a:lnTo>
                  <a:lnTo>
                    <a:pt x="175336" y="36537"/>
                  </a:lnTo>
                  <a:lnTo>
                    <a:pt x="181521" y="45237"/>
                  </a:lnTo>
                  <a:lnTo>
                    <a:pt x="181800" y="45720"/>
                  </a:lnTo>
                  <a:lnTo>
                    <a:pt x="187833" y="55880"/>
                  </a:lnTo>
                  <a:lnTo>
                    <a:pt x="188137" y="56515"/>
                  </a:lnTo>
                  <a:lnTo>
                    <a:pt x="194805" y="69964"/>
                  </a:lnTo>
                  <a:lnTo>
                    <a:pt x="200787" y="87630"/>
                  </a:lnTo>
                  <a:lnTo>
                    <a:pt x="200533" y="87122"/>
                  </a:lnTo>
                  <a:lnTo>
                    <a:pt x="200672" y="87630"/>
                  </a:lnTo>
                  <a:lnTo>
                    <a:pt x="206248" y="107315"/>
                  </a:lnTo>
                  <a:lnTo>
                    <a:pt x="206121" y="106426"/>
                  </a:lnTo>
                  <a:lnTo>
                    <a:pt x="210693" y="129413"/>
                  </a:lnTo>
                  <a:lnTo>
                    <a:pt x="210566" y="129159"/>
                  </a:lnTo>
                  <a:lnTo>
                    <a:pt x="210604" y="129413"/>
                  </a:lnTo>
                  <a:lnTo>
                    <a:pt x="214795" y="153822"/>
                  </a:lnTo>
                  <a:lnTo>
                    <a:pt x="214757" y="153289"/>
                  </a:lnTo>
                  <a:lnTo>
                    <a:pt x="214884" y="154305"/>
                  </a:lnTo>
                  <a:lnTo>
                    <a:pt x="214795" y="153822"/>
                  </a:lnTo>
                  <a:lnTo>
                    <a:pt x="214833" y="154305"/>
                  </a:lnTo>
                  <a:lnTo>
                    <a:pt x="216916" y="179578"/>
                  </a:lnTo>
                  <a:lnTo>
                    <a:pt x="218694" y="205359"/>
                  </a:lnTo>
                  <a:lnTo>
                    <a:pt x="218694" y="278892"/>
                  </a:lnTo>
                  <a:lnTo>
                    <a:pt x="218617" y="279781"/>
                  </a:lnTo>
                  <a:lnTo>
                    <a:pt x="216954" y="300316"/>
                  </a:lnTo>
                  <a:lnTo>
                    <a:pt x="217043" y="299847"/>
                  </a:lnTo>
                  <a:lnTo>
                    <a:pt x="216916" y="300863"/>
                  </a:lnTo>
                  <a:lnTo>
                    <a:pt x="216954" y="300316"/>
                  </a:lnTo>
                  <a:lnTo>
                    <a:pt x="216852" y="300863"/>
                  </a:lnTo>
                  <a:lnTo>
                    <a:pt x="213360" y="320675"/>
                  </a:lnTo>
                  <a:lnTo>
                    <a:pt x="213614" y="319786"/>
                  </a:lnTo>
                  <a:lnTo>
                    <a:pt x="208534" y="338836"/>
                  </a:lnTo>
                  <a:lnTo>
                    <a:pt x="208534" y="339090"/>
                  </a:lnTo>
                  <a:lnTo>
                    <a:pt x="204470" y="355600"/>
                  </a:lnTo>
                  <a:lnTo>
                    <a:pt x="204851" y="354711"/>
                  </a:lnTo>
                  <a:lnTo>
                    <a:pt x="199771" y="369824"/>
                  </a:lnTo>
                  <a:lnTo>
                    <a:pt x="199644" y="369951"/>
                  </a:lnTo>
                  <a:lnTo>
                    <a:pt x="195707" y="382143"/>
                  </a:lnTo>
                  <a:lnTo>
                    <a:pt x="195580" y="382778"/>
                  </a:lnTo>
                  <a:lnTo>
                    <a:pt x="192659" y="393573"/>
                  </a:lnTo>
                  <a:lnTo>
                    <a:pt x="192786" y="392938"/>
                  </a:lnTo>
                  <a:lnTo>
                    <a:pt x="192582" y="393573"/>
                  </a:lnTo>
                  <a:lnTo>
                    <a:pt x="191858" y="395960"/>
                  </a:lnTo>
                  <a:lnTo>
                    <a:pt x="190754" y="394843"/>
                  </a:lnTo>
                  <a:lnTo>
                    <a:pt x="187325" y="394843"/>
                  </a:lnTo>
                  <a:lnTo>
                    <a:pt x="185928" y="396240"/>
                  </a:lnTo>
                  <a:lnTo>
                    <a:pt x="185928" y="397256"/>
                  </a:lnTo>
                  <a:lnTo>
                    <a:pt x="184023" y="406146"/>
                  </a:lnTo>
                  <a:lnTo>
                    <a:pt x="183896" y="408559"/>
                  </a:lnTo>
                  <a:lnTo>
                    <a:pt x="184404" y="415569"/>
                  </a:lnTo>
                  <a:lnTo>
                    <a:pt x="184404" y="422275"/>
                  </a:lnTo>
                  <a:lnTo>
                    <a:pt x="186055" y="423926"/>
                  </a:lnTo>
                  <a:lnTo>
                    <a:pt x="186055" y="427355"/>
                  </a:lnTo>
                  <a:lnTo>
                    <a:pt x="186182" y="427482"/>
                  </a:lnTo>
                  <a:lnTo>
                    <a:pt x="186182" y="427609"/>
                  </a:lnTo>
                  <a:lnTo>
                    <a:pt x="191389" y="432689"/>
                  </a:lnTo>
                  <a:lnTo>
                    <a:pt x="203962" y="432689"/>
                  </a:lnTo>
                  <a:lnTo>
                    <a:pt x="209042" y="427609"/>
                  </a:lnTo>
                  <a:lnTo>
                    <a:pt x="209042" y="421894"/>
                  </a:lnTo>
                  <a:lnTo>
                    <a:pt x="209054" y="421627"/>
                  </a:lnTo>
                  <a:lnTo>
                    <a:pt x="209169" y="419608"/>
                  </a:lnTo>
                  <a:lnTo>
                    <a:pt x="209169" y="417449"/>
                  </a:lnTo>
                  <a:lnTo>
                    <a:pt x="210096" y="415163"/>
                  </a:lnTo>
                  <a:lnTo>
                    <a:pt x="210566" y="413893"/>
                  </a:lnTo>
                  <a:lnTo>
                    <a:pt x="211251" y="411353"/>
                  </a:lnTo>
                  <a:lnTo>
                    <a:pt x="212344" y="407416"/>
                  </a:lnTo>
                  <a:lnTo>
                    <a:pt x="212217" y="407924"/>
                  </a:lnTo>
                  <a:lnTo>
                    <a:pt x="212369" y="407416"/>
                  </a:lnTo>
                  <a:lnTo>
                    <a:pt x="214757" y="399923"/>
                  </a:lnTo>
                  <a:lnTo>
                    <a:pt x="217678" y="388620"/>
                  </a:lnTo>
                  <a:lnTo>
                    <a:pt x="217551" y="389255"/>
                  </a:lnTo>
                  <a:lnTo>
                    <a:pt x="217741" y="388620"/>
                  </a:lnTo>
                  <a:lnTo>
                    <a:pt x="221437" y="377063"/>
                  </a:lnTo>
                  <a:lnTo>
                    <a:pt x="221526" y="376936"/>
                  </a:lnTo>
                  <a:lnTo>
                    <a:pt x="226568" y="361950"/>
                  </a:lnTo>
                  <a:lnTo>
                    <a:pt x="228295" y="354711"/>
                  </a:lnTo>
                  <a:lnTo>
                    <a:pt x="230695" y="344678"/>
                  </a:lnTo>
                  <a:lnTo>
                    <a:pt x="230759" y="344424"/>
                  </a:lnTo>
                  <a:lnTo>
                    <a:pt x="230632" y="344678"/>
                  </a:lnTo>
                  <a:lnTo>
                    <a:pt x="235712" y="325628"/>
                  </a:lnTo>
                  <a:lnTo>
                    <a:pt x="235966" y="324612"/>
                  </a:lnTo>
                  <a:lnTo>
                    <a:pt x="236778" y="319786"/>
                  </a:lnTo>
                  <a:lnTo>
                    <a:pt x="239522" y="303784"/>
                  </a:lnTo>
                  <a:lnTo>
                    <a:pt x="239649" y="302768"/>
                  </a:lnTo>
                  <a:lnTo>
                    <a:pt x="239877" y="299847"/>
                  </a:lnTo>
                  <a:lnTo>
                    <a:pt x="241427" y="280797"/>
                  </a:lnTo>
                  <a:lnTo>
                    <a:pt x="241427" y="204597"/>
                  </a:lnTo>
                  <a:lnTo>
                    <a:pt x="241427" y="2038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1" name="Google Shape;591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03102" y="2198877"/>
              <a:ext cx="159257" cy="187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56"/>
            <p:cNvSpPr/>
            <p:nvPr/>
          </p:nvSpPr>
          <p:spPr>
            <a:xfrm>
              <a:off x="11293602" y="2171699"/>
              <a:ext cx="227329" cy="725805"/>
            </a:xfrm>
            <a:custGeom>
              <a:rect b="b" l="l" r="r" t="t"/>
              <a:pathLst>
                <a:path extrusionOk="0" h="725805" w="227329">
                  <a:moveTo>
                    <a:pt x="226822" y="295529"/>
                  </a:moveTo>
                  <a:lnTo>
                    <a:pt x="226695" y="294513"/>
                  </a:lnTo>
                  <a:lnTo>
                    <a:pt x="221551" y="237236"/>
                  </a:lnTo>
                  <a:lnTo>
                    <a:pt x="221361" y="235077"/>
                  </a:lnTo>
                  <a:lnTo>
                    <a:pt x="211137" y="185039"/>
                  </a:lnTo>
                  <a:lnTo>
                    <a:pt x="209931" y="179070"/>
                  </a:lnTo>
                  <a:lnTo>
                    <a:pt x="209677" y="177927"/>
                  </a:lnTo>
                  <a:lnTo>
                    <a:pt x="197802" y="139954"/>
                  </a:lnTo>
                  <a:lnTo>
                    <a:pt x="195580" y="132842"/>
                  </a:lnTo>
                  <a:lnTo>
                    <a:pt x="184619" y="107823"/>
                  </a:lnTo>
                  <a:lnTo>
                    <a:pt x="184111" y="106680"/>
                  </a:lnTo>
                  <a:lnTo>
                    <a:pt x="179451" y="96012"/>
                  </a:lnTo>
                  <a:lnTo>
                    <a:pt x="171729" y="82550"/>
                  </a:lnTo>
                  <a:lnTo>
                    <a:pt x="164973" y="70739"/>
                  </a:lnTo>
                  <a:lnTo>
                    <a:pt x="164592" y="70231"/>
                  </a:lnTo>
                  <a:lnTo>
                    <a:pt x="159004" y="61595"/>
                  </a:lnTo>
                  <a:lnTo>
                    <a:pt x="150622" y="48641"/>
                  </a:lnTo>
                  <a:lnTo>
                    <a:pt x="150368" y="48387"/>
                  </a:lnTo>
                  <a:lnTo>
                    <a:pt x="138430" y="31115"/>
                  </a:lnTo>
                  <a:lnTo>
                    <a:pt x="138049" y="30480"/>
                  </a:lnTo>
                  <a:lnTo>
                    <a:pt x="128676" y="18796"/>
                  </a:lnTo>
                  <a:lnTo>
                    <a:pt x="128460" y="18542"/>
                  </a:lnTo>
                  <a:lnTo>
                    <a:pt x="128651" y="18796"/>
                  </a:lnTo>
                  <a:lnTo>
                    <a:pt x="128358" y="18415"/>
                  </a:lnTo>
                  <a:lnTo>
                    <a:pt x="128282" y="18288"/>
                  </a:lnTo>
                  <a:lnTo>
                    <a:pt x="126326" y="15494"/>
                  </a:lnTo>
                  <a:lnTo>
                    <a:pt x="121793" y="9017"/>
                  </a:lnTo>
                  <a:lnTo>
                    <a:pt x="121221" y="8255"/>
                  </a:lnTo>
                  <a:lnTo>
                    <a:pt x="121031" y="8001"/>
                  </a:lnTo>
                  <a:lnTo>
                    <a:pt x="120472" y="7366"/>
                  </a:lnTo>
                  <a:lnTo>
                    <a:pt x="120396" y="5334"/>
                  </a:lnTo>
                  <a:lnTo>
                    <a:pt x="115189" y="0"/>
                  </a:lnTo>
                  <a:lnTo>
                    <a:pt x="115062" y="0"/>
                  </a:lnTo>
                  <a:lnTo>
                    <a:pt x="101981" y="0"/>
                  </a:lnTo>
                  <a:lnTo>
                    <a:pt x="96647" y="5334"/>
                  </a:lnTo>
                  <a:lnTo>
                    <a:pt x="96647" y="18415"/>
                  </a:lnTo>
                  <a:lnTo>
                    <a:pt x="97536" y="19304"/>
                  </a:lnTo>
                  <a:lnTo>
                    <a:pt x="97536" y="19431"/>
                  </a:lnTo>
                  <a:lnTo>
                    <a:pt x="102489" y="24384"/>
                  </a:lnTo>
                  <a:lnTo>
                    <a:pt x="103378" y="24384"/>
                  </a:lnTo>
                  <a:lnTo>
                    <a:pt x="103378" y="26035"/>
                  </a:lnTo>
                  <a:lnTo>
                    <a:pt x="103886" y="26543"/>
                  </a:lnTo>
                  <a:lnTo>
                    <a:pt x="103886" y="27178"/>
                  </a:lnTo>
                  <a:lnTo>
                    <a:pt x="104292" y="27597"/>
                  </a:lnTo>
                  <a:lnTo>
                    <a:pt x="105029" y="34417"/>
                  </a:lnTo>
                  <a:lnTo>
                    <a:pt x="105029" y="37719"/>
                  </a:lnTo>
                  <a:lnTo>
                    <a:pt x="107950" y="40640"/>
                  </a:lnTo>
                  <a:lnTo>
                    <a:pt x="115062" y="40640"/>
                  </a:lnTo>
                  <a:lnTo>
                    <a:pt x="115519" y="40170"/>
                  </a:lnTo>
                  <a:lnTo>
                    <a:pt x="118999" y="44577"/>
                  </a:lnTo>
                  <a:lnTo>
                    <a:pt x="119430" y="45212"/>
                  </a:lnTo>
                  <a:lnTo>
                    <a:pt x="130810" y="61849"/>
                  </a:lnTo>
                  <a:lnTo>
                    <a:pt x="130683" y="61595"/>
                  </a:lnTo>
                  <a:lnTo>
                    <a:pt x="144653" y="83185"/>
                  </a:lnTo>
                  <a:lnTo>
                    <a:pt x="144399" y="82550"/>
                  </a:lnTo>
                  <a:lnTo>
                    <a:pt x="158153" y="106794"/>
                  </a:lnTo>
                  <a:lnTo>
                    <a:pt x="158750" y="107823"/>
                  </a:lnTo>
                  <a:lnTo>
                    <a:pt x="158153" y="106794"/>
                  </a:lnTo>
                  <a:lnTo>
                    <a:pt x="172834" y="140347"/>
                  </a:lnTo>
                  <a:lnTo>
                    <a:pt x="173113" y="141224"/>
                  </a:lnTo>
                  <a:lnTo>
                    <a:pt x="186817" y="185039"/>
                  </a:lnTo>
                  <a:lnTo>
                    <a:pt x="186436" y="183896"/>
                  </a:lnTo>
                  <a:lnTo>
                    <a:pt x="197586" y="238404"/>
                  </a:lnTo>
                  <a:lnTo>
                    <a:pt x="197485" y="237236"/>
                  </a:lnTo>
                  <a:lnTo>
                    <a:pt x="197612" y="238506"/>
                  </a:lnTo>
                  <a:lnTo>
                    <a:pt x="202819" y="296672"/>
                  </a:lnTo>
                  <a:lnTo>
                    <a:pt x="202819" y="352044"/>
                  </a:lnTo>
                  <a:lnTo>
                    <a:pt x="202717" y="353187"/>
                  </a:lnTo>
                  <a:lnTo>
                    <a:pt x="198221" y="403783"/>
                  </a:lnTo>
                  <a:lnTo>
                    <a:pt x="183642" y="447167"/>
                  </a:lnTo>
                  <a:lnTo>
                    <a:pt x="163969" y="490220"/>
                  </a:lnTo>
                  <a:lnTo>
                    <a:pt x="139700" y="530606"/>
                  </a:lnTo>
                  <a:lnTo>
                    <a:pt x="139255" y="531241"/>
                  </a:lnTo>
                  <a:lnTo>
                    <a:pt x="112649" y="569849"/>
                  </a:lnTo>
                  <a:lnTo>
                    <a:pt x="112903" y="569595"/>
                  </a:lnTo>
                  <a:lnTo>
                    <a:pt x="88011" y="603250"/>
                  </a:lnTo>
                  <a:lnTo>
                    <a:pt x="87591" y="603758"/>
                  </a:lnTo>
                  <a:lnTo>
                    <a:pt x="66802" y="629158"/>
                  </a:lnTo>
                  <a:lnTo>
                    <a:pt x="67056" y="628904"/>
                  </a:lnTo>
                  <a:lnTo>
                    <a:pt x="50800" y="647573"/>
                  </a:lnTo>
                  <a:lnTo>
                    <a:pt x="50673" y="647827"/>
                  </a:lnTo>
                  <a:lnTo>
                    <a:pt x="37719" y="663194"/>
                  </a:lnTo>
                  <a:lnTo>
                    <a:pt x="37731" y="663321"/>
                  </a:lnTo>
                  <a:lnTo>
                    <a:pt x="25146" y="677926"/>
                  </a:lnTo>
                  <a:lnTo>
                    <a:pt x="24345" y="678942"/>
                  </a:lnTo>
                  <a:lnTo>
                    <a:pt x="14224" y="692658"/>
                  </a:lnTo>
                  <a:lnTo>
                    <a:pt x="14859" y="691769"/>
                  </a:lnTo>
                  <a:lnTo>
                    <a:pt x="6604" y="701167"/>
                  </a:lnTo>
                  <a:lnTo>
                    <a:pt x="6223" y="701675"/>
                  </a:lnTo>
                  <a:lnTo>
                    <a:pt x="6108" y="701802"/>
                  </a:lnTo>
                  <a:lnTo>
                    <a:pt x="5207" y="701802"/>
                  </a:lnTo>
                  <a:lnTo>
                    <a:pt x="0" y="707009"/>
                  </a:lnTo>
                  <a:lnTo>
                    <a:pt x="0" y="719963"/>
                  </a:lnTo>
                  <a:lnTo>
                    <a:pt x="5207" y="725297"/>
                  </a:lnTo>
                  <a:lnTo>
                    <a:pt x="18161" y="725297"/>
                  </a:lnTo>
                  <a:lnTo>
                    <a:pt x="23495" y="719963"/>
                  </a:lnTo>
                  <a:lnTo>
                    <a:pt x="23495" y="718540"/>
                  </a:lnTo>
                  <a:lnTo>
                    <a:pt x="24003" y="718058"/>
                  </a:lnTo>
                  <a:lnTo>
                    <a:pt x="24765" y="717296"/>
                  </a:lnTo>
                  <a:lnTo>
                    <a:pt x="33020" y="707898"/>
                  </a:lnTo>
                  <a:lnTo>
                    <a:pt x="33782" y="707136"/>
                  </a:lnTo>
                  <a:lnTo>
                    <a:pt x="43726" y="693674"/>
                  </a:lnTo>
                  <a:lnTo>
                    <a:pt x="43967" y="693343"/>
                  </a:lnTo>
                  <a:lnTo>
                    <a:pt x="44221" y="693039"/>
                  </a:lnTo>
                  <a:lnTo>
                    <a:pt x="44551" y="692658"/>
                  </a:lnTo>
                  <a:lnTo>
                    <a:pt x="56261" y="678942"/>
                  </a:lnTo>
                  <a:lnTo>
                    <a:pt x="56261" y="678815"/>
                  </a:lnTo>
                  <a:lnTo>
                    <a:pt x="69227" y="663448"/>
                  </a:lnTo>
                  <a:lnTo>
                    <a:pt x="69342" y="663321"/>
                  </a:lnTo>
                  <a:lnTo>
                    <a:pt x="69088" y="663448"/>
                  </a:lnTo>
                  <a:lnTo>
                    <a:pt x="85344" y="644779"/>
                  </a:lnTo>
                  <a:lnTo>
                    <a:pt x="85598" y="644525"/>
                  </a:lnTo>
                  <a:lnTo>
                    <a:pt x="98374" y="628904"/>
                  </a:lnTo>
                  <a:lnTo>
                    <a:pt x="106807" y="618617"/>
                  </a:lnTo>
                  <a:lnTo>
                    <a:pt x="118071" y="603250"/>
                  </a:lnTo>
                  <a:lnTo>
                    <a:pt x="132334" y="583819"/>
                  </a:lnTo>
                  <a:lnTo>
                    <a:pt x="132588" y="583565"/>
                  </a:lnTo>
                  <a:lnTo>
                    <a:pt x="142163" y="569595"/>
                  </a:lnTo>
                  <a:lnTo>
                    <a:pt x="159512" y="544322"/>
                  </a:lnTo>
                  <a:lnTo>
                    <a:pt x="184785" y="502285"/>
                  </a:lnTo>
                  <a:lnTo>
                    <a:pt x="185420" y="501142"/>
                  </a:lnTo>
                  <a:lnTo>
                    <a:pt x="189992" y="491109"/>
                  </a:lnTo>
                  <a:lnTo>
                    <a:pt x="190576" y="489839"/>
                  </a:lnTo>
                  <a:lnTo>
                    <a:pt x="205994" y="456057"/>
                  </a:lnTo>
                  <a:lnTo>
                    <a:pt x="208597" y="448310"/>
                  </a:lnTo>
                  <a:lnTo>
                    <a:pt x="221488" y="409956"/>
                  </a:lnTo>
                  <a:lnTo>
                    <a:pt x="221996" y="407162"/>
                  </a:lnTo>
                  <a:lnTo>
                    <a:pt x="222186" y="405003"/>
                  </a:lnTo>
                  <a:lnTo>
                    <a:pt x="222427" y="402209"/>
                  </a:lnTo>
                  <a:lnTo>
                    <a:pt x="226695" y="354203"/>
                  </a:lnTo>
                  <a:lnTo>
                    <a:pt x="226822" y="2955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3" name="Google Shape;593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8811" y="4928997"/>
              <a:ext cx="233044" cy="15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56"/>
            <p:cNvSpPr/>
            <p:nvPr/>
          </p:nvSpPr>
          <p:spPr>
            <a:xfrm>
              <a:off x="1517650" y="4990210"/>
              <a:ext cx="38734" cy="320039"/>
            </a:xfrm>
            <a:custGeom>
              <a:rect b="b" l="l" r="r" t="t"/>
              <a:pathLst>
                <a:path extrusionOk="0" h="320039" w="38734">
                  <a:moveTo>
                    <a:pt x="27686" y="14478"/>
                  </a:moveTo>
                  <a:lnTo>
                    <a:pt x="24079" y="10795"/>
                  </a:lnTo>
                  <a:lnTo>
                    <a:pt x="22987" y="8623"/>
                  </a:lnTo>
                  <a:lnTo>
                    <a:pt x="22987" y="6604"/>
                  </a:lnTo>
                  <a:lnTo>
                    <a:pt x="22987" y="5080"/>
                  </a:lnTo>
                  <a:lnTo>
                    <a:pt x="17907" y="0"/>
                  </a:lnTo>
                  <a:lnTo>
                    <a:pt x="5207" y="0"/>
                  </a:lnTo>
                  <a:lnTo>
                    <a:pt x="0" y="5080"/>
                  </a:lnTo>
                  <a:lnTo>
                    <a:pt x="0" y="11811"/>
                  </a:lnTo>
                  <a:lnTo>
                    <a:pt x="0" y="17780"/>
                  </a:lnTo>
                  <a:lnTo>
                    <a:pt x="127" y="17919"/>
                  </a:lnTo>
                  <a:lnTo>
                    <a:pt x="127" y="19177"/>
                  </a:lnTo>
                  <a:lnTo>
                    <a:pt x="127" y="25654"/>
                  </a:lnTo>
                  <a:lnTo>
                    <a:pt x="1193" y="26733"/>
                  </a:lnTo>
                  <a:lnTo>
                    <a:pt x="2032" y="31496"/>
                  </a:lnTo>
                  <a:lnTo>
                    <a:pt x="2032" y="31242"/>
                  </a:lnTo>
                  <a:lnTo>
                    <a:pt x="3987" y="43688"/>
                  </a:lnTo>
                  <a:lnTo>
                    <a:pt x="26962" y="43688"/>
                  </a:lnTo>
                  <a:lnTo>
                    <a:pt x="26924" y="42672"/>
                  </a:lnTo>
                  <a:lnTo>
                    <a:pt x="26797" y="41402"/>
                  </a:lnTo>
                  <a:lnTo>
                    <a:pt x="25196" y="31242"/>
                  </a:lnTo>
                  <a:lnTo>
                    <a:pt x="24980" y="29883"/>
                  </a:lnTo>
                  <a:lnTo>
                    <a:pt x="27686" y="27178"/>
                  </a:lnTo>
                  <a:lnTo>
                    <a:pt x="27686" y="20828"/>
                  </a:lnTo>
                  <a:lnTo>
                    <a:pt x="27686" y="14478"/>
                  </a:lnTo>
                  <a:close/>
                </a:path>
                <a:path extrusionOk="0" h="320039" w="38734">
                  <a:moveTo>
                    <a:pt x="38112" y="305054"/>
                  </a:moveTo>
                  <a:lnTo>
                    <a:pt x="37973" y="301879"/>
                  </a:lnTo>
                  <a:lnTo>
                    <a:pt x="37807" y="301371"/>
                  </a:lnTo>
                  <a:lnTo>
                    <a:pt x="37731" y="301117"/>
                  </a:lnTo>
                  <a:lnTo>
                    <a:pt x="34163" y="301117"/>
                  </a:lnTo>
                  <a:lnTo>
                    <a:pt x="34010" y="301117"/>
                  </a:lnTo>
                  <a:lnTo>
                    <a:pt x="34163" y="301371"/>
                  </a:lnTo>
                  <a:lnTo>
                    <a:pt x="33909" y="300951"/>
                  </a:lnTo>
                  <a:lnTo>
                    <a:pt x="37680" y="300951"/>
                  </a:lnTo>
                  <a:lnTo>
                    <a:pt x="36741" y="297815"/>
                  </a:lnTo>
                  <a:lnTo>
                    <a:pt x="36626" y="297561"/>
                  </a:lnTo>
                  <a:lnTo>
                    <a:pt x="34290" y="293243"/>
                  </a:lnTo>
                  <a:lnTo>
                    <a:pt x="30645" y="293243"/>
                  </a:lnTo>
                  <a:lnTo>
                    <a:pt x="31064" y="294513"/>
                  </a:lnTo>
                  <a:lnTo>
                    <a:pt x="30619" y="293179"/>
                  </a:lnTo>
                  <a:lnTo>
                    <a:pt x="30543" y="292735"/>
                  </a:lnTo>
                  <a:lnTo>
                    <a:pt x="29591" y="287312"/>
                  </a:lnTo>
                  <a:lnTo>
                    <a:pt x="29591" y="297815"/>
                  </a:lnTo>
                  <a:lnTo>
                    <a:pt x="29502" y="297942"/>
                  </a:lnTo>
                  <a:lnTo>
                    <a:pt x="17653" y="305054"/>
                  </a:lnTo>
                  <a:lnTo>
                    <a:pt x="29375" y="297942"/>
                  </a:lnTo>
                  <a:lnTo>
                    <a:pt x="29591" y="297815"/>
                  </a:lnTo>
                  <a:lnTo>
                    <a:pt x="29591" y="287312"/>
                  </a:lnTo>
                  <a:lnTo>
                    <a:pt x="29451" y="286512"/>
                  </a:lnTo>
                  <a:lnTo>
                    <a:pt x="29337" y="285813"/>
                  </a:lnTo>
                  <a:lnTo>
                    <a:pt x="29337" y="284353"/>
                  </a:lnTo>
                  <a:lnTo>
                    <a:pt x="29337" y="238252"/>
                  </a:lnTo>
                  <a:lnTo>
                    <a:pt x="29210" y="215265"/>
                  </a:lnTo>
                  <a:lnTo>
                    <a:pt x="29083" y="136398"/>
                  </a:lnTo>
                  <a:lnTo>
                    <a:pt x="28956" y="108331"/>
                  </a:lnTo>
                  <a:lnTo>
                    <a:pt x="28956" y="83820"/>
                  </a:lnTo>
                  <a:lnTo>
                    <a:pt x="28956" y="83312"/>
                  </a:lnTo>
                  <a:lnTo>
                    <a:pt x="27025" y="44958"/>
                  </a:lnTo>
                  <a:lnTo>
                    <a:pt x="4191" y="44958"/>
                  </a:lnTo>
                  <a:lnTo>
                    <a:pt x="3975" y="44958"/>
                  </a:lnTo>
                  <a:lnTo>
                    <a:pt x="4572" y="61595"/>
                  </a:lnTo>
                  <a:lnTo>
                    <a:pt x="5575" y="84442"/>
                  </a:lnTo>
                  <a:lnTo>
                    <a:pt x="5461" y="163703"/>
                  </a:lnTo>
                  <a:lnTo>
                    <a:pt x="5334" y="190754"/>
                  </a:lnTo>
                  <a:lnTo>
                    <a:pt x="5334" y="286512"/>
                  </a:lnTo>
                  <a:lnTo>
                    <a:pt x="28956" y="320040"/>
                  </a:lnTo>
                  <a:lnTo>
                    <a:pt x="30226" y="319659"/>
                  </a:lnTo>
                  <a:lnTo>
                    <a:pt x="37719" y="311150"/>
                  </a:lnTo>
                  <a:lnTo>
                    <a:pt x="37973" y="310261"/>
                  </a:lnTo>
                  <a:lnTo>
                    <a:pt x="38074" y="309118"/>
                  </a:lnTo>
                  <a:lnTo>
                    <a:pt x="38112" y="3050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5" name="Google Shape;595;p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50848" y="5280151"/>
              <a:ext cx="166115" cy="82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56"/>
            <p:cNvSpPr/>
            <p:nvPr/>
          </p:nvSpPr>
          <p:spPr>
            <a:xfrm>
              <a:off x="1802892" y="5132704"/>
              <a:ext cx="148589" cy="105410"/>
            </a:xfrm>
            <a:custGeom>
              <a:rect b="b" l="l" r="r" t="t"/>
              <a:pathLst>
                <a:path extrusionOk="0" h="105410" w="148589">
                  <a:moveTo>
                    <a:pt x="137160" y="7620"/>
                  </a:moveTo>
                  <a:lnTo>
                    <a:pt x="135763" y="6223"/>
                  </a:lnTo>
                  <a:lnTo>
                    <a:pt x="135763" y="5715"/>
                  </a:lnTo>
                  <a:lnTo>
                    <a:pt x="131318" y="1270"/>
                  </a:lnTo>
                  <a:lnTo>
                    <a:pt x="127000" y="1270"/>
                  </a:lnTo>
                  <a:lnTo>
                    <a:pt x="120523" y="635"/>
                  </a:lnTo>
                  <a:lnTo>
                    <a:pt x="119888" y="508"/>
                  </a:lnTo>
                  <a:lnTo>
                    <a:pt x="110490" y="127"/>
                  </a:lnTo>
                  <a:lnTo>
                    <a:pt x="97917" y="0"/>
                  </a:lnTo>
                  <a:lnTo>
                    <a:pt x="83058" y="0"/>
                  </a:lnTo>
                  <a:lnTo>
                    <a:pt x="68580" y="1524"/>
                  </a:lnTo>
                  <a:lnTo>
                    <a:pt x="68072" y="1524"/>
                  </a:lnTo>
                  <a:lnTo>
                    <a:pt x="39243" y="5842"/>
                  </a:lnTo>
                  <a:lnTo>
                    <a:pt x="38989" y="5969"/>
                  </a:lnTo>
                  <a:lnTo>
                    <a:pt x="27508" y="8001"/>
                  </a:lnTo>
                  <a:lnTo>
                    <a:pt x="22479" y="8001"/>
                  </a:lnTo>
                  <a:lnTo>
                    <a:pt x="20980" y="9499"/>
                  </a:lnTo>
                  <a:lnTo>
                    <a:pt x="18224" y="10160"/>
                  </a:lnTo>
                  <a:lnTo>
                    <a:pt x="13589" y="10160"/>
                  </a:lnTo>
                  <a:lnTo>
                    <a:pt x="12928" y="10795"/>
                  </a:lnTo>
                  <a:lnTo>
                    <a:pt x="7493" y="10795"/>
                  </a:lnTo>
                  <a:lnTo>
                    <a:pt x="2413" y="15875"/>
                  </a:lnTo>
                  <a:lnTo>
                    <a:pt x="2413" y="28067"/>
                  </a:lnTo>
                  <a:lnTo>
                    <a:pt x="2540" y="28194"/>
                  </a:lnTo>
                  <a:lnTo>
                    <a:pt x="2540" y="28829"/>
                  </a:lnTo>
                  <a:lnTo>
                    <a:pt x="2540" y="30226"/>
                  </a:lnTo>
                  <a:lnTo>
                    <a:pt x="7493" y="35052"/>
                  </a:lnTo>
                  <a:lnTo>
                    <a:pt x="19685" y="35052"/>
                  </a:lnTo>
                  <a:lnTo>
                    <a:pt x="22352" y="32385"/>
                  </a:lnTo>
                  <a:lnTo>
                    <a:pt x="25781" y="32385"/>
                  </a:lnTo>
                  <a:lnTo>
                    <a:pt x="27406" y="30797"/>
                  </a:lnTo>
                  <a:lnTo>
                    <a:pt x="29781" y="30226"/>
                  </a:lnTo>
                  <a:lnTo>
                    <a:pt x="34798" y="30226"/>
                  </a:lnTo>
                  <a:lnTo>
                    <a:pt x="35864" y="29184"/>
                  </a:lnTo>
                  <a:lnTo>
                    <a:pt x="42926" y="27940"/>
                  </a:lnTo>
                  <a:lnTo>
                    <a:pt x="42545" y="27940"/>
                  </a:lnTo>
                  <a:lnTo>
                    <a:pt x="71374" y="23622"/>
                  </a:lnTo>
                  <a:lnTo>
                    <a:pt x="70866" y="23622"/>
                  </a:lnTo>
                  <a:lnTo>
                    <a:pt x="85217" y="22225"/>
                  </a:lnTo>
                  <a:lnTo>
                    <a:pt x="84074" y="22352"/>
                  </a:lnTo>
                  <a:lnTo>
                    <a:pt x="97917" y="22352"/>
                  </a:lnTo>
                  <a:lnTo>
                    <a:pt x="110109" y="22225"/>
                  </a:lnTo>
                  <a:lnTo>
                    <a:pt x="110490" y="22098"/>
                  </a:lnTo>
                  <a:lnTo>
                    <a:pt x="119888" y="21717"/>
                  </a:lnTo>
                  <a:lnTo>
                    <a:pt x="120523" y="21717"/>
                  </a:lnTo>
                  <a:lnTo>
                    <a:pt x="122440" y="21539"/>
                  </a:lnTo>
                  <a:lnTo>
                    <a:pt x="122212" y="21209"/>
                  </a:lnTo>
                  <a:lnTo>
                    <a:pt x="122301" y="21336"/>
                  </a:lnTo>
                  <a:lnTo>
                    <a:pt x="122440" y="21539"/>
                  </a:lnTo>
                  <a:lnTo>
                    <a:pt x="123444" y="22923"/>
                  </a:lnTo>
                  <a:lnTo>
                    <a:pt x="123444" y="23749"/>
                  </a:lnTo>
                  <a:lnTo>
                    <a:pt x="125476" y="25908"/>
                  </a:lnTo>
                  <a:lnTo>
                    <a:pt x="130556" y="25908"/>
                  </a:lnTo>
                  <a:lnTo>
                    <a:pt x="132715" y="23749"/>
                  </a:lnTo>
                  <a:lnTo>
                    <a:pt x="132715" y="22821"/>
                  </a:lnTo>
                  <a:lnTo>
                    <a:pt x="133858" y="21336"/>
                  </a:lnTo>
                  <a:lnTo>
                    <a:pt x="134518" y="20294"/>
                  </a:lnTo>
                  <a:lnTo>
                    <a:pt x="137160" y="17653"/>
                  </a:lnTo>
                  <a:lnTo>
                    <a:pt x="137160" y="12573"/>
                  </a:lnTo>
                  <a:lnTo>
                    <a:pt x="137160" y="7620"/>
                  </a:lnTo>
                  <a:close/>
                </a:path>
                <a:path extrusionOk="0" h="105410" w="148589">
                  <a:moveTo>
                    <a:pt x="148082" y="68453"/>
                  </a:moveTo>
                  <a:lnTo>
                    <a:pt x="144653" y="64897"/>
                  </a:lnTo>
                  <a:lnTo>
                    <a:pt x="142341" y="64897"/>
                  </a:lnTo>
                  <a:lnTo>
                    <a:pt x="140462" y="63881"/>
                  </a:lnTo>
                  <a:lnTo>
                    <a:pt x="136652" y="62738"/>
                  </a:lnTo>
                  <a:lnTo>
                    <a:pt x="133362" y="62369"/>
                  </a:lnTo>
                  <a:lnTo>
                    <a:pt x="132715" y="61722"/>
                  </a:lnTo>
                  <a:lnTo>
                    <a:pt x="127762" y="61722"/>
                  </a:lnTo>
                  <a:lnTo>
                    <a:pt x="127000" y="61722"/>
                  </a:lnTo>
                  <a:lnTo>
                    <a:pt x="115062" y="61341"/>
                  </a:lnTo>
                  <a:lnTo>
                    <a:pt x="113284" y="61341"/>
                  </a:lnTo>
                  <a:lnTo>
                    <a:pt x="102108" y="62738"/>
                  </a:lnTo>
                  <a:lnTo>
                    <a:pt x="101727" y="62865"/>
                  </a:lnTo>
                  <a:lnTo>
                    <a:pt x="88138" y="65036"/>
                  </a:lnTo>
                  <a:lnTo>
                    <a:pt x="87757" y="65036"/>
                  </a:lnTo>
                  <a:lnTo>
                    <a:pt x="73609" y="67691"/>
                  </a:lnTo>
                  <a:lnTo>
                    <a:pt x="68072" y="67691"/>
                  </a:lnTo>
                  <a:lnTo>
                    <a:pt x="66497" y="69303"/>
                  </a:lnTo>
                  <a:lnTo>
                    <a:pt x="57658" y="71386"/>
                  </a:lnTo>
                  <a:lnTo>
                    <a:pt x="52959" y="71386"/>
                  </a:lnTo>
                  <a:lnTo>
                    <a:pt x="51803" y="72542"/>
                  </a:lnTo>
                  <a:lnTo>
                    <a:pt x="42684" y="74295"/>
                  </a:lnTo>
                  <a:lnTo>
                    <a:pt x="37846" y="74295"/>
                  </a:lnTo>
                  <a:lnTo>
                    <a:pt x="36614" y="75526"/>
                  </a:lnTo>
                  <a:lnTo>
                    <a:pt x="29083" y="77089"/>
                  </a:lnTo>
                  <a:lnTo>
                    <a:pt x="23876" y="77089"/>
                  </a:lnTo>
                  <a:lnTo>
                    <a:pt x="21983" y="78981"/>
                  </a:lnTo>
                  <a:lnTo>
                    <a:pt x="9944" y="82169"/>
                  </a:lnTo>
                  <a:lnTo>
                    <a:pt x="5080" y="82169"/>
                  </a:lnTo>
                  <a:lnTo>
                    <a:pt x="0" y="87261"/>
                  </a:lnTo>
                  <a:lnTo>
                    <a:pt x="0" y="99822"/>
                  </a:lnTo>
                  <a:lnTo>
                    <a:pt x="5080" y="105029"/>
                  </a:lnTo>
                  <a:lnTo>
                    <a:pt x="17653" y="105029"/>
                  </a:lnTo>
                  <a:lnTo>
                    <a:pt x="19456" y="103174"/>
                  </a:lnTo>
                  <a:lnTo>
                    <a:pt x="31699" y="99949"/>
                  </a:lnTo>
                  <a:lnTo>
                    <a:pt x="36449" y="99949"/>
                  </a:lnTo>
                  <a:lnTo>
                    <a:pt x="37769" y="98628"/>
                  </a:lnTo>
                  <a:lnTo>
                    <a:pt x="45135" y="97167"/>
                  </a:lnTo>
                  <a:lnTo>
                    <a:pt x="50546" y="97167"/>
                  </a:lnTo>
                  <a:lnTo>
                    <a:pt x="51777" y="95897"/>
                  </a:lnTo>
                  <a:lnTo>
                    <a:pt x="60769" y="94234"/>
                  </a:lnTo>
                  <a:lnTo>
                    <a:pt x="65659" y="94234"/>
                  </a:lnTo>
                  <a:lnTo>
                    <a:pt x="67170" y="92722"/>
                  </a:lnTo>
                  <a:lnTo>
                    <a:pt x="75552" y="90678"/>
                  </a:lnTo>
                  <a:lnTo>
                    <a:pt x="80772" y="90678"/>
                  </a:lnTo>
                  <a:lnTo>
                    <a:pt x="81965" y="89446"/>
                  </a:lnTo>
                  <a:lnTo>
                    <a:pt x="91948" y="87642"/>
                  </a:lnTo>
                  <a:lnTo>
                    <a:pt x="91694" y="87642"/>
                  </a:lnTo>
                  <a:lnTo>
                    <a:pt x="105410" y="85471"/>
                  </a:lnTo>
                  <a:lnTo>
                    <a:pt x="105029" y="85471"/>
                  </a:lnTo>
                  <a:lnTo>
                    <a:pt x="116205" y="84086"/>
                  </a:lnTo>
                  <a:lnTo>
                    <a:pt x="115062" y="84086"/>
                  </a:lnTo>
                  <a:lnTo>
                    <a:pt x="127000" y="83820"/>
                  </a:lnTo>
                  <a:lnTo>
                    <a:pt x="132715" y="83820"/>
                  </a:lnTo>
                  <a:lnTo>
                    <a:pt x="133489" y="83045"/>
                  </a:lnTo>
                  <a:lnTo>
                    <a:pt x="136652" y="82677"/>
                  </a:lnTo>
                  <a:lnTo>
                    <a:pt x="140462" y="81534"/>
                  </a:lnTo>
                  <a:lnTo>
                    <a:pt x="142328" y="80530"/>
                  </a:lnTo>
                  <a:lnTo>
                    <a:pt x="144653" y="80530"/>
                  </a:lnTo>
                  <a:lnTo>
                    <a:pt x="148082" y="77089"/>
                  </a:lnTo>
                  <a:lnTo>
                    <a:pt x="148082" y="72771"/>
                  </a:lnTo>
                  <a:lnTo>
                    <a:pt x="148082" y="684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7" name="Google Shape;597;p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30755" y="4911851"/>
              <a:ext cx="223012" cy="405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5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73778" y="5199252"/>
              <a:ext cx="142040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56"/>
            <p:cNvSpPr/>
            <p:nvPr/>
          </p:nvSpPr>
          <p:spPr>
            <a:xfrm>
              <a:off x="2676271" y="4969382"/>
              <a:ext cx="40005" cy="259079"/>
            </a:xfrm>
            <a:custGeom>
              <a:rect b="b" l="l" r="r" t="t"/>
              <a:pathLst>
                <a:path extrusionOk="0" h="259079" w="40005">
                  <a:moveTo>
                    <a:pt x="25044" y="103632"/>
                  </a:moveTo>
                  <a:lnTo>
                    <a:pt x="1397" y="103632"/>
                  </a:lnTo>
                  <a:lnTo>
                    <a:pt x="2667" y="149733"/>
                  </a:lnTo>
                  <a:lnTo>
                    <a:pt x="3377" y="169164"/>
                  </a:lnTo>
                  <a:lnTo>
                    <a:pt x="3429" y="171069"/>
                  </a:lnTo>
                  <a:lnTo>
                    <a:pt x="4826" y="189103"/>
                  </a:lnTo>
                  <a:lnTo>
                    <a:pt x="4826" y="189357"/>
                  </a:lnTo>
                  <a:lnTo>
                    <a:pt x="6604" y="206629"/>
                  </a:lnTo>
                  <a:lnTo>
                    <a:pt x="8128" y="219710"/>
                  </a:lnTo>
                  <a:lnTo>
                    <a:pt x="8762" y="230632"/>
                  </a:lnTo>
                  <a:lnTo>
                    <a:pt x="9017" y="232283"/>
                  </a:lnTo>
                  <a:lnTo>
                    <a:pt x="11049" y="242570"/>
                  </a:lnTo>
                  <a:lnTo>
                    <a:pt x="12954" y="248285"/>
                  </a:lnTo>
                  <a:lnTo>
                    <a:pt x="13843" y="251079"/>
                  </a:lnTo>
                  <a:lnTo>
                    <a:pt x="28067" y="258953"/>
                  </a:lnTo>
                  <a:lnTo>
                    <a:pt x="31115" y="258191"/>
                  </a:lnTo>
                  <a:lnTo>
                    <a:pt x="38989" y="250063"/>
                  </a:lnTo>
                  <a:lnTo>
                    <a:pt x="39624" y="247523"/>
                  </a:lnTo>
                  <a:lnTo>
                    <a:pt x="39863" y="245364"/>
                  </a:lnTo>
                  <a:lnTo>
                    <a:pt x="36703" y="245364"/>
                  </a:lnTo>
                  <a:lnTo>
                    <a:pt x="31616" y="239903"/>
                  </a:lnTo>
                  <a:lnTo>
                    <a:pt x="22860" y="239903"/>
                  </a:lnTo>
                  <a:lnTo>
                    <a:pt x="27559" y="233553"/>
                  </a:lnTo>
                  <a:lnTo>
                    <a:pt x="33688" y="233553"/>
                  </a:lnTo>
                  <a:lnTo>
                    <a:pt x="32812" y="229108"/>
                  </a:lnTo>
                  <a:lnTo>
                    <a:pt x="32512" y="227584"/>
                  </a:lnTo>
                  <a:lnTo>
                    <a:pt x="32664" y="227584"/>
                  </a:lnTo>
                  <a:lnTo>
                    <a:pt x="32105" y="219202"/>
                  </a:lnTo>
                  <a:lnTo>
                    <a:pt x="32004" y="217043"/>
                  </a:lnTo>
                  <a:lnTo>
                    <a:pt x="30494" y="204216"/>
                  </a:lnTo>
                  <a:lnTo>
                    <a:pt x="28728" y="187198"/>
                  </a:lnTo>
                  <a:lnTo>
                    <a:pt x="28807" y="186944"/>
                  </a:lnTo>
                  <a:lnTo>
                    <a:pt x="27358" y="169799"/>
                  </a:lnTo>
                  <a:lnTo>
                    <a:pt x="26538" y="148844"/>
                  </a:lnTo>
                  <a:lnTo>
                    <a:pt x="25044" y="103632"/>
                  </a:lnTo>
                  <a:close/>
                </a:path>
                <a:path extrusionOk="0" h="259079" w="40005">
                  <a:moveTo>
                    <a:pt x="28574" y="236220"/>
                  </a:moveTo>
                  <a:lnTo>
                    <a:pt x="28321" y="236220"/>
                  </a:lnTo>
                  <a:lnTo>
                    <a:pt x="36703" y="245364"/>
                  </a:lnTo>
                  <a:lnTo>
                    <a:pt x="36068" y="242443"/>
                  </a:lnTo>
                  <a:lnTo>
                    <a:pt x="35814" y="241173"/>
                  </a:lnTo>
                  <a:lnTo>
                    <a:pt x="34470" y="236855"/>
                  </a:lnTo>
                  <a:lnTo>
                    <a:pt x="31115" y="236855"/>
                  </a:lnTo>
                  <a:lnTo>
                    <a:pt x="28574" y="236220"/>
                  </a:lnTo>
                  <a:close/>
                </a:path>
                <a:path extrusionOk="0" h="259079" w="40005">
                  <a:moveTo>
                    <a:pt x="34091" y="235594"/>
                  </a:moveTo>
                  <a:lnTo>
                    <a:pt x="35814" y="241173"/>
                  </a:lnTo>
                  <a:lnTo>
                    <a:pt x="36095" y="242570"/>
                  </a:lnTo>
                  <a:lnTo>
                    <a:pt x="36703" y="245364"/>
                  </a:lnTo>
                  <a:lnTo>
                    <a:pt x="39863" y="245364"/>
                  </a:lnTo>
                  <a:lnTo>
                    <a:pt x="39751" y="237363"/>
                  </a:lnTo>
                  <a:lnTo>
                    <a:pt x="34091" y="235594"/>
                  </a:lnTo>
                  <a:close/>
                </a:path>
                <a:path extrusionOk="0" h="259079" w="40005">
                  <a:moveTo>
                    <a:pt x="27559" y="233553"/>
                  </a:moveTo>
                  <a:lnTo>
                    <a:pt x="22860" y="239903"/>
                  </a:lnTo>
                  <a:lnTo>
                    <a:pt x="27379" y="236855"/>
                  </a:lnTo>
                  <a:lnTo>
                    <a:pt x="25781" y="236855"/>
                  </a:lnTo>
                  <a:lnTo>
                    <a:pt x="28096" y="236276"/>
                  </a:lnTo>
                  <a:lnTo>
                    <a:pt x="28067" y="236093"/>
                  </a:lnTo>
                  <a:lnTo>
                    <a:pt x="34177" y="236093"/>
                  </a:lnTo>
                  <a:lnTo>
                    <a:pt x="34064" y="235585"/>
                  </a:lnTo>
                  <a:lnTo>
                    <a:pt x="27559" y="233553"/>
                  </a:lnTo>
                  <a:close/>
                </a:path>
                <a:path extrusionOk="0" h="259079" w="40005">
                  <a:moveTo>
                    <a:pt x="28237" y="236276"/>
                  </a:moveTo>
                  <a:lnTo>
                    <a:pt x="22860" y="239903"/>
                  </a:lnTo>
                  <a:lnTo>
                    <a:pt x="31616" y="239903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28210" y="236247"/>
                  </a:moveTo>
                  <a:lnTo>
                    <a:pt x="25781" y="236855"/>
                  </a:lnTo>
                  <a:lnTo>
                    <a:pt x="27379" y="236855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34177" y="236093"/>
                  </a:moveTo>
                  <a:lnTo>
                    <a:pt x="28067" y="236093"/>
                  </a:lnTo>
                  <a:lnTo>
                    <a:pt x="31115" y="236855"/>
                  </a:lnTo>
                  <a:lnTo>
                    <a:pt x="34470" y="236855"/>
                  </a:lnTo>
                  <a:lnTo>
                    <a:pt x="34391" y="236601"/>
                  </a:lnTo>
                  <a:lnTo>
                    <a:pt x="34177" y="236093"/>
                  </a:lnTo>
                  <a:close/>
                </a:path>
                <a:path extrusionOk="0" h="259079" w="40005">
                  <a:moveTo>
                    <a:pt x="34114" y="235709"/>
                  </a:moveTo>
                  <a:lnTo>
                    <a:pt x="34290" y="236601"/>
                  </a:lnTo>
                  <a:lnTo>
                    <a:pt x="34114" y="235709"/>
                  </a:lnTo>
                  <a:close/>
                </a:path>
                <a:path extrusionOk="0" h="259079" w="40005">
                  <a:moveTo>
                    <a:pt x="28067" y="236093"/>
                  </a:moveTo>
                  <a:lnTo>
                    <a:pt x="28210" y="236247"/>
                  </a:lnTo>
                  <a:lnTo>
                    <a:pt x="28574" y="236220"/>
                  </a:lnTo>
                  <a:lnTo>
                    <a:pt x="28067" y="236093"/>
                  </a:lnTo>
                  <a:close/>
                </a:path>
                <a:path extrusionOk="0" h="259079" w="40005">
                  <a:moveTo>
                    <a:pt x="34064" y="235458"/>
                  </a:moveTo>
                  <a:lnTo>
                    <a:pt x="34091" y="235594"/>
                  </a:lnTo>
                  <a:lnTo>
                    <a:pt x="34064" y="235458"/>
                  </a:lnTo>
                  <a:close/>
                </a:path>
                <a:path extrusionOk="0" h="259079" w="40005">
                  <a:moveTo>
                    <a:pt x="33688" y="233553"/>
                  </a:moveTo>
                  <a:lnTo>
                    <a:pt x="27559" y="233553"/>
                  </a:lnTo>
                  <a:lnTo>
                    <a:pt x="34064" y="235585"/>
                  </a:lnTo>
                  <a:lnTo>
                    <a:pt x="34064" y="235458"/>
                  </a:lnTo>
                  <a:lnTo>
                    <a:pt x="33688" y="233553"/>
                  </a:lnTo>
                  <a:close/>
                </a:path>
                <a:path extrusionOk="0" h="259079" w="40005">
                  <a:moveTo>
                    <a:pt x="32512" y="227584"/>
                  </a:moveTo>
                  <a:lnTo>
                    <a:pt x="32766" y="229108"/>
                  </a:lnTo>
                  <a:lnTo>
                    <a:pt x="32742" y="228751"/>
                  </a:lnTo>
                  <a:lnTo>
                    <a:pt x="32512" y="227584"/>
                  </a:lnTo>
                  <a:close/>
                </a:path>
                <a:path extrusionOk="0" h="259079" w="40005">
                  <a:moveTo>
                    <a:pt x="32742" y="228751"/>
                  </a:moveTo>
                  <a:lnTo>
                    <a:pt x="32766" y="229108"/>
                  </a:lnTo>
                  <a:lnTo>
                    <a:pt x="32742" y="228751"/>
                  </a:lnTo>
                  <a:close/>
                </a:path>
                <a:path extrusionOk="0" h="259079" w="40005">
                  <a:moveTo>
                    <a:pt x="32664" y="227584"/>
                  </a:moveTo>
                  <a:lnTo>
                    <a:pt x="32512" y="227584"/>
                  </a:lnTo>
                  <a:lnTo>
                    <a:pt x="32742" y="228751"/>
                  </a:lnTo>
                  <a:lnTo>
                    <a:pt x="32664" y="227584"/>
                  </a:lnTo>
                  <a:close/>
                </a:path>
                <a:path extrusionOk="0" h="259079" w="40005">
                  <a:moveTo>
                    <a:pt x="8001" y="219202"/>
                  </a:moveTo>
                  <a:lnTo>
                    <a:pt x="8034" y="219710"/>
                  </a:lnTo>
                  <a:lnTo>
                    <a:pt x="8001" y="219202"/>
                  </a:lnTo>
                  <a:close/>
                </a:path>
                <a:path extrusionOk="0" h="259079" w="40005">
                  <a:moveTo>
                    <a:pt x="30480" y="204089"/>
                  </a:moveTo>
                  <a:close/>
                </a:path>
                <a:path extrusionOk="0" h="259079" w="40005">
                  <a:moveTo>
                    <a:pt x="28807" y="186944"/>
                  </a:moveTo>
                  <a:lnTo>
                    <a:pt x="28829" y="187198"/>
                  </a:lnTo>
                  <a:lnTo>
                    <a:pt x="28807" y="186944"/>
                  </a:lnTo>
                  <a:close/>
                </a:path>
                <a:path extrusionOk="0" h="259079" w="40005">
                  <a:moveTo>
                    <a:pt x="27305" y="169164"/>
                  </a:moveTo>
                  <a:lnTo>
                    <a:pt x="27305" y="169799"/>
                  </a:lnTo>
                  <a:lnTo>
                    <a:pt x="27305" y="169164"/>
                  </a:lnTo>
                  <a:close/>
                </a:path>
                <a:path extrusionOk="0" h="259079" w="40005">
                  <a:moveTo>
                    <a:pt x="8722" y="2020"/>
                  </a:moveTo>
                  <a:lnTo>
                    <a:pt x="254" y="11430"/>
                  </a:lnTo>
                  <a:lnTo>
                    <a:pt x="0" y="81661"/>
                  </a:lnTo>
                  <a:lnTo>
                    <a:pt x="127" y="82423"/>
                  </a:lnTo>
                  <a:lnTo>
                    <a:pt x="1397" y="104013"/>
                  </a:lnTo>
                  <a:lnTo>
                    <a:pt x="1397" y="103632"/>
                  </a:lnTo>
                  <a:lnTo>
                    <a:pt x="25044" y="103632"/>
                  </a:lnTo>
                  <a:lnTo>
                    <a:pt x="25018" y="102870"/>
                  </a:lnTo>
                  <a:lnTo>
                    <a:pt x="24892" y="102489"/>
                  </a:lnTo>
                  <a:lnTo>
                    <a:pt x="23593" y="82423"/>
                  </a:lnTo>
                  <a:lnTo>
                    <a:pt x="23495" y="81661"/>
                  </a:lnTo>
                  <a:lnTo>
                    <a:pt x="23353" y="41529"/>
                  </a:lnTo>
                  <a:lnTo>
                    <a:pt x="10668" y="41529"/>
                  </a:lnTo>
                  <a:lnTo>
                    <a:pt x="5461" y="15748"/>
                  </a:lnTo>
                  <a:lnTo>
                    <a:pt x="4318" y="14351"/>
                  </a:lnTo>
                  <a:lnTo>
                    <a:pt x="4826" y="9525"/>
                  </a:lnTo>
                  <a:lnTo>
                    <a:pt x="4318" y="7874"/>
                  </a:lnTo>
                  <a:lnTo>
                    <a:pt x="21336" y="7874"/>
                  </a:lnTo>
                  <a:lnTo>
                    <a:pt x="21135" y="6938"/>
                  </a:lnTo>
                  <a:lnTo>
                    <a:pt x="8722" y="2020"/>
                  </a:lnTo>
                  <a:close/>
                </a:path>
                <a:path extrusionOk="0" h="259079" w="40005">
                  <a:moveTo>
                    <a:pt x="23495" y="80899"/>
                  </a:moveTo>
                  <a:lnTo>
                    <a:pt x="23495" y="81661"/>
                  </a:lnTo>
                  <a:lnTo>
                    <a:pt x="23495" y="80899"/>
                  </a:lnTo>
                  <a:close/>
                </a:path>
                <a:path extrusionOk="0" h="259079" w="40005">
                  <a:moveTo>
                    <a:pt x="4318" y="7874"/>
                  </a:moveTo>
                  <a:lnTo>
                    <a:pt x="4826" y="9525"/>
                  </a:lnTo>
                  <a:lnTo>
                    <a:pt x="4318" y="14351"/>
                  </a:lnTo>
                  <a:lnTo>
                    <a:pt x="5461" y="15748"/>
                  </a:lnTo>
                  <a:lnTo>
                    <a:pt x="10668" y="41529"/>
                  </a:lnTo>
                  <a:lnTo>
                    <a:pt x="19304" y="40259"/>
                  </a:lnTo>
                  <a:lnTo>
                    <a:pt x="23334" y="39416"/>
                  </a:lnTo>
                  <a:lnTo>
                    <a:pt x="23241" y="22733"/>
                  </a:lnTo>
                  <a:lnTo>
                    <a:pt x="10541" y="22733"/>
                  </a:lnTo>
                  <a:lnTo>
                    <a:pt x="11084" y="22249"/>
                  </a:lnTo>
                  <a:lnTo>
                    <a:pt x="7874" y="21082"/>
                  </a:lnTo>
                  <a:lnTo>
                    <a:pt x="8762" y="20701"/>
                  </a:lnTo>
                  <a:lnTo>
                    <a:pt x="4318" y="7874"/>
                  </a:lnTo>
                  <a:close/>
                </a:path>
                <a:path extrusionOk="0" h="259079" w="40005">
                  <a:moveTo>
                    <a:pt x="23334" y="39416"/>
                  </a:moveTo>
                  <a:lnTo>
                    <a:pt x="19304" y="40259"/>
                  </a:lnTo>
                  <a:lnTo>
                    <a:pt x="10668" y="41529"/>
                  </a:lnTo>
                  <a:lnTo>
                    <a:pt x="23353" y="41529"/>
                  </a:lnTo>
                  <a:lnTo>
                    <a:pt x="23334" y="39416"/>
                  </a:lnTo>
                  <a:close/>
                </a:path>
                <a:path extrusionOk="0" h="259079" w="40005">
                  <a:moveTo>
                    <a:pt x="23241" y="11483"/>
                  </a:moveTo>
                  <a:lnTo>
                    <a:pt x="23334" y="39416"/>
                  </a:lnTo>
                  <a:lnTo>
                    <a:pt x="27812" y="38481"/>
                  </a:lnTo>
                  <a:lnTo>
                    <a:pt x="23749" y="12446"/>
                  </a:lnTo>
                  <a:lnTo>
                    <a:pt x="23241" y="11483"/>
                  </a:lnTo>
                  <a:close/>
                </a:path>
                <a:path extrusionOk="0" h="259079" w="40005">
                  <a:moveTo>
                    <a:pt x="11084" y="22249"/>
                  </a:moveTo>
                  <a:lnTo>
                    <a:pt x="10541" y="22733"/>
                  </a:lnTo>
                  <a:lnTo>
                    <a:pt x="12065" y="22606"/>
                  </a:lnTo>
                  <a:lnTo>
                    <a:pt x="11084" y="22249"/>
                  </a:lnTo>
                  <a:close/>
                </a:path>
                <a:path extrusionOk="0" h="259079" w="40005">
                  <a:moveTo>
                    <a:pt x="23221" y="11447"/>
                  </a:moveTo>
                  <a:lnTo>
                    <a:pt x="11084" y="22249"/>
                  </a:lnTo>
                  <a:lnTo>
                    <a:pt x="12065" y="22606"/>
                  </a:lnTo>
                  <a:lnTo>
                    <a:pt x="10541" y="22733"/>
                  </a:lnTo>
                  <a:lnTo>
                    <a:pt x="23241" y="22733"/>
                  </a:lnTo>
                  <a:lnTo>
                    <a:pt x="23221" y="11447"/>
                  </a:lnTo>
                  <a:close/>
                </a:path>
                <a:path extrusionOk="0" h="259079" w="40005">
                  <a:moveTo>
                    <a:pt x="21336" y="7874"/>
                  </a:moveTo>
                  <a:lnTo>
                    <a:pt x="4318" y="7874"/>
                  </a:lnTo>
                  <a:lnTo>
                    <a:pt x="8762" y="20701"/>
                  </a:lnTo>
                  <a:lnTo>
                    <a:pt x="7874" y="21082"/>
                  </a:lnTo>
                  <a:lnTo>
                    <a:pt x="11084" y="22249"/>
                  </a:lnTo>
                  <a:lnTo>
                    <a:pt x="23180" y="11483"/>
                  </a:lnTo>
                  <a:lnTo>
                    <a:pt x="21336" y="7874"/>
                  </a:lnTo>
                  <a:close/>
                </a:path>
                <a:path extrusionOk="0" h="259079" w="40005">
                  <a:moveTo>
                    <a:pt x="21552" y="7103"/>
                  </a:moveTo>
                  <a:lnTo>
                    <a:pt x="22987" y="9525"/>
                  </a:lnTo>
                  <a:lnTo>
                    <a:pt x="23495" y="7874"/>
                  </a:lnTo>
                  <a:lnTo>
                    <a:pt x="21552" y="7103"/>
                  </a:lnTo>
                  <a:close/>
                </a:path>
                <a:path extrusionOk="0" h="259079" w="40005">
                  <a:moveTo>
                    <a:pt x="20955" y="6096"/>
                  </a:moveTo>
                  <a:lnTo>
                    <a:pt x="21135" y="6938"/>
                  </a:lnTo>
                  <a:lnTo>
                    <a:pt x="21552" y="7103"/>
                  </a:lnTo>
                  <a:lnTo>
                    <a:pt x="20955" y="6096"/>
                  </a:lnTo>
                  <a:close/>
                </a:path>
                <a:path extrusionOk="0" h="259079" w="40005">
                  <a:moveTo>
                    <a:pt x="9526" y="1126"/>
                  </a:moveTo>
                  <a:lnTo>
                    <a:pt x="7874" y="1778"/>
                  </a:lnTo>
                  <a:lnTo>
                    <a:pt x="8722" y="2020"/>
                  </a:lnTo>
                  <a:lnTo>
                    <a:pt x="9526" y="1126"/>
                  </a:lnTo>
                  <a:close/>
                </a:path>
                <a:path extrusionOk="0" h="259079" w="40005">
                  <a:moveTo>
                    <a:pt x="10541" y="0"/>
                  </a:moveTo>
                  <a:lnTo>
                    <a:pt x="9526" y="1126"/>
                  </a:lnTo>
                  <a:lnTo>
                    <a:pt x="12065" y="127"/>
                  </a:lnTo>
                  <a:lnTo>
                    <a:pt x="105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0" name="Google Shape;600;p5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671318" y="4969255"/>
              <a:ext cx="293243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5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20643" y="5027041"/>
              <a:ext cx="180720" cy="234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56"/>
            <p:cNvSpPr/>
            <p:nvPr/>
          </p:nvSpPr>
          <p:spPr>
            <a:xfrm>
              <a:off x="3446018" y="4896485"/>
              <a:ext cx="330835" cy="379729"/>
            </a:xfrm>
            <a:custGeom>
              <a:rect b="b" l="l" r="r" t="t"/>
              <a:pathLst>
                <a:path extrusionOk="0" h="379729" w="330835">
                  <a:moveTo>
                    <a:pt x="317881" y="360553"/>
                  </a:moveTo>
                  <a:lnTo>
                    <a:pt x="317817" y="359778"/>
                  </a:lnTo>
                  <a:lnTo>
                    <a:pt x="316484" y="360553"/>
                  </a:lnTo>
                  <a:lnTo>
                    <a:pt x="317881" y="360553"/>
                  </a:lnTo>
                  <a:close/>
                </a:path>
                <a:path extrusionOk="0" h="379729" w="330835">
                  <a:moveTo>
                    <a:pt x="318643" y="359283"/>
                  </a:moveTo>
                  <a:lnTo>
                    <a:pt x="317804" y="359562"/>
                  </a:lnTo>
                  <a:lnTo>
                    <a:pt x="317817" y="359778"/>
                  </a:lnTo>
                  <a:lnTo>
                    <a:pt x="318643" y="359283"/>
                  </a:lnTo>
                  <a:close/>
                </a:path>
                <a:path extrusionOk="0" h="379729" w="330835">
                  <a:moveTo>
                    <a:pt x="330581" y="339217"/>
                  </a:moveTo>
                  <a:lnTo>
                    <a:pt x="324739" y="333502"/>
                  </a:lnTo>
                  <a:lnTo>
                    <a:pt x="310515" y="333502"/>
                  </a:lnTo>
                  <a:lnTo>
                    <a:pt x="309753" y="334264"/>
                  </a:lnTo>
                  <a:lnTo>
                    <a:pt x="307340" y="334264"/>
                  </a:lnTo>
                  <a:lnTo>
                    <a:pt x="306425" y="335153"/>
                  </a:lnTo>
                  <a:lnTo>
                    <a:pt x="302895" y="335153"/>
                  </a:lnTo>
                  <a:lnTo>
                    <a:pt x="289941" y="336423"/>
                  </a:lnTo>
                  <a:lnTo>
                    <a:pt x="290322" y="336423"/>
                  </a:lnTo>
                  <a:lnTo>
                    <a:pt x="273685" y="338963"/>
                  </a:lnTo>
                  <a:lnTo>
                    <a:pt x="274828" y="337693"/>
                  </a:lnTo>
                  <a:lnTo>
                    <a:pt x="251841" y="337693"/>
                  </a:lnTo>
                  <a:lnTo>
                    <a:pt x="225933" y="340233"/>
                  </a:lnTo>
                  <a:lnTo>
                    <a:pt x="225552" y="340233"/>
                  </a:lnTo>
                  <a:lnTo>
                    <a:pt x="197485" y="341503"/>
                  </a:lnTo>
                  <a:lnTo>
                    <a:pt x="197866" y="341503"/>
                  </a:lnTo>
                  <a:lnTo>
                    <a:pt x="169799" y="342773"/>
                  </a:lnTo>
                  <a:lnTo>
                    <a:pt x="169418" y="342773"/>
                  </a:lnTo>
                  <a:lnTo>
                    <a:pt x="97929" y="350126"/>
                  </a:lnTo>
                  <a:lnTo>
                    <a:pt x="99047" y="349008"/>
                  </a:lnTo>
                  <a:lnTo>
                    <a:pt x="100838" y="347853"/>
                  </a:lnTo>
                  <a:lnTo>
                    <a:pt x="100203" y="347853"/>
                  </a:lnTo>
                  <a:lnTo>
                    <a:pt x="100368" y="347687"/>
                  </a:lnTo>
                  <a:lnTo>
                    <a:pt x="104775" y="346583"/>
                  </a:lnTo>
                  <a:lnTo>
                    <a:pt x="105156" y="346583"/>
                  </a:lnTo>
                  <a:lnTo>
                    <a:pt x="109296" y="344043"/>
                  </a:lnTo>
                  <a:lnTo>
                    <a:pt x="111379" y="342773"/>
                  </a:lnTo>
                  <a:lnTo>
                    <a:pt x="109855" y="344043"/>
                  </a:lnTo>
                  <a:lnTo>
                    <a:pt x="114363" y="342773"/>
                  </a:lnTo>
                  <a:lnTo>
                    <a:pt x="118872" y="341503"/>
                  </a:lnTo>
                  <a:lnTo>
                    <a:pt x="121666" y="338963"/>
                  </a:lnTo>
                  <a:lnTo>
                    <a:pt x="131445" y="333883"/>
                  </a:lnTo>
                  <a:lnTo>
                    <a:pt x="131064" y="333883"/>
                  </a:lnTo>
                  <a:lnTo>
                    <a:pt x="135483" y="331343"/>
                  </a:lnTo>
                  <a:lnTo>
                    <a:pt x="137693" y="330073"/>
                  </a:lnTo>
                  <a:lnTo>
                    <a:pt x="142113" y="327533"/>
                  </a:lnTo>
                  <a:lnTo>
                    <a:pt x="142367" y="327533"/>
                  </a:lnTo>
                  <a:lnTo>
                    <a:pt x="153543" y="319925"/>
                  </a:lnTo>
                  <a:lnTo>
                    <a:pt x="154305" y="319925"/>
                  </a:lnTo>
                  <a:lnTo>
                    <a:pt x="156159" y="318643"/>
                  </a:lnTo>
                  <a:lnTo>
                    <a:pt x="158026" y="317373"/>
                  </a:lnTo>
                  <a:lnTo>
                    <a:pt x="165481" y="312293"/>
                  </a:lnTo>
                  <a:lnTo>
                    <a:pt x="167513" y="309753"/>
                  </a:lnTo>
                  <a:lnTo>
                    <a:pt x="176758" y="299593"/>
                  </a:lnTo>
                  <a:lnTo>
                    <a:pt x="177927" y="298323"/>
                  </a:lnTo>
                  <a:lnTo>
                    <a:pt x="178308" y="298323"/>
                  </a:lnTo>
                  <a:lnTo>
                    <a:pt x="183502" y="291973"/>
                  </a:lnTo>
                  <a:lnTo>
                    <a:pt x="188722" y="285623"/>
                  </a:lnTo>
                  <a:lnTo>
                    <a:pt x="189738" y="284353"/>
                  </a:lnTo>
                  <a:lnTo>
                    <a:pt x="198755" y="270383"/>
                  </a:lnTo>
                  <a:lnTo>
                    <a:pt x="199199" y="269113"/>
                  </a:lnTo>
                  <a:lnTo>
                    <a:pt x="199644" y="267843"/>
                  </a:lnTo>
                  <a:lnTo>
                    <a:pt x="204787" y="256413"/>
                  </a:lnTo>
                  <a:lnTo>
                    <a:pt x="206502" y="252603"/>
                  </a:lnTo>
                  <a:lnTo>
                    <a:pt x="207137" y="250063"/>
                  </a:lnTo>
                  <a:lnTo>
                    <a:pt x="209118" y="242443"/>
                  </a:lnTo>
                  <a:lnTo>
                    <a:pt x="211455" y="233553"/>
                  </a:lnTo>
                  <a:lnTo>
                    <a:pt x="211836" y="231013"/>
                  </a:lnTo>
                  <a:lnTo>
                    <a:pt x="211836" y="227203"/>
                  </a:lnTo>
                  <a:lnTo>
                    <a:pt x="211836" y="178943"/>
                  </a:lnTo>
                  <a:lnTo>
                    <a:pt x="211836" y="176403"/>
                  </a:lnTo>
                  <a:lnTo>
                    <a:pt x="211709" y="175133"/>
                  </a:lnTo>
                  <a:lnTo>
                    <a:pt x="209613" y="162433"/>
                  </a:lnTo>
                  <a:lnTo>
                    <a:pt x="208788" y="157353"/>
                  </a:lnTo>
                  <a:lnTo>
                    <a:pt x="208280" y="156083"/>
                  </a:lnTo>
                  <a:lnTo>
                    <a:pt x="205638" y="148463"/>
                  </a:lnTo>
                  <a:lnTo>
                    <a:pt x="202565" y="139573"/>
                  </a:lnTo>
                  <a:lnTo>
                    <a:pt x="202057" y="138303"/>
                  </a:lnTo>
                  <a:lnTo>
                    <a:pt x="200177" y="134493"/>
                  </a:lnTo>
                  <a:lnTo>
                    <a:pt x="195199" y="124333"/>
                  </a:lnTo>
                  <a:lnTo>
                    <a:pt x="194437" y="123063"/>
                  </a:lnTo>
                  <a:lnTo>
                    <a:pt x="189928" y="115443"/>
                  </a:lnTo>
                  <a:lnTo>
                    <a:pt x="186182" y="109093"/>
                  </a:lnTo>
                  <a:lnTo>
                    <a:pt x="184912" y="107823"/>
                  </a:lnTo>
                  <a:lnTo>
                    <a:pt x="182587" y="105283"/>
                  </a:lnTo>
                  <a:lnTo>
                    <a:pt x="174498" y="96393"/>
                  </a:lnTo>
                  <a:lnTo>
                    <a:pt x="172720" y="95123"/>
                  </a:lnTo>
                  <a:lnTo>
                    <a:pt x="160020" y="84963"/>
                  </a:lnTo>
                  <a:lnTo>
                    <a:pt x="146304" y="76073"/>
                  </a:lnTo>
                  <a:lnTo>
                    <a:pt x="130302" y="67183"/>
                  </a:lnTo>
                  <a:lnTo>
                    <a:pt x="129286" y="65913"/>
                  </a:lnTo>
                  <a:lnTo>
                    <a:pt x="113411" y="58293"/>
                  </a:lnTo>
                  <a:lnTo>
                    <a:pt x="112649" y="58293"/>
                  </a:lnTo>
                  <a:lnTo>
                    <a:pt x="95377" y="51943"/>
                  </a:lnTo>
                  <a:lnTo>
                    <a:pt x="95250" y="51943"/>
                  </a:lnTo>
                  <a:lnTo>
                    <a:pt x="91274" y="50673"/>
                  </a:lnTo>
                  <a:lnTo>
                    <a:pt x="79375" y="46863"/>
                  </a:lnTo>
                  <a:lnTo>
                    <a:pt x="79629" y="46863"/>
                  </a:lnTo>
                  <a:lnTo>
                    <a:pt x="68668" y="42341"/>
                  </a:lnTo>
                  <a:lnTo>
                    <a:pt x="83185" y="40513"/>
                  </a:lnTo>
                  <a:lnTo>
                    <a:pt x="83947" y="40513"/>
                  </a:lnTo>
                  <a:lnTo>
                    <a:pt x="129159" y="32893"/>
                  </a:lnTo>
                  <a:lnTo>
                    <a:pt x="129413" y="32893"/>
                  </a:lnTo>
                  <a:lnTo>
                    <a:pt x="136728" y="31623"/>
                  </a:lnTo>
                  <a:lnTo>
                    <a:pt x="151384" y="29083"/>
                  </a:lnTo>
                  <a:lnTo>
                    <a:pt x="150876" y="29083"/>
                  </a:lnTo>
                  <a:lnTo>
                    <a:pt x="171069" y="26543"/>
                  </a:lnTo>
                  <a:lnTo>
                    <a:pt x="171450" y="26543"/>
                  </a:lnTo>
                  <a:lnTo>
                    <a:pt x="188341" y="24003"/>
                  </a:lnTo>
                  <a:lnTo>
                    <a:pt x="188468" y="24003"/>
                  </a:lnTo>
                  <a:lnTo>
                    <a:pt x="202819" y="21463"/>
                  </a:lnTo>
                  <a:lnTo>
                    <a:pt x="231902" y="21463"/>
                  </a:lnTo>
                  <a:lnTo>
                    <a:pt x="231673" y="21209"/>
                  </a:lnTo>
                  <a:lnTo>
                    <a:pt x="237490" y="21209"/>
                  </a:lnTo>
                  <a:lnTo>
                    <a:pt x="241681" y="17018"/>
                  </a:lnTo>
                  <a:lnTo>
                    <a:pt x="241681" y="16662"/>
                  </a:lnTo>
                  <a:lnTo>
                    <a:pt x="242316" y="16002"/>
                  </a:lnTo>
                  <a:lnTo>
                    <a:pt x="242316" y="10541"/>
                  </a:lnTo>
                  <a:lnTo>
                    <a:pt x="242316" y="4953"/>
                  </a:lnTo>
                  <a:lnTo>
                    <a:pt x="237871" y="508"/>
                  </a:lnTo>
                  <a:lnTo>
                    <a:pt x="233934" y="508"/>
                  </a:lnTo>
                  <a:lnTo>
                    <a:pt x="233680" y="254"/>
                  </a:lnTo>
                  <a:lnTo>
                    <a:pt x="227825" y="254"/>
                  </a:lnTo>
                  <a:lnTo>
                    <a:pt x="227711" y="127"/>
                  </a:lnTo>
                  <a:lnTo>
                    <a:pt x="218821" y="127"/>
                  </a:lnTo>
                  <a:lnTo>
                    <a:pt x="218694" y="0"/>
                  </a:lnTo>
                  <a:lnTo>
                    <a:pt x="207137" y="0"/>
                  </a:lnTo>
                  <a:lnTo>
                    <a:pt x="205994" y="1143"/>
                  </a:lnTo>
                  <a:lnTo>
                    <a:pt x="199263" y="1143"/>
                  </a:lnTo>
                  <a:lnTo>
                    <a:pt x="184785" y="3683"/>
                  </a:lnTo>
                  <a:lnTo>
                    <a:pt x="184912" y="3683"/>
                  </a:lnTo>
                  <a:lnTo>
                    <a:pt x="168021" y="6223"/>
                  </a:lnTo>
                  <a:lnTo>
                    <a:pt x="168402" y="6223"/>
                  </a:lnTo>
                  <a:lnTo>
                    <a:pt x="148209" y="8763"/>
                  </a:lnTo>
                  <a:lnTo>
                    <a:pt x="147701" y="8763"/>
                  </a:lnTo>
                  <a:lnTo>
                    <a:pt x="125730" y="12573"/>
                  </a:lnTo>
                  <a:lnTo>
                    <a:pt x="125984" y="12573"/>
                  </a:lnTo>
                  <a:lnTo>
                    <a:pt x="102997" y="16383"/>
                  </a:lnTo>
                  <a:lnTo>
                    <a:pt x="102870" y="16383"/>
                  </a:lnTo>
                  <a:lnTo>
                    <a:pt x="80518" y="20193"/>
                  </a:lnTo>
                  <a:lnTo>
                    <a:pt x="81280" y="20193"/>
                  </a:lnTo>
                  <a:lnTo>
                    <a:pt x="61087" y="21463"/>
                  </a:lnTo>
                  <a:lnTo>
                    <a:pt x="60579" y="21463"/>
                  </a:lnTo>
                  <a:lnTo>
                    <a:pt x="43561" y="24003"/>
                  </a:lnTo>
                  <a:lnTo>
                    <a:pt x="44577" y="24003"/>
                  </a:lnTo>
                  <a:lnTo>
                    <a:pt x="32004" y="25273"/>
                  </a:lnTo>
                  <a:lnTo>
                    <a:pt x="22987" y="25273"/>
                  </a:lnTo>
                  <a:lnTo>
                    <a:pt x="21285" y="24853"/>
                  </a:lnTo>
                  <a:lnTo>
                    <a:pt x="19304" y="22860"/>
                  </a:lnTo>
                  <a:lnTo>
                    <a:pt x="5461" y="22860"/>
                  </a:lnTo>
                  <a:lnTo>
                    <a:pt x="0" y="28448"/>
                  </a:lnTo>
                  <a:lnTo>
                    <a:pt x="0" y="42164"/>
                  </a:lnTo>
                  <a:lnTo>
                    <a:pt x="5461" y="47752"/>
                  </a:lnTo>
                  <a:lnTo>
                    <a:pt x="12433" y="47752"/>
                  </a:lnTo>
                  <a:lnTo>
                    <a:pt x="12446" y="48133"/>
                  </a:lnTo>
                  <a:lnTo>
                    <a:pt x="11176" y="48133"/>
                  </a:lnTo>
                  <a:lnTo>
                    <a:pt x="16129" y="49403"/>
                  </a:lnTo>
                  <a:lnTo>
                    <a:pt x="15494" y="49403"/>
                  </a:lnTo>
                  <a:lnTo>
                    <a:pt x="22733" y="51943"/>
                  </a:lnTo>
                  <a:lnTo>
                    <a:pt x="21717" y="50673"/>
                  </a:lnTo>
                  <a:lnTo>
                    <a:pt x="30353" y="55753"/>
                  </a:lnTo>
                  <a:lnTo>
                    <a:pt x="31115" y="55753"/>
                  </a:lnTo>
                  <a:lnTo>
                    <a:pt x="42545" y="59563"/>
                  </a:lnTo>
                  <a:lnTo>
                    <a:pt x="43180" y="60833"/>
                  </a:lnTo>
                  <a:lnTo>
                    <a:pt x="56388" y="64643"/>
                  </a:lnTo>
                  <a:lnTo>
                    <a:pt x="55753" y="64643"/>
                  </a:lnTo>
                  <a:lnTo>
                    <a:pt x="70485" y="69723"/>
                  </a:lnTo>
                  <a:lnTo>
                    <a:pt x="70739" y="69723"/>
                  </a:lnTo>
                  <a:lnTo>
                    <a:pt x="86487" y="76073"/>
                  </a:lnTo>
                  <a:lnTo>
                    <a:pt x="103759" y="82423"/>
                  </a:lnTo>
                  <a:lnTo>
                    <a:pt x="102870" y="82423"/>
                  </a:lnTo>
                  <a:lnTo>
                    <a:pt x="118745" y="88773"/>
                  </a:lnTo>
                  <a:lnTo>
                    <a:pt x="117729" y="88773"/>
                  </a:lnTo>
                  <a:lnTo>
                    <a:pt x="132842" y="97663"/>
                  </a:lnTo>
                  <a:lnTo>
                    <a:pt x="131953" y="96393"/>
                  </a:lnTo>
                  <a:lnTo>
                    <a:pt x="145669" y="106553"/>
                  </a:lnTo>
                  <a:lnTo>
                    <a:pt x="145034" y="105283"/>
                  </a:lnTo>
                  <a:lnTo>
                    <a:pt x="157353" y="115443"/>
                  </a:lnTo>
                  <a:lnTo>
                    <a:pt x="155702" y="114173"/>
                  </a:lnTo>
                  <a:lnTo>
                    <a:pt x="166116" y="125603"/>
                  </a:lnTo>
                  <a:lnTo>
                    <a:pt x="164846" y="123063"/>
                  </a:lnTo>
                  <a:lnTo>
                    <a:pt x="173101" y="137033"/>
                  </a:lnTo>
                  <a:lnTo>
                    <a:pt x="172339" y="134493"/>
                  </a:lnTo>
                  <a:lnTo>
                    <a:pt x="186563" y="177507"/>
                  </a:lnTo>
                  <a:lnTo>
                    <a:pt x="186563" y="229146"/>
                  </a:lnTo>
                  <a:lnTo>
                    <a:pt x="182753" y="243713"/>
                  </a:lnTo>
                  <a:lnTo>
                    <a:pt x="183388" y="242443"/>
                  </a:lnTo>
                  <a:lnTo>
                    <a:pt x="176530" y="257683"/>
                  </a:lnTo>
                  <a:lnTo>
                    <a:pt x="177419" y="256413"/>
                  </a:lnTo>
                  <a:lnTo>
                    <a:pt x="168490" y="270243"/>
                  </a:lnTo>
                  <a:lnTo>
                    <a:pt x="168376" y="270383"/>
                  </a:lnTo>
                  <a:lnTo>
                    <a:pt x="159004" y="281813"/>
                  </a:lnTo>
                  <a:lnTo>
                    <a:pt x="159385" y="281813"/>
                  </a:lnTo>
                  <a:lnTo>
                    <a:pt x="148844" y="293243"/>
                  </a:lnTo>
                  <a:lnTo>
                    <a:pt x="150876" y="291973"/>
                  </a:lnTo>
                  <a:lnTo>
                    <a:pt x="139827" y="299593"/>
                  </a:lnTo>
                  <a:lnTo>
                    <a:pt x="140462" y="298323"/>
                  </a:lnTo>
                  <a:lnTo>
                    <a:pt x="129286" y="305943"/>
                  </a:lnTo>
                  <a:lnTo>
                    <a:pt x="129540" y="305943"/>
                  </a:lnTo>
                  <a:lnTo>
                    <a:pt x="118491" y="312293"/>
                  </a:lnTo>
                  <a:lnTo>
                    <a:pt x="117983" y="312293"/>
                  </a:lnTo>
                  <a:lnTo>
                    <a:pt x="109588" y="317817"/>
                  </a:lnTo>
                  <a:lnTo>
                    <a:pt x="102235" y="319925"/>
                  </a:lnTo>
                  <a:lnTo>
                    <a:pt x="100711" y="321183"/>
                  </a:lnTo>
                  <a:lnTo>
                    <a:pt x="94488" y="323723"/>
                  </a:lnTo>
                  <a:lnTo>
                    <a:pt x="94869" y="323723"/>
                  </a:lnTo>
                  <a:lnTo>
                    <a:pt x="89916" y="324993"/>
                  </a:lnTo>
                  <a:lnTo>
                    <a:pt x="88900" y="326275"/>
                  </a:lnTo>
                  <a:lnTo>
                    <a:pt x="87058" y="327418"/>
                  </a:lnTo>
                  <a:lnTo>
                    <a:pt x="81788" y="327418"/>
                  </a:lnTo>
                  <a:lnTo>
                    <a:pt x="81165" y="328041"/>
                  </a:lnTo>
                  <a:lnTo>
                    <a:pt x="79489" y="328041"/>
                  </a:lnTo>
                  <a:lnTo>
                    <a:pt x="79489" y="358851"/>
                  </a:lnTo>
                  <a:lnTo>
                    <a:pt x="75819" y="361823"/>
                  </a:lnTo>
                  <a:lnTo>
                    <a:pt x="78943" y="359283"/>
                  </a:lnTo>
                  <a:lnTo>
                    <a:pt x="79489" y="358851"/>
                  </a:lnTo>
                  <a:lnTo>
                    <a:pt x="79489" y="328041"/>
                  </a:lnTo>
                  <a:lnTo>
                    <a:pt x="78613" y="328041"/>
                  </a:lnTo>
                  <a:lnTo>
                    <a:pt x="75742" y="330974"/>
                  </a:lnTo>
                  <a:lnTo>
                    <a:pt x="73533" y="330974"/>
                  </a:lnTo>
                  <a:lnTo>
                    <a:pt x="73152" y="330974"/>
                  </a:lnTo>
                  <a:lnTo>
                    <a:pt x="70167" y="333959"/>
                  </a:lnTo>
                  <a:lnTo>
                    <a:pt x="67310" y="335153"/>
                  </a:lnTo>
                  <a:lnTo>
                    <a:pt x="64516" y="337693"/>
                  </a:lnTo>
                  <a:lnTo>
                    <a:pt x="59817" y="341503"/>
                  </a:lnTo>
                  <a:lnTo>
                    <a:pt x="62357" y="338963"/>
                  </a:lnTo>
                  <a:lnTo>
                    <a:pt x="57658" y="341503"/>
                  </a:lnTo>
                  <a:lnTo>
                    <a:pt x="57277" y="341503"/>
                  </a:lnTo>
                  <a:lnTo>
                    <a:pt x="51562" y="344043"/>
                  </a:lnTo>
                  <a:lnTo>
                    <a:pt x="51181" y="345313"/>
                  </a:lnTo>
                  <a:lnTo>
                    <a:pt x="45720" y="347853"/>
                  </a:lnTo>
                  <a:lnTo>
                    <a:pt x="44704" y="347853"/>
                  </a:lnTo>
                  <a:lnTo>
                    <a:pt x="40386" y="351663"/>
                  </a:lnTo>
                  <a:lnTo>
                    <a:pt x="41275" y="350393"/>
                  </a:lnTo>
                  <a:lnTo>
                    <a:pt x="37731" y="352679"/>
                  </a:lnTo>
                  <a:lnTo>
                    <a:pt x="32893" y="352679"/>
                  </a:lnTo>
                  <a:lnTo>
                    <a:pt x="27051" y="358521"/>
                  </a:lnTo>
                  <a:lnTo>
                    <a:pt x="27051" y="358648"/>
                  </a:lnTo>
                  <a:lnTo>
                    <a:pt x="26416" y="359283"/>
                  </a:lnTo>
                  <a:lnTo>
                    <a:pt x="26416" y="359410"/>
                  </a:lnTo>
                  <a:lnTo>
                    <a:pt x="26416" y="366776"/>
                  </a:lnTo>
                  <a:lnTo>
                    <a:pt x="26289" y="366903"/>
                  </a:lnTo>
                  <a:lnTo>
                    <a:pt x="26416" y="367030"/>
                  </a:lnTo>
                  <a:lnTo>
                    <a:pt x="26416" y="373761"/>
                  </a:lnTo>
                  <a:lnTo>
                    <a:pt x="32258" y="379603"/>
                  </a:lnTo>
                  <a:lnTo>
                    <a:pt x="39116" y="379603"/>
                  </a:lnTo>
                  <a:lnTo>
                    <a:pt x="39497" y="379603"/>
                  </a:lnTo>
                  <a:lnTo>
                    <a:pt x="39751" y="379603"/>
                  </a:lnTo>
                  <a:lnTo>
                    <a:pt x="46609" y="379603"/>
                  </a:lnTo>
                  <a:lnTo>
                    <a:pt x="62103" y="379603"/>
                  </a:lnTo>
                  <a:lnTo>
                    <a:pt x="78740" y="378333"/>
                  </a:lnTo>
                  <a:lnTo>
                    <a:pt x="79502" y="378333"/>
                  </a:lnTo>
                  <a:lnTo>
                    <a:pt x="98552" y="375793"/>
                  </a:lnTo>
                  <a:lnTo>
                    <a:pt x="97917" y="375793"/>
                  </a:lnTo>
                  <a:lnTo>
                    <a:pt x="120523" y="373253"/>
                  </a:lnTo>
                  <a:lnTo>
                    <a:pt x="145288" y="371983"/>
                  </a:lnTo>
                  <a:lnTo>
                    <a:pt x="171577" y="369443"/>
                  </a:lnTo>
                  <a:lnTo>
                    <a:pt x="171069" y="369443"/>
                  </a:lnTo>
                  <a:lnTo>
                    <a:pt x="199136" y="368173"/>
                  </a:lnTo>
                  <a:lnTo>
                    <a:pt x="199517" y="368173"/>
                  </a:lnTo>
                  <a:lnTo>
                    <a:pt x="227584" y="365633"/>
                  </a:lnTo>
                  <a:lnTo>
                    <a:pt x="253238" y="364363"/>
                  </a:lnTo>
                  <a:lnTo>
                    <a:pt x="275971" y="364363"/>
                  </a:lnTo>
                  <a:lnTo>
                    <a:pt x="292481" y="363093"/>
                  </a:lnTo>
                  <a:lnTo>
                    <a:pt x="292862" y="363093"/>
                  </a:lnTo>
                  <a:lnTo>
                    <a:pt x="305816" y="361823"/>
                  </a:lnTo>
                  <a:lnTo>
                    <a:pt x="305562" y="361823"/>
                  </a:lnTo>
                  <a:lnTo>
                    <a:pt x="314706" y="360553"/>
                  </a:lnTo>
                  <a:lnTo>
                    <a:pt x="317804" y="359562"/>
                  </a:lnTo>
                  <a:lnTo>
                    <a:pt x="317779" y="359283"/>
                  </a:lnTo>
                  <a:lnTo>
                    <a:pt x="318643" y="359283"/>
                  </a:lnTo>
                  <a:lnTo>
                    <a:pt x="324739" y="359283"/>
                  </a:lnTo>
                  <a:lnTo>
                    <a:pt x="330581" y="353441"/>
                  </a:lnTo>
                  <a:lnTo>
                    <a:pt x="330581" y="346329"/>
                  </a:lnTo>
                  <a:lnTo>
                    <a:pt x="330581" y="3392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3" name="Google Shape;603;p5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487674" y="5309997"/>
              <a:ext cx="174371" cy="224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56"/>
            <p:cNvSpPr/>
            <p:nvPr/>
          </p:nvSpPr>
          <p:spPr>
            <a:xfrm>
              <a:off x="3719830" y="5331586"/>
              <a:ext cx="44450" cy="186689"/>
            </a:xfrm>
            <a:custGeom>
              <a:rect b="b" l="l" r="r" t="t"/>
              <a:pathLst>
                <a:path extrusionOk="0" h="186689" w="44450">
                  <a:moveTo>
                    <a:pt x="26822" y="100330"/>
                  </a:moveTo>
                  <a:lnTo>
                    <a:pt x="26797" y="99822"/>
                  </a:lnTo>
                  <a:lnTo>
                    <a:pt x="26797" y="100330"/>
                  </a:lnTo>
                  <a:close/>
                </a:path>
                <a:path extrusionOk="0" h="186689" w="44450">
                  <a:moveTo>
                    <a:pt x="44196" y="169037"/>
                  </a:moveTo>
                  <a:lnTo>
                    <a:pt x="39497" y="164338"/>
                  </a:lnTo>
                  <a:lnTo>
                    <a:pt x="36842" y="164338"/>
                  </a:lnTo>
                  <a:lnTo>
                    <a:pt x="36588" y="163703"/>
                  </a:lnTo>
                  <a:lnTo>
                    <a:pt x="36182" y="162775"/>
                  </a:lnTo>
                  <a:lnTo>
                    <a:pt x="36029" y="162179"/>
                  </a:lnTo>
                  <a:lnTo>
                    <a:pt x="34671" y="157226"/>
                  </a:lnTo>
                  <a:lnTo>
                    <a:pt x="34671" y="157099"/>
                  </a:lnTo>
                  <a:lnTo>
                    <a:pt x="32537" y="149860"/>
                  </a:lnTo>
                  <a:lnTo>
                    <a:pt x="32181" y="148653"/>
                  </a:lnTo>
                  <a:lnTo>
                    <a:pt x="32143" y="148526"/>
                  </a:lnTo>
                  <a:lnTo>
                    <a:pt x="30708" y="139700"/>
                  </a:lnTo>
                  <a:lnTo>
                    <a:pt x="30607" y="139065"/>
                  </a:lnTo>
                  <a:lnTo>
                    <a:pt x="30607" y="139700"/>
                  </a:lnTo>
                  <a:lnTo>
                    <a:pt x="29222" y="127254"/>
                  </a:lnTo>
                  <a:lnTo>
                    <a:pt x="27609" y="114173"/>
                  </a:lnTo>
                  <a:lnTo>
                    <a:pt x="27559" y="113665"/>
                  </a:lnTo>
                  <a:lnTo>
                    <a:pt x="27559" y="114173"/>
                  </a:lnTo>
                  <a:lnTo>
                    <a:pt x="26847" y="100965"/>
                  </a:lnTo>
                  <a:lnTo>
                    <a:pt x="26797" y="100330"/>
                  </a:lnTo>
                  <a:lnTo>
                    <a:pt x="26543" y="85979"/>
                  </a:lnTo>
                  <a:lnTo>
                    <a:pt x="26543" y="85471"/>
                  </a:lnTo>
                  <a:lnTo>
                    <a:pt x="25704" y="70739"/>
                  </a:lnTo>
                  <a:lnTo>
                    <a:pt x="25654" y="69342"/>
                  </a:lnTo>
                  <a:lnTo>
                    <a:pt x="24371" y="54991"/>
                  </a:lnTo>
                  <a:lnTo>
                    <a:pt x="23495" y="42164"/>
                  </a:lnTo>
                  <a:lnTo>
                    <a:pt x="23495" y="36830"/>
                  </a:lnTo>
                  <a:lnTo>
                    <a:pt x="23037" y="36385"/>
                  </a:lnTo>
                  <a:lnTo>
                    <a:pt x="22733" y="32372"/>
                  </a:lnTo>
                  <a:lnTo>
                    <a:pt x="22733" y="31115"/>
                  </a:lnTo>
                  <a:lnTo>
                    <a:pt x="22733" y="25400"/>
                  </a:lnTo>
                  <a:lnTo>
                    <a:pt x="21412" y="24091"/>
                  </a:lnTo>
                  <a:lnTo>
                    <a:pt x="20955" y="21844"/>
                  </a:lnTo>
                  <a:lnTo>
                    <a:pt x="20828" y="21209"/>
                  </a:lnTo>
                  <a:lnTo>
                    <a:pt x="20828" y="16002"/>
                  </a:lnTo>
                  <a:lnTo>
                    <a:pt x="20701" y="10414"/>
                  </a:lnTo>
                  <a:lnTo>
                    <a:pt x="20701" y="10287"/>
                  </a:lnTo>
                  <a:lnTo>
                    <a:pt x="20701" y="4572"/>
                  </a:lnTo>
                  <a:lnTo>
                    <a:pt x="16129" y="0"/>
                  </a:lnTo>
                  <a:lnTo>
                    <a:pt x="4699" y="0"/>
                  </a:lnTo>
                  <a:lnTo>
                    <a:pt x="127" y="4572"/>
                  </a:lnTo>
                  <a:lnTo>
                    <a:pt x="127" y="10414"/>
                  </a:lnTo>
                  <a:lnTo>
                    <a:pt x="63" y="15938"/>
                  </a:lnTo>
                  <a:lnTo>
                    <a:pt x="0" y="21844"/>
                  </a:lnTo>
                  <a:lnTo>
                    <a:pt x="0" y="27559"/>
                  </a:lnTo>
                  <a:lnTo>
                    <a:pt x="1079" y="28651"/>
                  </a:lnTo>
                  <a:lnTo>
                    <a:pt x="1651" y="31877"/>
                  </a:lnTo>
                  <a:lnTo>
                    <a:pt x="1651" y="36957"/>
                  </a:lnTo>
                  <a:lnTo>
                    <a:pt x="2070" y="37388"/>
                  </a:lnTo>
                  <a:lnTo>
                    <a:pt x="2286" y="41198"/>
                  </a:lnTo>
                  <a:lnTo>
                    <a:pt x="2286" y="48514"/>
                  </a:lnTo>
                  <a:lnTo>
                    <a:pt x="2616" y="48844"/>
                  </a:lnTo>
                  <a:lnTo>
                    <a:pt x="2921" y="56642"/>
                  </a:lnTo>
                  <a:lnTo>
                    <a:pt x="3810" y="70993"/>
                  </a:lnTo>
                  <a:lnTo>
                    <a:pt x="4305" y="86309"/>
                  </a:lnTo>
                  <a:lnTo>
                    <a:pt x="4191" y="100965"/>
                  </a:lnTo>
                  <a:lnTo>
                    <a:pt x="4635" y="113665"/>
                  </a:lnTo>
                  <a:lnTo>
                    <a:pt x="4699" y="115951"/>
                  </a:lnTo>
                  <a:lnTo>
                    <a:pt x="7366" y="142367"/>
                  </a:lnTo>
                  <a:lnTo>
                    <a:pt x="7493" y="142875"/>
                  </a:lnTo>
                  <a:lnTo>
                    <a:pt x="9271" y="153797"/>
                  </a:lnTo>
                  <a:lnTo>
                    <a:pt x="9525" y="155067"/>
                  </a:lnTo>
                  <a:lnTo>
                    <a:pt x="12065" y="163703"/>
                  </a:lnTo>
                  <a:lnTo>
                    <a:pt x="12065" y="163576"/>
                  </a:lnTo>
                  <a:lnTo>
                    <a:pt x="13843" y="170053"/>
                  </a:lnTo>
                  <a:lnTo>
                    <a:pt x="14351" y="171577"/>
                  </a:lnTo>
                  <a:lnTo>
                    <a:pt x="16510" y="176530"/>
                  </a:lnTo>
                  <a:lnTo>
                    <a:pt x="16764" y="177292"/>
                  </a:lnTo>
                  <a:lnTo>
                    <a:pt x="17018" y="177787"/>
                  </a:lnTo>
                  <a:lnTo>
                    <a:pt x="17018" y="181229"/>
                  </a:lnTo>
                  <a:lnTo>
                    <a:pt x="22225" y="186563"/>
                  </a:lnTo>
                  <a:lnTo>
                    <a:pt x="35179" y="186563"/>
                  </a:lnTo>
                  <a:lnTo>
                    <a:pt x="36576" y="185166"/>
                  </a:lnTo>
                  <a:lnTo>
                    <a:pt x="39497" y="185166"/>
                  </a:lnTo>
                  <a:lnTo>
                    <a:pt x="44196" y="180594"/>
                  </a:lnTo>
                  <a:lnTo>
                    <a:pt x="44196" y="174752"/>
                  </a:lnTo>
                  <a:lnTo>
                    <a:pt x="44196" y="1690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5" name="Google Shape;605;p5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10152" y="4646041"/>
              <a:ext cx="215264" cy="168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56"/>
            <p:cNvSpPr/>
            <p:nvPr/>
          </p:nvSpPr>
          <p:spPr>
            <a:xfrm>
              <a:off x="4071493" y="4800472"/>
              <a:ext cx="276860" cy="372110"/>
            </a:xfrm>
            <a:custGeom>
              <a:rect b="b" l="l" r="r" t="t"/>
              <a:pathLst>
                <a:path extrusionOk="0" h="372110" w="276860">
                  <a:moveTo>
                    <a:pt x="168198" y="129032"/>
                  </a:moveTo>
                  <a:lnTo>
                    <a:pt x="168148" y="128270"/>
                  </a:lnTo>
                  <a:lnTo>
                    <a:pt x="168148" y="129032"/>
                  </a:lnTo>
                  <a:close/>
                </a:path>
                <a:path extrusionOk="0" h="372110" w="276860">
                  <a:moveTo>
                    <a:pt x="182499" y="356870"/>
                  </a:moveTo>
                  <a:lnTo>
                    <a:pt x="181610" y="346710"/>
                  </a:lnTo>
                  <a:lnTo>
                    <a:pt x="181483" y="345440"/>
                  </a:lnTo>
                  <a:lnTo>
                    <a:pt x="179082" y="333121"/>
                  </a:lnTo>
                  <a:lnTo>
                    <a:pt x="179057" y="332981"/>
                  </a:lnTo>
                  <a:lnTo>
                    <a:pt x="178955" y="331724"/>
                  </a:lnTo>
                  <a:lnTo>
                    <a:pt x="177812" y="316992"/>
                  </a:lnTo>
                  <a:lnTo>
                    <a:pt x="177673" y="315087"/>
                  </a:lnTo>
                  <a:lnTo>
                    <a:pt x="177673" y="314833"/>
                  </a:lnTo>
                  <a:lnTo>
                    <a:pt x="175539" y="293497"/>
                  </a:lnTo>
                  <a:lnTo>
                    <a:pt x="175514" y="293243"/>
                  </a:lnTo>
                  <a:lnTo>
                    <a:pt x="175514" y="293497"/>
                  </a:lnTo>
                  <a:lnTo>
                    <a:pt x="173723" y="270637"/>
                  </a:lnTo>
                  <a:lnTo>
                    <a:pt x="173723" y="269227"/>
                  </a:lnTo>
                  <a:lnTo>
                    <a:pt x="172288" y="244729"/>
                  </a:lnTo>
                  <a:lnTo>
                    <a:pt x="172212" y="244094"/>
                  </a:lnTo>
                  <a:lnTo>
                    <a:pt x="172212" y="243332"/>
                  </a:lnTo>
                  <a:lnTo>
                    <a:pt x="172212" y="217043"/>
                  </a:lnTo>
                  <a:lnTo>
                    <a:pt x="171450" y="190754"/>
                  </a:lnTo>
                  <a:lnTo>
                    <a:pt x="170573" y="167005"/>
                  </a:lnTo>
                  <a:lnTo>
                    <a:pt x="170561" y="166116"/>
                  </a:lnTo>
                  <a:lnTo>
                    <a:pt x="169481" y="146431"/>
                  </a:lnTo>
                  <a:lnTo>
                    <a:pt x="169418" y="145161"/>
                  </a:lnTo>
                  <a:lnTo>
                    <a:pt x="168249" y="129667"/>
                  </a:lnTo>
                  <a:lnTo>
                    <a:pt x="168148" y="129032"/>
                  </a:lnTo>
                  <a:lnTo>
                    <a:pt x="167894" y="116078"/>
                  </a:lnTo>
                  <a:lnTo>
                    <a:pt x="167894" y="115824"/>
                  </a:lnTo>
                  <a:lnTo>
                    <a:pt x="167894" y="114046"/>
                  </a:lnTo>
                  <a:lnTo>
                    <a:pt x="167894" y="97790"/>
                  </a:lnTo>
                  <a:lnTo>
                    <a:pt x="162814" y="92710"/>
                  </a:lnTo>
                  <a:lnTo>
                    <a:pt x="150368" y="92710"/>
                  </a:lnTo>
                  <a:lnTo>
                    <a:pt x="145415" y="97790"/>
                  </a:lnTo>
                  <a:lnTo>
                    <a:pt x="145415" y="101346"/>
                  </a:lnTo>
                  <a:lnTo>
                    <a:pt x="145415" y="104013"/>
                  </a:lnTo>
                  <a:lnTo>
                    <a:pt x="145351" y="109537"/>
                  </a:lnTo>
                  <a:lnTo>
                    <a:pt x="145288" y="116840"/>
                  </a:lnTo>
                  <a:lnTo>
                    <a:pt x="145161" y="129667"/>
                  </a:lnTo>
                  <a:lnTo>
                    <a:pt x="146050" y="146558"/>
                  </a:lnTo>
                  <a:lnTo>
                    <a:pt x="146939" y="167259"/>
                  </a:lnTo>
                  <a:lnTo>
                    <a:pt x="147574" y="191516"/>
                  </a:lnTo>
                  <a:lnTo>
                    <a:pt x="148209" y="217424"/>
                  </a:lnTo>
                  <a:lnTo>
                    <a:pt x="148209" y="244729"/>
                  </a:lnTo>
                  <a:lnTo>
                    <a:pt x="149517" y="269113"/>
                  </a:lnTo>
                  <a:lnTo>
                    <a:pt x="149606" y="270891"/>
                  </a:lnTo>
                  <a:lnTo>
                    <a:pt x="151384" y="295275"/>
                  </a:lnTo>
                  <a:lnTo>
                    <a:pt x="151384" y="295656"/>
                  </a:lnTo>
                  <a:lnTo>
                    <a:pt x="153543" y="317246"/>
                  </a:lnTo>
                  <a:lnTo>
                    <a:pt x="153543" y="316992"/>
                  </a:lnTo>
                  <a:lnTo>
                    <a:pt x="155067" y="335026"/>
                  </a:lnTo>
                  <a:lnTo>
                    <a:pt x="155321" y="336677"/>
                  </a:lnTo>
                  <a:lnTo>
                    <a:pt x="158496" y="350393"/>
                  </a:lnTo>
                  <a:lnTo>
                    <a:pt x="158369" y="350012"/>
                  </a:lnTo>
                  <a:lnTo>
                    <a:pt x="158445" y="350393"/>
                  </a:lnTo>
                  <a:lnTo>
                    <a:pt x="160401" y="360045"/>
                  </a:lnTo>
                  <a:lnTo>
                    <a:pt x="160528" y="360426"/>
                  </a:lnTo>
                  <a:lnTo>
                    <a:pt x="162052" y="366776"/>
                  </a:lnTo>
                  <a:lnTo>
                    <a:pt x="163703" y="370332"/>
                  </a:lnTo>
                  <a:lnTo>
                    <a:pt x="164719" y="371729"/>
                  </a:lnTo>
                  <a:lnTo>
                    <a:pt x="179451" y="371729"/>
                  </a:lnTo>
                  <a:lnTo>
                    <a:pt x="180467" y="370332"/>
                  </a:lnTo>
                  <a:lnTo>
                    <a:pt x="182372" y="364490"/>
                  </a:lnTo>
                  <a:lnTo>
                    <a:pt x="182499" y="356870"/>
                  </a:lnTo>
                  <a:close/>
                </a:path>
                <a:path extrusionOk="0" h="372110" w="276860">
                  <a:moveTo>
                    <a:pt x="276352" y="33147"/>
                  </a:moveTo>
                  <a:lnTo>
                    <a:pt x="274967" y="31737"/>
                  </a:lnTo>
                  <a:lnTo>
                    <a:pt x="274243" y="28702"/>
                  </a:lnTo>
                  <a:lnTo>
                    <a:pt x="273697" y="26416"/>
                  </a:lnTo>
                  <a:lnTo>
                    <a:pt x="273177" y="24244"/>
                  </a:lnTo>
                  <a:lnTo>
                    <a:pt x="273177" y="19050"/>
                  </a:lnTo>
                  <a:lnTo>
                    <a:pt x="268224" y="14097"/>
                  </a:lnTo>
                  <a:lnTo>
                    <a:pt x="267576" y="14097"/>
                  </a:lnTo>
                  <a:lnTo>
                    <a:pt x="265430" y="11201"/>
                  </a:lnTo>
                  <a:lnTo>
                    <a:pt x="265430" y="8636"/>
                  </a:lnTo>
                  <a:lnTo>
                    <a:pt x="260223" y="3429"/>
                  </a:lnTo>
                  <a:lnTo>
                    <a:pt x="255498" y="3429"/>
                  </a:lnTo>
                  <a:lnTo>
                    <a:pt x="245110" y="635"/>
                  </a:lnTo>
                  <a:lnTo>
                    <a:pt x="242062" y="127"/>
                  </a:lnTo>
                  <a:lnTo>
                    <a:pt x="227711" y="0"/>
                  </a:lnTo>
                  <a:lnTo>
                    <a:pt x="226568" y="0"/>
                  </a:lnTo>
                  <a:lnTo>
                    <a:pt x="187960" y="7620"/>
                  </a:lnTo>
                  <a:lnTo>
                    <a:pt x="164719" y="18415"/>
                  </a:lnTo>
                  <a:lnTo>
                    <a:pt x="164084" y="18669"/>
                  </a:lnTo>
                  <a:lnTo>
                    <a:pt x="140335" y="31623"/>
                  </a:lnTo>
                  <a:lnTo>
                    <a:pt x="139446" y="32258"/>
                  </a:lnTo>
                  <a:lnTo>
                    <a:pt x="115697" y="48133"/>
                  </a:lnTo>
                  <a:lnTo>
                    <a:pt x="115189" y="48387"/>
                  </a:lnTo>
                  <a:lnTo>
                    <a:pt x="91821" y="65786"/>
                  </a:lnTo>
                  <a:lnTo>
                    <a:pt x="91440" y="66040"/>
                  </a:lnTo>
                  <a:lnTo>
                    <a:pt x="69850" y="83312"/>
                  </a:lnTo>
                  <a:lnTo>
                    <a:pt x="69342" y="83820"/>
                  </a:lnTo>
                  <a:lnTo>
                    <a:pt x="49911" y="101600"/>
                  </a:lnTo>
                  <a:lnTo>
                    <a:pt x="19431" y="137287"/>
                  </a:lnTo>
                  <a:lnTo>
                    <a:pt x="19050" y="137922"/>
                  </a:lnTo>
                  <a:lnTo>
                    <a:pt x="9144" y="153543"/>
                  </a:lnTo>
                  <a:lnTo>
                    <a:pt x="4457" y="161645"/>
                  </a:lnTo>
                  <a:lnTo>
                    <a:pt x="0" y="165989"/>
                  </a:lnTo>
                  <a:lnTo>
                    <a:pt x="0" y="172339"/>
                  </a:lnTo>
                  <a:lnTo>
                    <a:pt x="0" y="178689"/>
                  </a:lnTo>
                  <a:lnTo>
                    <a:pt x="127" y="183769"/>
                  </a:lnTo>
                  <a:lnTo>
                    <a:pt x="254" y="191516"/>
                  </a:lnTo>
                  <a:lnTo>
                    <a:pt x="508" y="197993"/>
                  </a:lnTo>
                  <a:lnTo>
                    <a:pt x="508" y="197612"/>
                  </a:lnTo>
                  <a:lnTo>
                    <a:pt x="762" y="201295"/>
                  </a:lnTo>
                  <a:lnTo>
                    <a:pt x="762" y="200279"/>
                  </a:lnTo>
                  <a:lnTo>
                    <a:pt x="1016" y="201726"/>
                  </a:lnTo>
                  <a:lnTo>
                    <a:pt x="1016" y="209931"/>
                  </a:lnTo>
                  <a:lnTo>
                    <a:pt x="5715" y="214630"/>
                  </a:lnTo>
                  <a:lnTo>
                    <a:pt x="17272" y="214630"/>
                  </a:lnTo>
                  <a:lnTo>
                    <a:pt x="22098" y="209931"/>
                  </a:lnTo>
                  <a:lnTo>
                    <a:pt x="22098" y="208508"/>
                  </a:lnTo>
                  <a:lnTo>
                    <a:pt x="35179" y="209308"/>
                  </a:lnTo>
                  <a:lnTo>
                    <a:pt x="35306" y="209423"/>
                  </a:lnTo>
                  <a:lnTo>
                    <a:pt x="37084" y="209423"/>
                  </a:lnTo>
                  <a:lnTo>
                    <a:pt x="39624" y="209423"/>
                  </a:lnTo>
                  <a:lnTo>
                    <a:pt x="41402" y="207645"/>
                  </a:lnTo>
                  <a:lnTo>
                    <a:pt x="41402" y="205486"/>
                  </a:lnTo>
                  <a:lnTo>
                    <a:pt x="41402" y="203327"/>
                  </a:lnTo>
                  <a:lnTo>
                    <a:pt x="39624" y="201549"/>
                  </a:lnTo>
                  <a:lnTo>
                    <a:pt x="37719" y="201549"/>
                  </a:lnTo>
                  <a:lnTo>
                    <a:pt x="35077" y="201295"/>
                  </a:lnTo>
                  <a:lnTo>
                    <a:pt x="22428" y="200075"/>
                  </a:lnTo>
                  <a:lnTo>
                    <a:pt x="22453" y="199771"/>
                  </a:lnTo>
                  <a:lnTo>
                    <a:pt x="22606" y="197612"/>
                  </a:lnTo>
                  <a:lnTo>
                    <a:pt x="22618" y="197231"/>
                  </a:lnTo>
                  <a:lnTo>
                    <a:pt x="22733" y="191516"/>
                  </a:lnTo>
                  <a:lnTo>
                    <a:pt x="22987" y="183642"/>
                  </a:lnTo>
                  <a:lnTo>
                    <a:pt x="22987" y="178689"/>
                  </a:lnTo>
                  <a:lnTo>
                    <a:pt x="22987" y="178181"/>
                  </a:lnTo>
                  <a:lnTo>
                    <a:pt x="22987" y="175590"/>
                  </a:lnTo>
                  <a:lnTo>
                    <a:pt x="24892" y="172339"/>
                  </a:lnTo>
                  <a:lnTo>
                    <a:pt x="28854" y="165608"/>
                  </a:lnTo>
                  <a:lnTo>
                    <a:pt x="29083" y="165227"/>
                  </a:lnTo>
                  <a:lnTo>
                    <a:pt x="38303" y="151257"/>
                  </a:lnTo>
                  <a:lnTo>
                    <a:pt x="38735" y="150622"/>
                  </a:lnTo>
                  <a:lnTo>
                    <a:pt x="38227" y="151257"/>
                  </a:lnTo>
                  <a:lnTo>
                    <a:pt x="66040" y="119253"/>
                  </a:lnTo>
                  <a:lnTo>
                    <a:pt x="66548" y="118745"/>
                  </a:lnTo>
                  <a:lnTo>
                    <a:pt x="66103" y="119202"/>
                  </a:lnTo>
                  <a:lnTo>
                    <a:pt x="66598" y="118745"/>
                  </a:lnTo>
                  <a:lnTo>
                    <a:pt x="85026" y="102235"/>
                  </a:lnTo>
                  <a:lnTo>
                    <a:pt x="85559" y="101765"/>
                  </a:lnTo>
                  <a:lnTo>
                    <a:pt x="106680" y="84963"/>
                  </a:lnTo>
                  <a:lnTo>
                    <a:pt x="106299" y="85344"/>
                  </a:lnTo>
                  <a:lnTo>
                    <a:pt x="106807" y="84963"/>
                  </a:lnTo>
                  <a:lnTo>
                    <a:pt x="129159" y="68453"/>
                  </a:lnTo>
                  <a:lnTo>
                    <a:pt x="129717" y="68072"/>
                  </a:lnTo>
                  <a:lnTo>
                    <a:pt x="152908" y="52578"/>
                  </a:lnTo>
                  <a:lnTo>
                    <a:pt x="152019" y="53213"/>
                  </a:lnTo>
                  <a:lnTo>
                    <a:pt x="153174" y="52578"/>
                  </a:lnTo>
                  <a:lnTo>
                    <a:pt x="175298" y="40513"/>
                  </a:lnTo>
                  <a:lnTo>
                    <a:pt x="175768" y="40259"/>
                  </a:lnTo>
                  <a:lnTo>
                    <a:pt x="175133" y="40513"/>
                  </a:lnTo>
                  <a:lnTo>
                    <a:pt x="195351" y="31115"/>
                  </a:lnTo>
                  <a:lnTo>
                    <a:pt x="195897" y="30861"/>
                  </a:lnTo>
                  <a:lnTo>
                    <a:pt x="197142" y="30480"/>
                  </a:lnTo>
                  <a:lnTo>
                    <a:pt x="240715" y="24269"/>
                  </a:lnTo>
                  <a:lnTo>
                    <a:pt x="246062" y="25349"/>
                  </a:lnTo>
                  <a:lnTo>
                    <a:pt x="247396" y="26670"/>
                  </a:lnTo>
                  <a:lnTo>
                    <a:pt x="248551" y="26670"/>
                  </a:lnTo>
                  <a:lnTo>
                    <a:pt x="251079" y="29464"/>
                  </a:lnTo>
                  <a:lnTo>
                    <a:pt x="251079" y="31242"/>
                  </a:lnTo>
                  <a:lnTo>
                    <a:pt x="253199" y="33375"/>
                  </a:lnTo>
                  <a:lnTo>
                    <a:pt x="255651" y="40386"/>
                  </a:lnTo>
                  <a:lnTo>
                    <a:pt x="255651" y="44577"/>
                  </a:lnTo>
                  <a:lnTo>
                    <a:pt x="255917" y="44843"/>
                  </a:lnTo>
                  <a:lnTo>
                    <a:pt x="256616" y="59118"/>
                  </a:lnTo>
                  <a:lnTo>
                    <a:pt x="256667" y="58674"/>
                  </a:lnTo>
                  <a:lnTo>
                    <a:pt x="256667" y="59118"/>
                  </a:lnTo>
                  <a:lnTo>
                    <a:pt x="256667" y="60071"/>
                  </a:lnTo>
                  <a:lnTo>
                    <a:pt x="256514" y="60071"/>
                  </a:lnTo>
                  <a:lnTo>
                    <a:pt x="254850" y="75984"/>
                  </a:lnTo>
                  <a:lnTo>
                    <a:pt x="254647" y="76835"/>
                  </a:lnTo>
                  <a:lnTo>
                    <a:pt x="251675" y="89738"/>
                  </a:lnTo>
                  <a:lnTo>
                    <a:pt x="251079" y="90297"/>
                  </a:lnTo>
                  <a:lnTo>
                    <a:pt x="251079" y="95250"/>
                  </a:lnTo>
                  <a:lnTo>
                    <a:pt x="253111" y="97282"/>
                  </a:lnTo>
                  <a:lnTo>
                    <a:pt x="258064" y="97282"/>
                  </a:lnTo>
                  <a:lnTo>
                    <a:pt x="260096" y="95250"/>
                  </a:lnTo>
                  <a:lnTo>
                    <a:pt x="260096" y="94488"/>
                  </a:lnTo>
                  <a:lnTo>
                    <a:pt x="269240" y="82677"/>
                  </a:lnTo>
                  <a:lnTo>
                    <a:pt x="270637" y="79756"/>
                  </a:lnTo>
                  <a:lnTo>
                    <a:pt x="271653" y="75819"/>
                  </a:lnTo>
                  <a:lnTo>
                    <a:pt x="274142" y="66217"/>
                  </a:lnTo>
                  <a:lnTo>
                    <a:pt x="275463" y="64897"/>
                  </a:lnTo>
                  <a:lnTo>
                    <a:pt x="275463" y="60071"/>
                  </a:lnTo>
                  <a:lnTo>
                    <a:pt x="275463" y="59690"/>
                  </a:lnTo>
                  <a:lnTo>
                    <a:pt x="275463" y="59118"/>
                  </a:lnTo>
                  <a:lnTo>
                    <a:pt x="275513" y="58674"/>
                  </a:lnTo>
                  <a:lnTo>
                    <a:pt x="276098" y="44831"/>
                  </a:lnTo>
                  <a:lnTo>
                    <a:pt x="276352" y="44577"/>
                  </a:lnTo>
                  <a:lnTo>
                    <a:pt x="276352" y="39243"/>
                  </a:lnTo>
                  <a:lnTo>
                    <a:pt x="276352" y="38862"/>
                  </a:lnTo>
                  <a:lnTo>
                    <a:pt x="276352" y="331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7" name="Google Shape;607;p5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133088" y="5157850"/>
              <a:ext cx="200025" cy="7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5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418330" y="5116449"/>
              <a:ext cx="196215" cy="3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56"/>
            <p:cNvSpPr/>
            <p:nvPr/>
          </p:nvSpPr>
          <p:spPr>
            <a:xfrm>
              <a:off x="4790186" y="4795011"/>
              <a:ext cx="76200" cy="448310"/>
            </a:xfrm>
            <a:custGeom>
              <a:rect b="b" l="l" r="r" t="t"/>
              <a:pathLst>
                <a:path extrusionOk="0" h="448310" w="76200">
                  <a:moveTo>
                    <a:pt x="17526" y="419227"/>
                  </a:moveTo>
                  <a:lnTo>
                    <a:pt x="17399" y="418338"/>
                  </a:lnTo>
                  <a:lnTo>
                    <a:pt x="17411" y="419227"/>
                  </a:lnTo>
                  <a:close/>
                </a:path>
                <a:path extrusionOk="0" h="448310" w="76200">
                  <a:moveTo>
                    <a:pt x="33680" y="120586"/>
                  </a:moveTo>
                  <a:lnTo>
                    <a:pt x="33655" y="120777"/>
                  </a:lnTo>
                  <a:lnTo>
                    <a:pt x="33680" y="120586"/>
                  </a:lnTo>
                  <a:close/>
                </a:path>
                <a:path extrusionOk="0" h="448310" w="76200">
                  <a:moveTo>
                    <a:pt x="54229" y="68580"/>
                  </a:moveTo>
                  <a:lnTo>
                    <a:pt x="54216" y="68249"/>
                  </a:lnTo>
                  <a:lnTo>
                    <a:pt x="54203" y="68580"/>
                  </a:lnTo>
                  <a:close/>
                </a:path>
                <a:path extrusionOk="0" h="448310" w="76200">
                  <a:moveTo>
                    <a:pt x="75844" y="27813"/>
                  </a:moveTo>
                  <a:lnTo>
                    <a:pt x="75730" y="21894"/>
                  </a:lnTo>
                  <a:lnTo>
                    <a:pt x="75438" y="18630"/>
                  </a:lnTo>
                  <a:lnTo>
                    <a:pt x="75438" y="12700"/>
                  </a:lnTo>
                  <a:lnTo>
                    <a:pt x="70358" y="7620"/>
                  </a:lnTo>
                  <a:lnTo>
                    <a:pt x="70231" y="7620"/>
                  </a:lnTo>
                  <a:lnTo>
                    <a:pt x="70231" y="5588"/>
                  </a:lnTo>
                  <a:lnTo>
                    <a:pt x="64897" y="127"/>
                  </a:lnTo>
                  <a:lnTo>
                    <a:pt x="61087" y="127"/>
                  </a:lnTo>
                  <a:lnTo>
                    <a:pt x="60960" y="0"/>
                  </a:lnTo>
                  <a:lnTo>
                    <a:pt x="56007" y="0"/>
                  </a:lnTo>
                  <a:lnTo>
                    <a:pt x="56007" y="36322"/>
                  </a:lnTo>
                  <a:lnTo>
                    <a:pt x="55664" y="37249"/>
                  </a:lnTo>
                  <a:lnTo>
                    <a:pt x="56007" y="36322"/>
                  </a:lnTo>
                  <a:lnTo>
                    <a:pt x="56007" y="0"/>
                  </a:lnTo>
                  <a:lnTo>
                    <a:pt x="55499" y="0"/>
                  </a:lnTo>
                  <a:lnTo>
                    <a:pt x="54229" y="0"/>
                  </a:lnTo>
                  <a:lnTo>
                    <a:pt x="54229" y="68072"/>
                  </a:lnTo>
                  <a:lnTo>
                    <a:pt x="54229" y="68580"/>
                  </a:lnTo>
                  <a:lnTo>
                    <a:pt x="54178" y="69215"/>
                  </a:lnTo>
                  <a:lnTo>
                    <a:pt x="53721" y="81788"/>
                  </a:lnTo>
                  <a:lnTo>
                    <a:pt x="53721" y="81280"/>
                  </a:lnTo>
                  <a:lnTo>
                    <a:pt x="53657" y="81788"/>
                  </a:lnTo>
                  <a:lnTo>
                    <a:pt x="52362" y="93459"/>
                  </a:lnTo>
                  <a:lnTo>
                    <a:pt x="52235" y="93853"/>
                  </a:lnTo>
                  <a:lnTo>
                    <a:pt x="49276" y="103505"/>
                  </a:lnTo>
                  <a:lnTo>
                    <a:pt x="49022" y="104267"/>
                  </a:lnTo>
                  <a:lnTo>
                    <a:pt x="46863" y="114046"/>
                  </a:lnTo>
                  <a:lnTo>
                    <a:pt x="47244" y="113030"/>
                  </a:lnTo>
                  <a:lnTo>
                    <a:pt x="45389" y="118491"/>
                  </a:lnTo>
                  <a:lnTo>
                    <a:pt x="43434" y="120396"/>
                  </a:lnTo>
                  <a:lnTo>
                    <a:pt x="43434" y="123812"/>
                  </a:lnTo>
                  <a:lnTo>
                    <a:pt x="42697" y="125285"/>
                  </a:lnTo>
                  <a:lnTo>
                    <a:pt x="39497" y="128397"/>
                  </a:lnTo>
                  <a:lnTo>
                    <a:pt x="39497" y="131660"/>
                  </a:lnTo>
                  <a:lnTo>
                    <a:pt x="36322" y="134874"/>
                  </a:lnTo>
                  <a:lnTo>
                    <a:pt x="36322" y="136779"/>
                  </a:lnTo>
                  <a:lnTo>
                    <a:pt x="33147" y="139954"/>
                  </a:lnTo>
                  <a:lnTo>
                    <a:pt x="33147" y="143002"/>
                  </a:lnTo>
                  <a:lnTo>
                    <a:pt x="31521" y="146050"/>
                  </a:lnTo>
                  <a:lnTo>
                    <a:pt x="33604" y="121539"/>
                  </a:lnTo>
                  <a:lnTo>
                    <a:pt x="33655" y="120777"/>
                  </a:lnTo>
                  <a:lnTo>
                    <a:pt x="33782" y="119507"/>
                  </a:lnTo>
                  <a:lnTo>
                    <a:pt x="33680" y="120586"/>
                  </a:lnTo>
                  <a:lnTo>
                    <a:pt x="33883" y="119507"/>
                  </a:lnTo>
                  <a:lnTo>
                    <a:pt x="38227" y="96139"/>
                  </a:lnTo>
                  <a:lnTo>
                    <a:pt x="38354" y="95504"/>
                  </a:lnTo>
                  <a:lnTo>
                    <a:pt x="38265" y="95986"/>
                  </a:lnTo>
                  <a:lnTo>
                    <a:pt x="38379" y="95504"/>
                  </a:lnTo>
                  <a:lnTo>
                    <a:pt x="43751" y="73152"/>
                  </a:lnTo>
                  <a:lnTo>
                    <a:pt x="43942" y="72390"/>
                  </a:lnTo>
                  <a:lnTo>
                    <a:pt x="43688" y="73152"/>
                  </a:lnTo>
                  <a:lnTo>
                    <a:pt x="49961" y="52959"/>
                  </a:lnTo>
                  <a:lnTo>
                    <a:pt x="50165" y="52324"/>
                  </a:lnTo>
                  <a:lnTo>
                    <a:pt x="49911" y="52959"/>
                  </a:lnTo>
                  <a:lnTo>
                    <a:pt x="53809" y="42291"/>
                  </a:lnTo>
                  <a:lnTo>
                    <a:pt x="53848" y="43307"/>
                  </a:lnTo>
                  <a:lnTo>
                    <a:pt x="53975" y="55626"/>
                  </a:lnTo>
                  <a:lnTo>
                    <a:pt x="54216" y="68249"/>
                  </a:lnTo>
                  <a:lnTo>
                    <a:pt x="54229" y="68072"/>
                  </a:lnTo>
                  <a:lnTo>
                    <a:pt x="54229" y="0"/>
                  </a:lnTo>
                  <a:lnTo>
                    <a:pt x="47498" y="0"/>
                  </a:lnTo>
                  <a:lnTo>
                    <a:pt x="41910" y="5461"/>
                  </a:lnTo>
                  <a:lnTo>
                    <a:pt x="41910" y="9271"/>
                  </a:lnTo>
                  <a:lnTo>
                    <a:pt x="39116" y="14605"/>
                  </a:lnTo>
                  <a:lnTo>
                    <a:pt x="33401" y="26797"/>
                  </a:lnTo>
                  <a:lnTo>
                    <a:pt x="32893" y="27813"/>
                  </a:lnTo>
                  <a:lnTo>
                    <a:pt x="31369" y="31940"/>
                  </a:lnTo>
                  <a:lnTo>
                    <a:pt x="31369" y="147955"/>
                  </a:lnTo>
                  <a:lnTo>
                    <a:pt x="31267" y="149860"/>
                  </a:lnTo>
                  <a:lnTo>
                    <a:pt x="31343" y="147955"/>
                  </a:lnTo>
                  <a:lnTo>
                    <a:pt x="31369" y="31940"/>
                  </a:lnTo>
                  <a:lnTo>
                    <a:pt x="26797" y="44323"/>
                  </a:lnTo>
                  <a:lnTo>
                    <a:pt x="26543" y="44958"/>
                  </a:lnTo>
                  <a:lnTo>
                    <a:pt x="20066" y="65786"/>
                  </a:lnTo>
                  <a:lnTo>
                    <a:pt x="19939" y="66548"/>
                  </a:lnTo>
                  <a:lnTo>
                    <a:pt x="14097" y="90297"/>
                  </a:lnTo>
                  <a:lnTo>
                    <a:pt x="9271" y="116205"/>
                  </a:lnTo>
                  <a:lnTo>
                    <a:pt x="6604" y="145796"/>
                  </a:lnTo>
                  <a:lnTo>
                    <a:pt x="6477" y="146304"/>
                  </a:lnTo>
                  <a:lnTo>
                    <a:pt x="5080" y="175133"/>
                  </a:lnTo>
                  <a:lnTo>
                    <a:pt x="4953" y="175387"/>
                  </a:lnTo>
                  <a:lnTo>
                    <a:pt x="4191" y="204216"/>
                  </a:lnTo>
                  <a:lnTo>
                    <a:pt x="4191" y="289814"/>
                  </a:lnTo>
                  <a:lnTo>
                    <a:pt x="6350" y="315341"/>
                  </a:lnTo>
                  <a:lnTo>
                    <a:pt x="6477" y="315976"/>
                  </a:lnTo>
                  <a:lnTo>
                    <a:pt x="9652" y="339725"/>
                  </a:lnTo>
                  <a:lnTo>
                    <a:pt x="9525" y="339344"/>
                  </a:lnTo>
                  <a:lnTo>
                    <a:pt x="9563" y="339725"/>
                  </a:lnTo>
                  <a:lnTo>
                    <a:pt x="11684" y="360172"/>
                  </a:lnTo>
                  <a:lnTo>
                    <a:pt x="13589" y="379222"/>
                  </a:lnTo>
                  <a:lnTo>
                    <a:pt x="13589" y="379857"/>
                  </a:lnTo>
                  <a:lnTo>
                    <a:pt x="16040" y="395947"/>
                  </a:lnTo>
                  <a:lnTo>
                    <a:pt x="16002" y="395224"/>
                  </a:lnTo>
                  <a:lnTo>
                    <a:pt x="16129" y="396494"/>
                  </a:lnTo>
                  <a:lnTo>
                    <a:pt x="16040" y="395947"/>
                  </a:lnTo>
                  <a:lnTo>
                    <a:pt x="16065" y="396494"/>
                  </a:lnTo>
                  <a:lnTo>
                    <a:pt x="16764" y="408432"/>
                  </a:lnTo>
                  <a:lnTo>
                    <a:pt x="17526" y="419227"/>
                  </a:lnTo>
                  <a:lnTo>
                    <a:pt x="17437" y="421411"/>
                  </a:lnTo>
                  <a:lnTo>
                    <a:pt x="14338" y="419989"/>
                  </a:lnTo>
                  <a:lnTo>
                    <a:pt x="12065" y="417703"/>
                  </a:lnTo>
                  <a:lnTo>
                    <a:pt x="3556" y="417703"/>
                  </a:lnTo>
                  <a:lnTo>
                    <a:pt x="0" y="421259"/>
                  </a:lnTo>
                  <a:lnTo>
                    <a:pt x="0" y="429768"/>
                  </a:lnTo>
                  <a:lnTo>
                    <a:pt x="3556" y="433324"/>
                  </a:lnTo>
                  <a:lnTo>
                    <a:pt x="4267" y="433324"/>
                  </a:lnTo>
                  <a:lnTo>
                    <a:pt x="9779" y="439547"/>
                  </a:lnTo>
                  <a:lnTo>
                    <a:pt x="12065" y="441452"/>
                  </a:lnTo>
                  <a:lnTo>
                    <a:pt x="13843" y="442595"/>
                  </a:lnTo>
                  <a:lnTo>
                    <a:pt x="18796" y="447548"/>
                  </a:lnTo>
                  <a:lnTo>
                    <a:pt x="22720" y="447548"/>
                  </a:lnTo>
                  <a:lnTo>
                    <a:pt x="23495" y="448310"/>
                  </a:lnTo>
                  <a:lnTo>
                    <a:pt x="36703" y="448310"/>
                  </a:lnTo>
                  <a:lnTo>
                    <a:pt x="42037" y="442976"/>
                  </a:lnTo>
                  <a:lnTo>
                    <a:pt x="42037" y="437515"/>
                  </a:lnTo>
                  <a:lnTo>
                    <a:pt x="42418" y="436372"/>
                  </a:lnTo>
                  <a:lnTo>
                    <a:pt x="42672" y="432816"/>
                  </a:lnTo>
                  <a:lnTo>
                    <a:pt x="42799" y="425716"/>
                  </a:lnTo>
                  <a:lnTo>
                    <a:pt x="37985" y="425716"/>
                  </a:lnTo>
                  <a:lnTo>
                    <a:pt x="42799" y="425640"/>
                  </a:lnTo>
                  <a:lnTo>
                    <a:pt x="42799" y="424573"/>
                  </a:lnTo>
                  <a:lnTo>
                    <a:pt x="42799" y="417449"/>
                  </a:lnTo>
                  <a:lnTo>
                    <a:pt x="42024" y="406666"/>
                  </a:lnTo>
                  <a:lnTo>
                    <a:pt x="41351" y="395224"/>
                  </a:lnTo>
                  <a:lnTo>
                    <a:pt x="41275" y="393827"/>
                  </a:lnTo>
                  <a:lnTo>
                    <a:pt x="41148" y="392684"/>
                  </a:lnTo>
                  <a:lnTo>
                    <a:pt x="38836" y="376809"/>
                  </a:lnTo>
                  <a:lnTo>
                    <a:pt x="38735" y="376047"/>
                  </a:lnTo>
                  <a:lnTo>
                    <a:pt x="38735" y="376809"/>
                  </a:lnTo>
                  <a:lnTo>
                    <a:pt x="36957" y="357759"/>
                  </a:lnTo>
                  <a:lnTo>
                    <a:pt x="36957" y="357632"/>
                  </a:lnTo>
                  <a:lnTo>
                    <a:pt x="34798" y="336804"/>
                  </a:lnTo>
                  <a:lnTo>
                    <a:pt x="34798" y="336296"/>
                  </a:lnTo>
                  <a:lnTo>
                    <a:pt x="31572" y="313182"/>
                  </a:lnTo>
                  <a:lnTo>
                    <a:pt x="31559" y="312902"/>
                  </a:lnTo>
                  <a:lnTo>
                    <a:pt x="31623" y="313182"/>
                  </a:lnTo>
                  <a:lnTo>
                    <a:pt x="31559" y="312547"/>
                  </a:lnTo>
                  <a:lnTo>
                    <a:pt x="29438" y="288798"/>
                  </a:lnTo>
                  <a:lnTo>
                    <a:pt x="29438" y="288594"/>
                  </a:lnTo>
                  <a:lnTo>
                    <a:pt x="29464" y="288798"/>
                  </a:lnTo>
                  <a:lnTo>
                    <a:pt x="29451" y="287655"/>
                  </a:lnTo>
                  <a:lnTo>
                    <a:pt x="29349" y="204216"/>
                  </a:lnTo>
                  <a:lnTo>
                    <a:pt x="29972" y="176022"/>
                  </a:lnTo>
                  <a:lnTo>
                    <a:pt x="30276" y="169799"/>
                  </a:lnTo>
                  <a:lnTo>
                    <a:pt x="41021" y="169799"/>
                  </a:lnTo>
                  <a:lnTo>
                    <a:pt x="45466" y="165354"/>
                  </a:lnTo>
                  <a:lnTo>
                    <a:pt x="45466" y="162318"/>
                  </a:lnTo>
                  <a:lnTo>
                    <a:pt x="49631" y="154457"/>
                  </a:lnTo>
                  <a:lnTo>
                    <a:pt x="53086" y="151003"/>
                  </a:lnTo>
                  <a:lnTo>
                    <a:pt x="53086" y="149098"/>
                  </a:lnTo>
                  <a:lnTo>
                    <a:pt x="56261" y="145923"/>
                  </a:lnTo>
                  <a:lnTo>
                    <a:pt x="56261" y="142925"/>
                  </a:lnTo>
                  <a:lnTo>
                    <a:pt x="56349" y="142760"/>
                  </a:lnTo>
                  <a:lnTo>
                    <a:pt x="59563" y="139446"/>
                  </a:lnTo>
                  <a:lnTo>
                    <a:pt x="59563" y="136372"/>
                  </a:lnTo>
                  <a:lnTo>
                    <a:pt x="60236" y="135001"/>
                  </a:lnTo>
                  <a:lnTo>
                    <a:pt x="60350" y="134747"/>
                  </a:lnTo>
                  <a:lnTo>
                    <a:pt x="63627" y="131572"/>
                  </a:lnTo>
                  <a:lnTo>
                    <a:pt x="63627" y="127622"/>
                  </a:lnTo>
                  <a:lnTo>
                    <a:pt x="65620" y="121539"/>
                  </a:lnTo>
                  <a:lnTo>
                    <a:pt x="66675" y="118364"/>
                  </a:lnTo>
                  <a:lnTo>
                    <a:pt x="67856" y="113030"/>
                  </a:lnTo>
                  <a:lnTo>
                    <a:pt x="68630" y="109601"/>
                  </a:lnTo>
                  <a:lnTo>
                    <a:pt x="68757" y="109029"/>
                  </a:lnTo>
                  <a:lnTo>
                    <a:pt x="68859" y="108712"/>
                  </a:lnTo>
                  <a:lnTo>
                    <a:pt x="72263" y="98044"/>
                  </a:lnTo>
                  <a:lnTo>
                    <a:pt x="72644" y="96139"/>
                  </a:lnTo>
                  <a:lnTo>
                    <a:pt x="73152" y="91948"/>
                  </a:lnTo>
                  <a:lnTo>
                    <a:pt x="74168" y="83566"/>
                  </a:lnTo>
                  <a:lnTo>
                    <a:pt x="74256" y="81280"/>
                  </a:lnTo>
                  <a:lnTo>
                    <a:pt x="75057" y="69215"/>
                  </a:lnTo>
                  <a:lnTo>
                    <a:pt x="75069" y="68072"/>
                  </a:lnTo>
                  <a:lnTo>
                    <a:pt x="75526" y="44958"/>
                  </a:lnTo>
                  <a:lnTo>
                    <a:pt x="75692" y="33274"/>
                  </a:lnTo>
                  <a:lnTo>
                    <a:pt x="75844" y="278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0" name="Google Shape;610;p5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10302" y="5035804"/>
              <a:ext cx="168783" cy="6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5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910441" y="5131435"/>
              <a:ext cx="102883" cy="167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5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37201" y="5113781"/>
              <a:ext cx="169897" cy="188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56"/>
            <p:cNvSpPr/>
            <p:nvPr/>
          </p:nvSpPr>
          <p:spPr>
            <a:xfrm>
              <a:off x="5507863" y="4616068"/>
              <a:ext cx="276225" cy="877570"/>
            </a:xfrm>
            <a:custGeom>
              <a:rect b="b" l="l" r="r" t="t"/>
              <a:pathLst>
                <a:path extrusionOk="0" h="877570" w="276225">
                  <a:moveTo>
                    <a:pt x="212598" y="855345"/>
                  </a:moveTo>
                  <a:lnTo>
                    <a:pt x="212166" y="854925"/>
                  </a:lnTo>
                  <a:lnTo>
                    <a:pt x="212102" y="854075"/>
                  </a:lnTo>
                  <a:lnTo>
                    <a:pt x="211836" y="850773"/>
                  </a:lnTo>
                  <a:lnTo>
                    <a:pt x="211836" y="846328"/>
                  </a:lnTo>
                  <a:lnTo>
                    <a:pt x="210870" y="845375"/>
                  </a:lnTo>
                  <a:lnTo>
                    <a:pt x="209931" y="840359"/>
                  </a:lnTo>
                  <a:lnTo>
                    <a:pt x="208407" y="837057"/>
                  </a:lnTo>
                  <a:lnTo>
                    <a:pt x="203454" y="831138"/>
                  </a:lnTo>
                  <a:lnTo>
                    <a:pt x="203454" y="830326"/>
                  </a:lnTo>
                  <a:lnTo>
                    <a:pt x="201803" y="828802"/>
                  </a:lnTo>
                  <a:lnTo>
                    <a:pt x="197866" y="828802"/>
                  </a:lnTo>
                  <a:lnTo>
                    <a:pt x="196215" y="830326"/>
                  </a:lnTo>
                  <a:lnTo>
                    <a:pt x="196215" y="831977"/>
                  </a:lnTo>
                  <a:lnTo>
                    <a:pt x="195453" y="840994"/>
                  </a:lnTo>
                  <a:lnTo>
                    <a:pt x="195453" y="840359"/>
                  </a:lnTo>
                  <a:lnTo>
                    <a:pt x="195326" y="840994"/>
                  </a:lnTo>
                  <a:lnTo>
                    <a:pt x="194500" y="845375"/>
                  </a:lnTo>
                  <a:lnTo>
                    <a:pt x="193548" y="846328"/>
                  </a:lnTo>
                  <a:lnTo>
                    <a:pt x="193548" y="850773"/>
                  </a:lnTo>
                  <a:lnTo>
                    <a:pt x="193243" y="855002"/>
                  </a:lnTo>
                  <a:lnTo>
                    <a:pt x="191516" y="854964"/>
                  </a:lnTo>
                  <a:lnTo>
                    <a:pt x="187693" y="854837"/>
                  </a:lnTo>
                  <a:lnTo>
                    <a:pt x="181330" y="854633"/>
                  </a:lnTo>
                  <a:lnTo>
                    <a:pt x="181152" y="854583"/>
                  </a:lnTo>
                  <a:lnTo>
                    <a:pt x="169735" y="851916"/>
                  </a:lnTo>
                  <a:lnTo>
                    <a:pt x="169481" y="851865"/>
                  </a:lnTo>
                  <a:lnTo>
                    <a:pt x="168884" y="851662"/>
                  </a:lnTo>
                  <a:lnTo>
                    <a:pt x="155892" y="847471"/>
                  </a:lnTo>
                  <a:lnTo>
                    <a:pt x="154774" y="847115"/>
                  </a:lnTo>
                  <a:lnTo>
                    <a:pt x="154038" y="846709"/>
                  </a:lnTo>
                  <a:lnTo>
                    <a:pt x="139496" y="838835"/>
                  </a:lnTo>
                  <a:lnTo>
                    <a:pt x="137795" y="837920"/>
                  </a:lnTo>
                  <a:lnTo>
                    <a:pt x="137363" y="837565"/>
                  </a:lnTo>
                  <a:lnTo>
                    <a:pt x="121742" y="824865"/>
                  </a:lnTo>
                  <a:lnTo>
                    <a:pt x="120650" y="823976"/>
                  </a:lnTo>
                  <a:lnTo>
                    <a:pt x="121539" y="824865"/>
                  </a:lnTo>
                  <a:lnTo>
                    <a:pt x="106426" y="809879"/>
                  </a:lnTo>
                  <a:lnTo>
                    <a:pt x="105791" y="809244"/>
                  </a:lnTo>
                  <a:lnTo>
                    <a:pt x="106299" y="809879"/>
                  </a:lnTo>
                  <a:lnTo>
                    <a:pt x="92468" y="794385"/>
                  </a:lnTo>
                  <a:lnTo>
                    <a:pt x="92316" y="794232"/>
                  </a:lnTo>
                  <a:lnTo>
                    <a:pt x="91732" y="793369"/>
                  </a:lnTo>
                  <a:lnTo>
                    <a:pt x="82613" y="780415"/>
                  </a:lnTo>
                  <a:lnTo>
                    <a:pt x="81648" y="779056"/>
                  </a:lnTo>
                  <a:lnTo>
                    <a:pt x="81407" y="778510"/>
                  </a:lnTo>
                  <a:lnTo>
                    <a:pt x="72288" y="758952"/>
                  </a:lnTo>
                  <a:lnTo>
                    <a:pt x="72110" y="758583"/>
                  </a:lnTo>
                  <a:lnTo>
                    <a:pt x="71920" y="758063"/>
                  </a:lnTo>
                  <a:lnTo>
                    <a:pt x="61417" y="730250"/>
                  </a:lnTo>
                  <a:lnTo>
                    <a:pt x="61087" y="729361"/>
                  </a:lnTo>
                  <a:lnTo>
                    <a:pt x="61341" y="730250"/>
                  </a:lnTo>
                  <a:lnTo>
                    <a:pt x="49784" y="691769"/>
                  </a:lnTo>
                  <a:lnTo>
                    <a:pt x="50038" y="692277"/>
                  </a:lnTo>
                  <a:lnTo>
                    <a:pt x="49898" y="691769"/>
                  </a:lnTo>
                  <a:lnTo>
                    <a:pt x="38100" y="644779"/>
                  </a:lnTo>
                  <a:lnTo>
                    <a:pt x="38354" y="645668"/>
                  </a:lnTo>
                  <a:lnTo>
                    <a:pt x="38201" y="644779"/>
                  </a:lnTo>
                  <a:lnTo>
                    <a:pt x="30048" y="595884"/>
                  </a:lnTo>
                  <a:lnTo>
                    <a:pt x="30035" y="595668"/>
                  </a:lnTo>
                  <a:lnTo>
                    <a:pt x="30099" y="595884"/>
                  </a:lnTo>
                  <a:lnTo>
                    <a:pt x="30035" y="595376"/>
                  </a:lnTo>
                  <a:lnTo>
                    <a:pt x="24053" y="545846"/>
                  </a:lnTo>
                  <a:lnTo>
                    <a:pt x="23990" y="545477"/>
                  </a:lnTo>
                  <a:lnTo>
                    <a:pt x="23990" y="544322"/>
                  </a:lnTo>
                  <a:lnTo>
                    <a:pt x="23876" y="437134"/>
                  </a:lnTo>
                  <a:lnTo>
                    <a:pt x="23876" y="436753"/>
                  </a:lnTo>
                  <a:lnTo>
                    <a:pt x="25615" y="384175"/>
                  </a:lnTo>
                  <a:lnTo>
                    <a:pt x="25654" y="383159"/>
                  </a:lnTo>
                  <a:lnTo>
                    <a:pt x="25527" y="384175"/>
                  </a:lnTo>
                  <a:lnTo>
                    <a:pt x="32524" y="326771"/>
                  </a:lnTo>
                  <a:lnTo>
                    <a:pt x="32550" y="326542"/>
                  </a:lnTo>
                  <a:lnTo>
                    <a:pt x="32512" y="326771"/>
                  </a:lnTo>
                  <a:lnTo>
                    <a:pt x="32639" y="325882"/>
                  </a:lnTo>
                  <a:lnTo>
                    <a:pt x="32550" y="326542"/>
                  </a:lnTo>
                  <a:lnTo>
                    <a:pt x="32689" y="325882"/>
                  </a:lnTo>
                  <a:lnTo>
                    <a:pt x="44831" y="265811"/>
                  </a:lnTo>
                  <a:lnTo>
                    <a:pt x="44996" y="265176"/>
                  </a:lnTo>
                  <a:lnTo>
                    <a:pt x="60858" y="204978"/>
                  </a:lnTo>
                  <a:lnTo>
                    <a:pt x="60960" y="204597"/>
                  </a:lnTo>
                  <a:lnTo>
                    <a:pt x="60833" y="204978"/>
                  </a:lnTo>
                  <a:lnTo>
                    <a:pt x="76885" y="150495"/>
                  </a:lnTo>
                  <a:lnTo>
                    <a:pt x="76962" y="150241"/>
                  </a:lnTo>
                  <a:lnTo>
                    <a:pt x="76835" y="150495"/>
                  </a:lnTo>
                  <a:lnTo>
                    <a:pt x="90678" y="106807"/>
                  </a:lnTo>
                  <a:lnTo>
                    <a:pt x="90551" y="107442"/>
                  </a:lnTo>
                  <a:lnTo>
                    <a:pt x="90779" y="106807"/>
                  </a:lnTo>
                  <a:lnTo>
                    <a:pt x="101879" y="77343"/>
                  </a:lnTo>
                  <a:lnTo>
                    <a:pt x="101981" y="77089"/>
                  </a:lnTo>
                  <a:lnTo>
                    <a:pt x="101854" y="77343"/>
                  </a:lnTo>
                  <a:lnTo>
                    <a:pt x="110286" y="56134"/>
                  </a:lnTo>
                  <a:lnTo>
                    <a:pt x="110490" y="55626"/>
                  </a:lnTo>
                  <a:lnTo>
                    <a:pt x="110236" y="56134"/>
                  </a:lnTo>
                  <a:lnTo>
                    <a:pt x="112991" y="49822"/>
                  </a:lnTo>
                  <a:lnTo>
                    <a:pt x="113919" y="48895"/>
                  </a:lnTo>
                  <a:lnTo>
                    <a:pt x="113919" y="47713"/>
                  </a:lnTo>
                  <a:lnTo>
                    <a:pt x="123825" y="27940"/>
                  </a:lnTo>
                  <a:lnTo>
                    <a:pt x="125755" y="23342"/>
                  </a:lnTo>
                  <a:lnTo>
                    <a:pt x="128651" y="20447"/>
                  </a:lnTo>
                  <a:lnTo>
                    <a:pt x="128651" y="18503"/>
                  </a:lnTo>
                  <a:lnTo>
                    <a:pt x="130429" y="16764"/>
                  </a:lnTo>
                  <a:lnTo>
                    <a:pt x="130429" y="10795"/>
                  </a:lnTo>
                  <a:lnTo>
                    <a:pt x="130429" y="4826"/>
                  </a:lnTo>
                  <a:lnTo>
                    <a:pt x="125476" y="0"/>
                  </a:lnTo>
                  <a:lnTo>
                    <a:pt x="113538" y="0"/>
                  </a:lnTo>
                  <a:lnTo>
                    <a:pt x="108712" y="4826"/>
                  </a:lnTo>
                  <a:lnTo>
                    <a:pt x="108712" y="6604"/>
                  </a:lnTo>
                  <a:lnTo>
                    <a:pt x="106934" y="8382"/>
                  </a:lnTo>
                  <a:lnTo>
                    <a:pt x="106934" y="12103"/>
                  </a:lnTo>
                  <a:lnTo>
                    <a:pt x="103949" y="18618"/>
                  </a:lnTo>
                  <a:lnTo>
                    <a:pt x="104140" y="18288"/>
                  </a:lnTo>
                  <a:lnTo>
                    <a:pt x="103759" y="19050"/>
                  </a:lnTo>
                  <a:lnTo>
                    <a:pt x="103949" y="18618"/>
                  </a:lnTo>
                  <a:lnTo>
                    <a:pt x="103708" y="19050"/>
                  </a:lnTo>
                  <a:lnTo>
                    <a:pt x="97536" y="30099"/>
                  </a:lnTo>
                  <a:lnTo>
                    <a:pt x="97155" y="30861"/>
                  </a:lnTo>
                  <a:lnTo>
                    <a:pt x="89916" y="46990"/>
                  </a:lnTo>
                  <a:lnTo>
                    <a:pt x="89789" y="47371"/>
                  </a:lnTo>
                  <a:lnTo>
                    <a:pt x="81026" y="68961"/>
                  </a:lnTo>
                  <a:lnTo>
                    <a:pt x="81026" y="69088"/>
                  </a:lnTo>
                  <a:lnTo>
                    <a:pt x="69342" y="99314"/>
                  </a:lnTo>
                  <a:lnTo>
                    <a:pt x="69215" y="99949"/>
                  </a:lnTo>
                  <a:lnTo>
                    <a:pt x="54991" y="143383"/>
                  </a:lnTo>
                  <a:lnTo>
                    <a:pt x="54864" y="143637"/>
                  </a:lnTo>
                  <a:lnTo>
                    <a:pt x="38608" y="198374"/>
                  </a:lnTo>
                  <a:lnTo>
                    <a:pt x="38481" y="198628"/>
                  </a:lnTo>
                  <a:lnTo>
                    <a:pt x="22225" y="259842"/>
                  </a:lnTo>
                  <a:lnTo>
                    <a:pt x="21971" y="260477"/>
                  </a:lnTo>
                  <a:lnTo>
                    <a:pt x="9398" y="322072"/>
                  </a:lnTo>
                  <a:lnTo>
                    <a:pt x="9144" y="322961"/>
                  </a:lnTo>
                  <a:lnTo>
                    <a:pt x="1778" y="382270"/>
                  </a:lnTo>
                  <a:lnTo>
                    <a:pt x="0" y="436372"/>
                  </a:lnTo>
                  <a:lnTo>
                    <a:pt x="0" y="547243"/>
                  </a:lnTo>
                  <a:lnTo>
                    <a:pt x="5969" y="598690"/>
                  </a:lnTo>
                  <a:lnTo>
                    <a:pt x="6096" y="599186"/>
                  </a:lnTo>
                  <a:lnTo>
                    <a:pt x="14351" y="649605"/>
                  </a:lnTo>
                  <a:lnTo>
                    <a:pt x="26543" y="698627"/>
                  </a:lnTo>
                  <a:lnTo>
                    <a:pt x="38100" y="737235"/>
                  </a:lnTo>
                  <a:lnTo>
                    <a:pt x="49911" y="768350"/>
                  </a:lnTo>
                  <a:lnTo>
                    <a:pt x="60325" y="790702"/>
                  </a:lnTo>
                  <a:lnTo>
                    <a:pt x="88138" y="826008"/>
                  </a:lnTo>
                  <a:lnTo>
                    <a:pt x="123990" y="857669"/>
                  </a:lnTo>
                  <a:lnTo>
                    <a:pt x="162687" y="874014"/>
                  </a:lnTo>
                  <a:lnTo>
                    <a:pt x="180086" y="877062"/>
                  </a:lnTo>
                  <a:lnTo>
                    <a:pt x="191262" y="876681"/>
                  </a:lnTo>
                  <a:lnTo>
                    <a:pt x="191516" y="876681"/>
                  </a:lnTo>
                  <a:lnTo>
                    <a:pt x="197421" y="876300"/>
                  </a:lnTo>
                  <a:lnTo>
                    <a:pt x="204470" y="876300"/>
                  </a:lnTo>
                  <a:lnTo>
                    <a:pt x="209169" y="871601"/>
                  </a:lnTo>
                  <a:lnTo>
                    <a:pt x="209169" y="869696"/>
                  </a:lnTo>
                  <a:lnTo>
                    <a:pt x="212598" y="866267"/>
                  </a:lnTo>
                  <a:lnTo>
                    <a:pt x="212598" y="860806"/>
                  </a:lnTo>
                  <a:lnTo>
                    <a:pt x="212598" y="860044"/>
                  </a:lnTo>
                  <a:lnTo>
                    <a:pt x="212598" y="855345"/>
                  </a:lnTo>
                  <a:close/>
                </a:path>
                <a:path extrusionOk="0" h="877570" w="276225">
                  <a:moveTo>
                    <a:pt x="275844" y="561213"/>
                  </a:moveTo>
                  <a:lnTo>
                    <a:pt x="275640" y="558673"/>
                  </a:lnTo>
                  <a:lnTo>
                    <a:pt x="275361" y="555117"/>
                  </a:lnTo>
                  <a:lnTo>
                    <a:pt x="275170" y="552704"/>
                  </a:lnTo>
                  <a:lnTo>
                    <a:pt x="275082" y="550926"/>
                  </a:lnTo>
                  <a:lnTo>
                    <a:pt x="273431" y="537464"/>
                  </a:lnTo>
                  <a:lnTo>
                    <a:pt x="272923" y="535686"/>
                  </a:lnTo>
                  <a:lnTo>
                    <a:pt x="272211" y="533603"/>
                  </a:lnTo>
                  <a:lnTo>
                    <a:pt x="272211" y="549910"/>
                  </a:lnTo>
                  <a:lnTo>
                    <a:pt x="272122" y="549503"/>
                  </a:lnTo>
                  <a:lnTo>
                    <a:pt x="272097" y="549033"/>
                  </a:lnTo>
                  <a:lnTo>
                    <a:pt x="272211" y="549910"/>
                  </a:lnTo>
                  <a:lnTo>
                    <a:pt x="272211" y="533603"/>
                  </a:lnTo>
                  <a:lnTo>
                    <a:pt x="270090" y="527354"/>
                  </a:lnTo>
                  <a:lnTo>
                    <a:pt x="271526" y="540258"/>
                  </a:lnTo>
                  <a:lnTo>
                    <a:pt x="270065" y="527304"/>
                  </a:lnTo>
                  <a:lnTo>
                    <a:pt x="270090" y="527075"/>
                  </a:lnTo>
                  <a:lnTo>
                    <a:pt x="270129" y="527304"/>
                  </a:lnTo>
                  <a:lnTo>
                    <a:pt x="270090" y="526542"/>
                  </a:lnTo>
                  <a:lnTo>
                    <a:pt x="269900" y="522224"/>
                  </a:lnTo>
                  <a:lnTo>
                    <a:pt x="269405" y="511048"/>
                  </a:lnTo>
                  <a:lnTo>
                    <a:pt x="269367" y="509651"/>
                  </a:lnTo>
                  <a:lnTo>
                    <a:pt x="267868" y="489839"/>
                  </a:lnTo>
                  <a:lnTo>
                    <a:pt x="267843" y="489458"/>
                  </a:lnTo>
                  <a:lnTo>
                    <a:pt x="267843" y="489839"/>
                  </a:lnTo>
                  <a:lnTo>
                    <a:pt x="266814" y="466725"/>
                  </a:lnTo>
                  <a:lnTo>
                    <a:pt x="266077" y="443230"/>
                  </a:lnTo>
                  <a:lnTo>
                    <a:pt x="266065" y="442468"/>
                  </a:lnTo>
                  <a:lnTo>
                    <a:pt x="265938" y="442214"/>
                  </a:lnTo>
                  <a:lnTo>
                    <a:pt x="264604" y="417957"/>
                  </a:lnTo>
                  <a:lnTo>
                    <a:pt x="264541" y="416687"/>
                  </a:lnTo>
                  <a:lnTo>
                    <a:pt x="264414" y="415925"/>
                  </a:lnTo>
                  <a:lnTo>
                    <a:pt x="261391" y="391795"/>
                  </a:lnTo>
                  <a:lnTo>
                    <a:pt x="261429" y="391668"/>
                  </a:lnTo>
                  <a:lnTo>
                    <a:pt x="261493" y="391795"/>
                  </a:lnTo>
                  <a:lnTo>
                    <a:pt x="261467" y="391541"/>
                  </a:lnTo>
                  <a:lnTo>
                    <a:pt x="259207" y="368046"/>
                  </a:lnTo>
                  <a:lnTo>
                    <a:pt x="255651" y="346456"/>
                  </a:lnTo>
                  <a:lnTo>
                    <a:pt x="255651" y="345948"/>
                  </a:lnTo>
                  <a:lnTo>
                    <a:pt x="254152" y="338912"/>
                  </a:lnTo>
                  <a:lnTo>
                    <a:pt x="254152" y="551434"/>
                  </a:lnTo>
                  <a:lnTo>
                    <a:pt x="253492" y="561213"/>
                  </a:lnTo>
                  <a:lnTo>
                    <a:pt x="254050" y="552704"/>
                  </a:lnTo>
                  <a:lnTo>
                    <a:pt x="254152" y="551434"/>
                  </a:lnTo>
                  <a:lnTo>
                    <a:pt x="254152" y="338912"/>
                  </a:lnTo>
                  <a:lnTo>
                    <a:pt x="251841" y="328041"/>
                  </a:lnTo>
                  <a:lnTo>
                    <a:pt x="251714" y="327152"/>
                  </a:lnTo>
                  <a:lnTo>
                    <a:pt x="248043" y="314706"/>
                  </a:lnTo>
                  <a:lnTo>
                    <a:pt x="252222" y="314706"/>
                  </a:lnTo>
                  <a:lnTo>
                    <a:pt x="255270" y="311658"/>
                  </a:lnTo>
                  <a:lnTo>
                    <a:pt x="255270" y="307848"/>
                  </a:lnTo>
                  <a:lnTo>
                    <a:pt x="255270" y="304038"/>
                  </a:lnTo>
                  <a:lnTo>
                    <a:pt x="252222" y="300990"/>
                  </a:lnTo>
                  <a:lnTo>
                    <a:pt x="250228" y="300990"/>
                  </a:lnTo>
                  <a:lnTo>
                    <a:pt x="244030" y="297510"/>
                  </a:lnTo>
                  <a:lnTo>
                    <a:pt x="243967" y="297307"/>
                  </a:lnTo>
                  <a:lnTo>
                    <a:pt x="243713" y="297065"/>
                  </a:lnTo>
                  <a:lnTo>
                    <a:pt x="243713" y="295910"/>
                  </a:lnTo>
                  <a:lnTo>
                    <a:pt x="243205" y="295402"/>
                  </a:lnTo>
                  <a:lnTo>
                    <a:pt x="243205" y="295275"/>
                  </a:lnTo>
                  <a:lnTo>
                    <a:pt x="242824" y="294894"/>
                  </a:lnTo>
                  <a:lnTo>
                    <a:pt x="242824" y="294513"/>
                  </a:lnTo>
                  <a:lnTo>
                    <a:pt x="242824" y="294005"/>
                  </a:lnTo>
                  <a:lnTo>
                    <a:pt x="242824" y="293751"/>
                  </a:lnTo>
                  <a:lnTo>
                    <a:pt x="242824" y="287782"/>
                  </a:lnTo>
                  <a:lnTo>
                    <a:pt x="237871" y="282956"/>
                  </a:lnTo>
                  <a:lnTo>
                    <a:pt x="225806" y="282956"/>
                  </a:lnTo>
                  <a:lnTo>
                    <a:pt x="220980" y="287782"/>
                  </a:lnTo>
                  <a:lnTo>
                    <a:pt x="220980" y="293751"/>
                  </a:lnTo>
                  <a:lnTo>
                    <a:pt x="220980" y="299847"/>
                  </a:lnTo>
                  <a:lnTo>
                    <a:pt x="221449" y="300329"/>
                  </a:lnTo>
                  <a:lnTo>
                    <a:pt x="222504" y="306832"/>
                  </a:lnTo>
                  <a:lnTo>
                    <a:pt x="225933" y="318135"/>
                  </a:lnTo>
                  <a:lnTo>
                    <a:pt x="226034" y="318516"/>
                  </a:lnTo>
                  <a:lnTo>
                    <a:pt x="229870" y="332486"/>
                  </a:lnTo>
                  <a:lnTo>
                    <a:pt x="230035" y="333375"/>
                  </a:lnTo>
                  <a:lnTo>
                    <a:pt x="233426" y="350520"/>
                  </a:lnTo>
                  <a:lnTo>
                    <a:pt x="233299" y="350012"/>
                  </a:lnTo>
                  <a:lnTo>
                    <a:pt x="233362" y="350520"/>
                  </a:lnTo>
                  <a:lnTo>
                    <a:pt x="236347" y="370840"/>
                  </a:lnTo>
                  <a:lnTo>
                    <a:pt x="236220" y="370078"/>
                  </a:lnTo>
                  <a:lnTo>
                    <a:pt x="236283" y="370840"/>
                  </a:lnTo>
                  <a:lnTo>
                    <a:pt x="238252" y="393954"/>
                  </a:lnTo>
                  <a:lnTo>
                    <a:pt x="238379" y="394208"/>
                  </a:lnTo>
                  <a:lnTo>
                    <a:pt x="241046" y="418719"/>
                  </a:lnTo>
                  <a:lnTo>
                    <a:pt x="241046" y="417957"/>
                  </a:lnTo>
                  <a:lnTo>
                    <a:pt x="242443" y="443484"/>
                  </a:lnTo>
                  <a:lnTo>
                    <a:pt x="243078" y="467741"/>
                  </a:lnTo>
                  <a:lnTo>
                    <a:pt x="244094" y="491236"/>
                  </a:lnTo>
                  <a:lnTo>
                    <a:pt x="245491" y="511429"/>
                  </a:lnTo>
                  <a:lnTo>
                    <a:pt x="245491" y="511048"/>
                  </a:lnTo>
                  <a:lnTo>
                    <a:pt x="246164" y="526542"/>
                  </a:lnTo>
                  <a:lnTo>
                    <a:pt x="246253" y="529082"/>
                  </a:lnTo>
                  <a:lnTo>
                    <a:pt x="247777" y="542671"/>
                  </a:lnTo>
                  <a:lnTo>
                    <a:pt x="247650" y="542417"/>
                  </a:lnTo>
                  <a:lnTo>
                    <a:pt x="249682" y="559816"/>
                  </a:lnTo>
                  <a:lnTo>
                    <a:pt x="250444" y="563372"/>
                  </a:lnTo>
                  <a:lnTo>
                    <a:pt x="257175" y="571754"/>
                  </a:lnTo>
                  <a:lnTo>
                    <a:pt x="258953" y="572516"/>
                  </a:lnTo>
                  <a:lnTo>
                    <a:pt x="271399" y="570992"/>
                  </a:lnTo>
                  <a:lnTo>
                    <a:pt x="271780" y="570611"/>
                  </a:lnTo>
                  <a:lnTo>
                    <a:pt x="275844" y="561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4" name="Google Shape;614;p5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741415" y="4970144"/>
              <a:ext cx="154812" cy="219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5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918962" y="5045582"/>
              <a:ext cx="65786" cy="1776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56"/>
            <p:cNvSpPr/>
            <p:nvPr/>
          </p:nvSpPr>
          <p:spPr>
            <a:xfrm>
              <a:off x="6212459" y="4793995"/>
              <a:ext cx="819150" cy="448945"/>
            </a:xfrm>
            <a:custGeom>
              <a:rect b="b" l="l" r="r" t="t"/>
              <a:pathLst>
                <a:path extrusionOk="0" h="448945" w="819150">
                  <a:moveTo>
                    <a:pt x="360934" y="316738"/>
                  </a:moveTo>
                  <a:lnTo>
                    <a:pt x="357505" y="313182"/>
                  </a:lnTo>
                  <a:lnTo>
                    <a:pt x="352755" y="313182"/>
                  </a:lnTo>
                  <a:lnTo>
                    <a:pt x="350012" y="311658"/>
                  </a:lnTo>
                  <a:lnTo>
                    <a:pt x="351663" y="311658"/>
                  </a:lnTo>
                  <a:lnTo>
                    <a:pt x="348615" y="309562"/>
                  </a:lnTo>
                  <a:lnTo>
                    <a:pt x="348615" y="308356"/>
                  </a:lnTo>
                  <a:lnTo>
                    <a:pt x="343535" y="303276"/>
                  </a:lnTo>
                  <a:lnTo>
                    <a:pt x="340715" y="303276"/>
                  </a:lnTo>
                  <a:lnTo>
                    <a:pt x="339344" y="302158"/>
                  </a:lnTo>
                  <a:lnTo>
                    <a:pt x="339344" y="300101"/>
                  </a:lnTo>
                  <a:lnTo>
                    <a:pt x="338937" y="299694"/>
                  </a:lnTo>
                  <a:lnTo>
                    <a:pt x="338899" y="298958"/>
                  </a:lnTo>
                  <a:lnTo>
                    <a:pt x="338836" y="246634"/>
                  </a:lnTo>
                  <a:lnTo>
                    <a:pt x="338836" y="240538"/>
                  </a:lnTo>
                  <a:lnTo>
                    <a:pt x="338836" y="240030"/>
                  </a:lnTo>
                  <a:lnTo>
                    <a:pt x="338836" y="233426"/>
                  </a:lnTo>
                  <a:lnTo>
                    <a:pt x="333489" y="228092"/>
                  </a:lnTo>
                  <a:lnTo>
                    <a:pt x="333311" y="228092"/>
                  </a:lnTo>
                  <a:lnTo>
                    <a:pt x="334886" y="220218"/>
                  </a:lnTo>
                  <a:lnTo>
                    <a:pt x="334886" y="217678"/>
                  </a:lnTo>
                  <a:lnTo>
                    <a:pt x="334886" y="207518"/>
                  </a:lnTo>
                  <a:lnTo>
                    <a:pt x="334937" y="203923"/>
                  </a:lnTo>
                  <a:lnTo>
                    <a:pt x="335013" y="198628"/>
                  </a:lnTo>
                  <a:lnTo>
                    <a:pt x="335013" y="197612"/>
                  </a:lnTo>
                  <a:lnTo>
                    <a:pt x="335013" y="191262"/>
                  </a:lnTo>
                  <a:lnTo>
                    <a:pt x="329946" y="186182"/>
                  </a:lnTo>
                  <a:lnTo>
                    <a:pt x="329565" y="186182"/>
                  </a:lnTo>
                  <a:lnTo>
                    <a:pt x="327406" y="184023"/>
                  </a:lnTo>
                  <a:lnTo>
                    <a:pt x="314883" y="184023"/>
                  </a:lnTo>
                  <a:lnTo>
                    <a:pt x="314883" y="246697"/>
                  </a:lnTo>
                  <a:lnTo>
                    <a:pt x="314833" y="268478"/>
                  </a:lnTo>
                  <a:lnTo>
                    <a:pt x="314833" y="259588"/>
                  </a:lnTo>
                  <a:lnTo>
                    <a:pt x="314833" y="250698"/>
                  </a:lnTo>
                  <a:lnTo>
                    <a:pt x="314833" y="246634"/>
                  </a:lnTo>
                  <a:lnTo>
                    <a:pt x="314883" y="184023"/>
                  </a:lnTo>
                  <a:lnTo>
                    <a:pt x="314833" y="243078"/>
                  </a:lnTo>
                  <a:lnTo>
                    <a:pt x="314833" y="244856"/>
                  </a:lnTo>
                  <a:lnTo>
                    <a:pt x="314706" y="245618"/>
                  </a:lnTo>
                  <a:lnTo>
                    <a:pt x="314833" y="243078"/>
                  </a:lnTo>
                  <a:lnTo>
                    <a:pt x="314833" y="184023"/>
                  </a:lnTo>
                  <a:lnTo>
                    <a:pt x="314706" y="184023"/>
                  </a:lnTo>
                  <a:lnTo>
                    <a:pt x="314058" y="184658"/>
                  </a:lnTo>
                  <a:lnTo>
                    <a:pt x="313499" y="184658"/>
                  </a:lnTo>
                  <a:lnTo>
                    <a:pt x="313499" y="251637"/>
                  </a:lnTo>
                  <a:lnTo>
                    <a:pt x="313397" y="251968"/>
                  </a:lnTo>
                  <a:lnTo>
                    <a:pt x="311302" y="258318"/>
                  </a:lnTo>
                  <a:lnTo>
                    <a:pt x="313499" y="251637"/>
                  </a:lnTo>
                  <a:lnTo>
                    <a:pt x="313499" y="184658"/>
                  </a:lnTo>
                  <a:lnTo>
                    <a:pt x="312293" y="184658"/>
                  </a:lnTo>
                  <a:lnTo>
                    <a:pt x="312293" y="218948"/>
                  </a:lnTo>
                  <a:lnTo>
                    <a:pt x="310769" y="226568"/>
                  </a:lnTo>
                  <a:lnTo>
                    <a:pt x="308610" y="236728"/>
                  </a:lnTo>
                  <a:lnTo>
                    <a:pt x="309118" y="234188"/>
                  </a:lnTo>
                  <a:lnTo>
                    <a:pt x="306197" y="241719"/>
                  </a:lnTo>
                  <a:lnTo>
                    <a:pt x="306197" y="284988"/>
                  </a:lnTo>
                  <a:lnTo>
                    <a:pt x="299720" y="291338"/>
                  </a:lnTo>
                  <a:lnTo>
                    <a:pt x="302298" y="288798"/>
                  </a:lnTo>
                  <a:lnTo>
                    <a:pt x="303593" y="287528"/>
                  </a:lnTo>
                  <a:lnTo>
                    <a:pt x="306197" y="284988"/>
                  </a:lnTo>
                  <a:lnTo>
                    <a:pt x="306197" y="241719"/>
                  </a:lnTo>
                  <a:lnTo>
                    <a:pt x="305346" y="243903"/>
                  </a:lnTo>
                  <a:lnTo>
                    <a:pt x="305092" y="244348"/>
                  </a:lnTo>
                  <a:lnTo>
                    <a:pt x="300088" y="253238"/>
                  </a:lnTo>
                  <a:lnTo>
                    <a:pt x="299961" y="253238"/>
                  </a:lnTo>
                  <a:lnTo>
                    <a:pt x="294640" y="263398"/>
                  </a:lnTo>
                  <a:lnTo>
                    <a:pt x="295783" y="262128"/>
                  </a:lnTo>
                  <a:lnTo>
                    <a:pt x="289433" y="269748"/>
                  </a:lnTo>
                  <a:lnTo>
                    <a:pt x="289941" y="269748"/>
                  </a:lnTo>
                  <a:lnTo>
                    <a:pt x="283464" y="276098"/>
                  </a:lnTo>
                  <a:lnTo>
                    <a:pt x="284353" y="274828"/>
                  </a:lnTo>
                  <a:lnTo>
                    <a:pt x="280441" y="278257"/>
                  </a:lnTo>
                  <a:lnTo>
                    <a:pt x="278257" y="278257"/>
                  </a:lnTo>
                  <a:lnTo>
                    <a:pt x="276555" y="279908"/>
                  </a:lnTo>
                  <a:lnTo>
                    <a:pt x="276110" y="279908"/>
                  </a:lnTo>
                  <a:lnTo>
                    <a:pt x="276110" y="280352"/>
                  </a:lnTo>
                  <a:lnTo>
                    <a:pt x="275551" y="280898"/>
                  </a:lnTo>
                  <a:lnTo>
                    <a:pt x="274701" y="281178"/>
                  </a:lnTo>
                  <a:lnTo>
                    <a:pt x="276110" y="280352"/>
                  </a:lnTo>
                  <a:lnTo>
                    <a:pt x="276110" y="279908"/>
                  </a:lnTo>
                  <a:lnTo>
                    <a:pt x="267462" y="279908"/>
                  </a:lnTo>
                  <a:lnTo>
                    <a:pt x="267462" y="276098"/>
                  </a:lnTo>
                  <a:lnTo>
                    <a:pt x="267462" y="274828"/>
                  </a:lnTo>
                  <a:lnTo>
                    <a:pt x="268833" y="264782"/>
                  </a:lnTo>
                  <a:lnTo>
                    <a:pt x="270967" y="254508"/>
                  </a:lnTo>
                  <a:lnTo>
                    <a:pt x="271043" y="254152"/>
                  </a:lnTo>
                  <a:lnTo>
                    <a:pt x="271983" y="251968"/>
                  </a:lnTo>
                  <a:lnTo>
                    <a:pt x="275805" y="243078"/>
                  </a:lnTo>
                  <a:lnTo>
                    <a:pt x="276352" y="241808"/>
                  </a:lnTo>
                  <a:lnTo>
                    <a:pt x="275463" y="243078"/>
                  </a:lnTo>
                  <a:lnTo>
                    <a:pt x="282956" y="231648"/>
                  </a:lnTo>
                  <a:lnTo>
                    <a:pt x="282702" y="231648"/>
                  </a:lnTo>
                  <a:lnTo>
                    <a:pt x="290563" y="220218"/>
                  </a:lnTo>
                  <a:lnTo>
                    <a:pt x="289306" y="222758"/>
                  </a:lnTo>
                  <a:lnTo>
                    <a:pt x="291769" y="220218"/>
                  </a:lnTo>
                  <a:lnTo>
                    <a:pt x="297942" y="213868"/>
                  </a:lnTo>
                  <a:lnTo>
                    <a:pt x="297040" y="213868"/>
                  </a:lnTo>
                  <a:lnTo>
                    <a:pt x="303707" y="209169"/>
                  </a:lnTo>
                  <a:lnTo>
                    <a:pt x="305181" y="209169"/>
                  </a:lnTo>
                  <a:lnTo>
                    <a:pt x="306273" y="208076"/>
                  </a:lnTo>
                  <a:lnTo>
                    <a:pt x="309740" y="207518"/>
                  </a:lnTo>
                  <a:lnTo>
                    <a:pt x="312216" y="207518"/>
                  </a:lnTo>
                  <a:lnTo>
                    <a:pt x="312293" y="218948"/>
                  </a:lnTo>
                  <a:lnTo>
                    <a:pt x="312293" y="184658"/>
                  </a:lnTo>
                  <a:lnTo>
                    <a:pt x="303657" y="184658"/>
                  </a:lnTo>
                  <a:lnTo>
                    <a:pt x="299656" y="185928"/>
                  </a:lnTo>
                  <a:lnTo>
                    <a:pt x="292354" y="185928"/>
                  </a:lnTo>
                  <a:lnTo>
                    <a:pt x="287147" y="191135"/>
                  </a:lnTo>
                  <a:lnTo>
                    <a:pt x="287147" y="192125"/>
                  </a:lnTo>
                  <a:lnTo>
                    <a:pt x="282448" y="196088"/>
                  </a:lnTo>
                  <a:lnTo>
                    <a:pt x="272923" y="206248"/>
                  </a:lnTo>
                  <a:lnTo>
                    <a:pt x="271653" y="207518"/>
                  </a:lnTo>
                  <a:lnTo>
                    <a:pt x="263779" y="218948"/>
                  </a:lnTo>
                  <a:lnTo>
                    <a:pt x="263398" y="218948"/>
                  </a:lnTo>
                  <a:lnTo>
                    <a:pt x="255905" y="230378"/>
                  </a:lnTo>
                  <a:lnTo>
                    <a:pt x="255016" y="232918"/>
                  </a:lnTo>
                  <a:lnTo>
                    <a:pt x="249555" y="245618"/>
                  </a:lnTo>
                  <a:lnTo>
                    <a:pt x="248920" y="246888"/>
                  </a:lnTo>
                  <a:lnTo>
                    <a:pt x="245999" y="259588"/>
                  </a:lnTo>
                  <a:lnTo>
                    <a:pt x="245364" y="264782"/>
                  </a:lnTo>
                  <a:lnTo>
                    <a:pt x="244094" y="262128"/>
                  </a:lnTo>
                  <a:lnTo>
                    <a:pt x="244856" y="263398"/>
                  </a:lnTo>
                  <a:lnTo>
                    <a:pt x="244424" y="262128"/>
                  </a:lnTo>
                  <a:lnTo>
                    <a:pt x="242697" y="257048"/>
                  </a:lnTo>
                  <a:lnTo>
                    <a:pt x="242697" y="255778"/>
                  </a:lnTo>
                  <a:lnTo>
                    <a:pt x="240157" y="248158"/>
                  </a:lnTo>
                  <a:lnTo>
                    <a:pt x="240284" y="248158"/>
                  </a:lnTo>
                  <a:lnTo>
                    <a:pt x="238125" y="240538"/>
                  </a:lnTo>
                  <a:lnTo>
                    <a:pt x="236982" y="236728"/>
                  </a:lnTo>
                  <a:lnTo>
                    <a:pt x="235077" y="230378"/>
                  </a:lnTo>
                  <a:lnTo>
                    <a:pt x="233705" y="226568"/>
                  </a:lnTo>
                  <a:lnTo>
                    <a:pt x="231902" y="221488"/>
                  </a:lnTo>
                  <a:lnTo>
                    <a:pt x="231648" y="221488"/>
                  </a:lnTo>
                  <a:lnTo>
                    <a:pt x="231013" y="220218"/>
                  </a:lnTo>
                  <a:lnTo>
                    <a:pt x="228473" y="215138"/>
                  </a:lnTo>
                  <a:lnTo>
                    <a:pt x="226949" y="212598"/>
                  </a:lnTo>
                  <a:lnTo>
                    <a:pt x="224663" y="209511"/>
                  </a:lnTo>
                  <a:lnTo>
                    <a:pt x="224663" y="206629"/>
                  </a:lnTo>
                  <a:lnTo>
                    <a:pt x="219837" y="201803"/>
                  </a:lnTo>
                  <a:lnTo>
                    <a:pt x="216966" y="201803"/>
                  </a:lnTo>
                  <a:lnTo>
                    <a:pt x="214757" y="199644"/>
                  </a:lnTo>
                  <a:lnTo>
                    <a:pt x="202692" y="199644"/>
                  </a:lnTo>
                  <a:lnTo>
                    <a:pt x="202438" y="199898"/>
                  </a:lnTo>
                  <a:lnTo>
                    <a:pt x="192278" y="199898"/>
                  </a:lnTo>
                  <a:lnTo>
                    <a:pt x="189865" y="201168"/>
                  </a:lnTo>
                  <a:lnTo>
                    <a:pt x="183388" y="202438"/>
                  </a:lnTo>
                  <a:lnTo>
                    <a:pt x="181610" y="202438"/>
                  </a:lnTo>
                  <a:lnTo>
                    <a:pt x="174752" y="204978"/>
                  </a:lnTo>
                  <a:lnTo>
                    <a:pt x="172466" y="206248"/>
                  </a:lnTo>
                  <a:lnTo>
                    <a:pt x="165608" y="211328"/>
                  </a:lnTo>
                  <a:lnTo>
                    <a:pt x="164846" y="212598"/>
                  </a:lnTo>
                  <a:lnTo>
                    <a:pt x="163042" y="214172"/>
                  </a:lnTo>
                  <a:lnTo>
                    <a:pt x="162560" y="212598"/>
                  </a:lnTo>
                  <a:lnTo>
                    <a:pt x="161671" y="211328"/>
                  </a:lnTo>
                  <a:lnTo>
                    <a:pt x="159131" y="206413"/>
                  </a:lnTo>
                  <a:lnTo>
                    <a:pt x="159131" y="202184"/>
                  </a:lnTo>
                  <a:lnTo>
                    <a:pt x="154051" y="197231"/>
                  </a:lnTo>
                  <a:lnTo>
                    <a:pt x="147535" y="197231"/>
                  </a:lnTo>
                  <a:lnTo>
                    <a:pt x="144907" y="196088"/>
                  </a:lnTo>
                  <a:lnTo>
                    <a:pt x="128905" y="196088"/>
                  </a:lnTo>
                  <a:lnTo>
                    <a:pt x="125095" y="197358"/>
                  </a:lnTo>
                  <a:lnTo>
                    <a:pt x="116840" y="199898"/>
                  </a:lnTo>
                  <a:lnTo>
                    <a:pt x="114935" y="201168"/>
                  </a:lnTo>
                  <a:lnTo>
                    <a:pt x="107442" y="204978"/>
                  </a:lnTo>
                  <a:lnTo>
                    <a:pt x="96901" y="213868"/>
                  </a:lnTo>
                  <a:lnTo>
                    <a:pt x="96139" y="213868"/>
                  </a:lnTo>
                  <a:lnTo>
                    <a:pt x="87249" y="222758"/>
                  </a:lnTo>
                  <a:lnTo>
                    <a:pt x="86360" y="224028"/>
                  </a:lnTo>
                  <a:lnTo>
                    <a:pt x="77343" y="234188"/>
                  </a:lnTo>
                  <a:lnTo>
                    <a:pt x="76327" y="235458"/>
                  </a:lnTo>
                  <a:lnTo>
                    <a:pt x="68453" y="249428"/>
                  </a:lnTo>
                  <a:lnTo>
                    <a:pt x="67945" y="249428"/>
                  </a:lnTo>
                  <a:lnTo>
                    <a:pt x="66027" y="253403"/>
                  </a:lnTo>
                  <a:lnTo>
                    <a:pt x="66027" y="354380"/>
                  </a:lnTo>
                  <a:lnTo>
                    <a:pt x="65913" y="321818"/>
                  </a:lnTo>
                  <a:lnTo>
                    <a:pt x="65913" y="320776"/>
                  </a:lnTo>
                  <a:lnTo>
                    <a:pt x="65963" y="320573"/>
                  </a:lnTo>
                  <a:lnTo>
                    <a:pt x="66027" y="354380"/>
                  </a:lnTo>
                  <a:lnTo>
                    <a:pt x="66027" y="253403"/>
                  </a:lnTo>
                  <a:lnTo>
                    <a:pt x="62598" y="260477"/>
                  </a:lnTo>
                  <a:lnTo>
                    <a:pt x="62153" y="258318"/>
                  </a:lnTo>
                  <a:lnTo>
                    <a:pt x="60833" y="251968"/>
                  </a:lnTo>
                  <a:lnTo>
                    <a:pt x="58293" y="245618"/>
                  </a:lnTo>
                  <a:lnTo>
                    <a:pt x="55753" y="239268"/>
                  </a:lnTo>
                  <a:lnTo>
                    <a:pt x="55245" y="237998"/>
                  </a:lnTo>
                  <a:lnTo>
                    <a:pt x="55118" y="237998"/>
                  </a:lnTo>
                  <a:lnTo>
                    <a:pt x="54571" y="236728"/>
                  </a:lnTo>
                  <a:lnTo>
                    <a:pt x="50800" y="227838"/>
                  </a:lnTo>
                  <a:lnTo>
                    <a:pt x="49847" y="226568"/>
                  </a:lnTo>
                  <a:lnTo>
                    <a:pt x="48895" y="225298"/>
                  </a:lnTo>
                  <a:lnTo>
                    <a:pt x="46482" y="222351"/>
                  </a:lnTo>
                  <a:lnTo>
                    <a:pt x="46482" y="316738"/>
                  </a:lnTo>
                  <a:lnTo>
                    <a:pt x="46482" y="357886"/>
                  </a:lnTo>
                  <a:lnTo>
                    <a:pt x="46393" y="315468"/>
                  </a:lnTo>
                  <a:lnTo>
                    <a:pt x="46482" y="316738"/>
                  </a:lnTo>
                  <a:lnTo>
                    <a:pt x="46482" y="222351"/>
                  </a:lnTo>
                  <a:lnTo>
                    <a:pt x="42672" y="217678"/>
                  </a:lnTo>
                  <a:lnTo>
                    <a:pt x="43307" y="218948"/>
                  </a:lnTo>
                  <a:lnTo>
                    <a:pt x="40474" y="215138"/>
                  </a:lnTo>
                  <a:lnTo>
                    <a:pt x="38608" y="212598"/>
                  </a:lnTo>
                  <a:lnTo>
                    <a:pt x="36830" y="211328"/>
                  </a:lnTo>
                  <a:lnTo>
                    <a:pt x="36449" y="210997"/>
                  </a:lnTo>
                  <a:lnTo>
                    <a:pt x="36449" y="208788"/>
                  </a:lnTo>
                  <a:lnTo>
                    <a:pt x="31496" y="203962"/>
                  </a:lnTo>
                  <a:lnTo>
                    <a:pt x="24841" y="203962"/>
                  </a:lnTo>
                  <a:lnTo>
                    <a:pt x="24130" y="203708"/>
                  </a:lnTo>
                  <a:lnTo>
                    <a:pt x="17653" y="203708"/>
                  </a:lnTo>
                  <a:lnTo>
                    <a:pt x="17399" y="203454"/>
                  </a:lnTo>
                  <a:lnTo>
                    <a:pt x="5588" y="203454"/>
                  </a:lnTo>
                  <a:lnTo>
                    <a:pt x="4826" y="204216"/>
                  </a:lnTo>
                  <a:lnTo>
                    <a:pt x="0" y="208915"/>
                  </a:lnTo>
                  <a:lnTo>
                    <a:pt x="0" y="220726"/>
                  </a:lnTo>
                  <a:lnTo>
                    <a:pt x="127" y="220853"/>
                  </a:lnTo>
                  <a:lnTo>
                    <a:pt x="127" y="222123"/>
                  </a:lnTo>
                  <a:lnTo>
                    <a:pt x="127" y="224282"/>
                  </a:lnTo>
                  <a:lnTo>
                    <a:pt x="254" y="224409"/>
                  </a:lnTo>
                  <a:lnTo>
                    <a:pt x="254" y="225044"/>
                  </a:lnTo>
                  <a:lnTo>
                    <a:pt x="254" y="226441"/>
                  </a:lnTo>
                  <a:lnTo>
                    <a:pt x="990" y="227190"/>
                  </a:lnTo>
                  <a:lnTo>
                    <a:pt x="2921" y="240906"/>
                  </a:lnTo>
                  <a:lnTo>
                    <a:pt x="2921" y="245110"/>
                  </a:lnTo>
                  <a:lnTo>
                    <a:pt x="7493" y="249682"/>
                  </a:lnTo>
                  <a:lnTo>
                    <a:pt x="19050" y="249682"/>
                  </a:lnTo>
                  <a:lnTo>
                    <a:pt x="23622" y="245110"/>
                  </a:lnTo>
                  <a:lnTo>
                    <a:pt x="23622" y="239395"/>
                  </a:lnTo>
                  <a:lnTo>
                    <a:pt x="23622" y="233553"/>
                  </a:lnTo>
                  <a:lnTo>
                    <a:pt x="22809" y="232752"/>
                  </a:lnTo>
                  <a:lnTo>
                    <a:pt x="22098" y="227177"/>
                  </a:lnTo>
                  <a:lnTo>
                    <a:pt x="22860" y="227838"/>
                  </a:lnTo>
                  <a:lnTo>
                    <a:pt x="22021" y="226555"/>
                  </a:lnTo>
                  <a:lnTo>
                    <a:pt x="21996" y="226402"/>
                  </a:lnTo>
                  <a:lnTo>
                    <a:pt x="25781" y="231648"/>
                  </a:lnTo>
                  <a:lnTo>
                    <a:pt x="26416" y="232918"/>
                  </a:lnTo>
                  <a:lnTo>
                    <a:pt x="30797" y="237490"/>
                  </a:lnTo>
                  <a:lnTo>
                    <a:pt x="34798" y="246888"/>
                  </a:lnTo>
                  <a:lnTo>
                    <a:pt x="34671" y="245618"/>
                  </a:lnTo>
                  <a:lnTo>
                    <a:pt x="39243" y="257048"/>
                  </a:lnTo>
                  <a:lnTo>
                    <a:pt x="42418" y="271018"/>
                  </a:lnTo>
                  <a:lnTo>
                    <a:pt x="42291" y="271018"/>
                  </a:lnTo>
                  <a:lnTo>
                    <a:pt x="44450" y="284988"/>
                  </a:lnTo>
                  <a:lnTo>
                    <a:pt x="44399" y="286258"/>
                  </a:lnTo>
                  <a:lnTo>
                    <a:pt x="45847" y="307225"/>
                  </a:lnTo>
                  <a:lnTo>
                    <a:pt x="45999" y="306603"/>
                  </a:lnTo>
                  <a:lnTo>
                    <a:pt x="45961" y="308991"/>
                  </a:lnTo>
                  <a:lnTo>
                    <a:pt x="45847" y="307225"/>
                  </a:lnTo>
                  <a:lnTo>
                    <a:pt x="43688" y="315468"/>
                  </a:lnTo>
                  <a:lnTo>
                    <a:pt x="43510" y="318008"/>
                  </a:lnTo>
                  <a:lnTo>
                    <a:pt x="43421" y="360921"/>
                  </a:lnTo>
                  <a:lnTo>
                    <a:pt x="44196" y="367538"/>
                  </a:lnTo>
                  <a:lnTo>
                    <a:pt x="44196" y="372618"/>
                  </a:lnTo>
                  <a:lnTo>
                    <a:pt x="45339" y="373799"/>
                  </a:lnTo>
                  <a:lnTo>
                    <a:pt x="45339" y="374015"/>
                  </a:lnTo>
                  <a:lnTo>
                    <a:pt x="50292" y="378968"/>
                  </a:lnTo>
                  <a:lnTo>
                    <a:pt x="63754" y="378968"/>
                  </a:lnTo>
                  <a:lnTo>
                    <a:pt x="68707" y="374015"/>
                  </a:lnTo>
                  <a:lnTo>
                    <a:pt x="68707" y="368808"/>
                  </a:lnTo>
                  <a:lnTo>
                    <a:pt x="68707" y="367919"/>
                  </a:lnTo>
                  <a:lnTo>
                    <a:pt x="68707" y="366268"/>
                  </a:lnTo>
                  <a:lnTo>
                    <a:pt x="68707" y="361696"/>
                  </a:lnTo>
                  <a:lnTo>
                    <a:pt x="68580" y="315468"/>
                  </a:lnTo>
                  <a:lnTo>
                    <a:pt x="68300" y="310946"/>
                  </a:lnTo>
                  <a:lnTo>
                    <a:pt x="67576" y="299567"/>
                  </a:lnTo>
                  <a:lnTo>
                    <a:pt x="67691" y="301066"/>
                  </a:lnTo>
                  <a:lnTo>
                    <a:pt x="68300" y="310946"/>
                  </a:lnTo>
                  <a:lnTo>
                    <a:pt x="69977" y="304038"/>
                  </a:lnTo>
                  <a:lnTo>
                    <a:pt x="69850" y="305308"/>
                  </a:lnTo>
                  <a:lnTo>
                    <a:pt x="70231" y="304038"/>
                  </a:lnTo>
                  <a:lnTo>
                    <a:pt x="74790" y="288798"/>
                  </a:lnTo>
                  <a:lnTo>
                    <a:pt x="75095" y="287794"/>
                  </a:lnTo>
                  <a:lnTo>
                    <a:pt x="75209" y="287528"/>
                  </a:lnTo>
                  <a:lnTo>
                    <a:pt x="81153" y="273558"/>
                  </a:lnTo>
                  <a:lnTo>
                    <a:pt x="80899" y="274828"/>
                  </a:lnTo>
                  <a:lnTo>
                    <a:pt x="81495" y="273558"/>
                  </a:lnTo>
                  <a:lnTo>
                    <a:pt x="88138" y="259588"/>
                  </a:lnTo>
                  <a:lnTo>
                    <a:pt x="87757" y="260858"/>
                  </a:lnTo>
                  <a:lnTo>
                    <a:pt x="88468" y="259588"/>
                  </a:lnTo>
                  <a:lnTo>
                    <a:pt x="94907" y="248158"/>
                  </a:lnTo>
                  <a:lnTo>
                    <a:pt x="95427" y="247243"/>
                  </a:lnTo>
                  <a:lnTo>
                    <a:pt x="95732" y="246888"/>
                  </a:lnTo>
                  <a:lnTo>
                    <a:pt x="103632" y="237998"/>
                  </a:lnTo>
                  <a:lnTo>
                    <a:pt x="102743" y="239268"/>
                  </a:lnTo>
                  <a:lnTo>
                    <a:pt x="104025" y="237998"/>
                  </a:lnTo>
                  <a:lnTo>
                    <a:pt x="111760" y="230378"/>
                  </a:lnTo>
                  <a:lnTo>
                    <a:pt x="110998" y="230378"/>
                  </a:lnTo>
                  <a:lnTo>
                    <a:pt x="120015" y="224028"/>
                  </a:lnTo>
                  <a:lnTo>
                    <a:pt x="118618" y="224028"/>
                  </a:lnTo>
                  <a:lnTo>
                    <a:pt x="126111" y="220218"/>
                  </a:lnTo>
                  <a:lnTo>
                    <a:pt x="124206" y="221488"/>
                  </a:lnTo>
                  <a:lnTo>
                    <a:pt x="126987" y="220218"/>
                  </a:lnTo>
                  <a:lnTo>
                    <a:pt x="129794" y="218948"/>
                  </a:lnTo>
                  <a:lnTo>
                    <a:pt x="139573" y="218948"/>
                  </a:lnTo>
                  <a:lnTo>
                    <a:pt x="140957" y="219265"/>
                  </a:lnTo>
                  <a:lnTo>
                    <a:pt x="142113" y="221488"/>
                  </a:lnTo>
                  <a:lnTo>
                    <a:pt x="141224" y="220218"/>
                  </a:lnTo>
                  <a:lnTo>
                    <a:pt x="144145" y="229235"/>
                  </a:lnTo>
                  <a:lnTo>
                    <a:pt x="144373" y="229235"/>
                  </a:lnTo>
                  <a:lnTo>
                    <a:pt x="148628" y="229235"/>
                  </a:lnTo>
                  <a:lnTo>
                    <a:pt x="147828" y="230378"/>
                  </a:lnTo>
                  <a:lnTo>
                    <a:pt x="144526" y="230378"/>
                  </a:lnTo>
                  <a:lnTo>
                    <a:pt x="144208" y="230378"/>
                  </a:lnTo>
                  <a:lnTo>
                    <a:pt x="144449" y="235204"/>
                  </a:lnTo>
                  <a:lnTo>
                    <a:pt x="144653" y="239268"/>
                  </a:lnTo>
                  <a:lnTo>
                    <a:pt x="144653" y="264668"/>
                  </a:lnTo>
                  <a:lnTo>
                    <a:pt x="144589" y="265938"/>
                  </a:lnTo>
                  <a:lnTo>
                    <a:pt x="144526" y="267208"/>
                  </a:lnTo>
                  <a:lnTo>
                    <a:pt x="144449" y="235204"/>
                  </a:lnTo>
                  <a:lnTo>
                    <a:pt x="143192" y="237007"/>
                  </a:lnTo>
                  <a:lnTo>
                    <a:pt x="143192" y="287528"/>
                  </a:lnTo>
                  <a:lnTo>
                    <a:pt x="143141" y="288620"/>
                  </a:lnTo>
                  <a:lnTo>
                    <a:pt x="143078" y="288798"/>
                  </a:lnTo>
                  <a:lnTo>
                    <a:pt x="143192" y="287528"/>
                  </a:lnTo>
                  <a:lnTo>
                    <a:pt x="143192" y="237007"/>
                  </a:lnTo>
                  <a:lnTo>
                    <a:pt x="142849" y="237490"/>
                  </a:lnTo>
                  <a:lnTo>
                    <a:pt x="142849" y="295148"/>
                  </a:lnTo>
                  <a:lnTo>
                    <a:pt x="142748" y="311099"/>
                  </a:lnTo>
                  <a:lnTo>
                    <a:pt x="142633" y="300228"/>
                  </a:lnTo>
                  <a:lnTo>
                    <a:pt x="142621" y="299999"/>
                  </a:lnTo>
                  <a:lnTo>
                    <a:pt x="142671" y="298958"/>
                  </a:lnTo>
                  <a:lnTo>
                    <a:pt x="142849" y="295148"/>
                  </a:lnTo>
                  <a:lnTo>
                    <a:pt x="142849" y="237490"/>
                  </a:lnTo>
                  <a:lnTo>
                    <a:pt x="141605" y="239268"/>
                  </a:lnTo>
                  <a:lnTo>
                    <a:pt x="134493" y="253238"/>
                  </a:lnTo>
                  <a:lnTo>
                    <a:pt x="134112" y="253238"/>
                  </a:lnTo>
                  <a:lnTo>
                    <a:pt x="127635" y="267208"/>
                  </a:lnTo>
                  <a:lnTo>
                    <a:pt x="127381" y="268478"/>
                  </a:lnTo>
                  <a:lnTo>
                    <a:pt x="122301" y="282448"/>
                  </a:lnTo>
                  <a:lnTo>
                    <a:pt x="121666" y="284988"/>
                  </a:lnTo>
                  <a:lnTo>
                    <a:pt x="120942" y="298221"/>
                  </a:lnTo>
                  <a:lnTo>
                    <a:pt x="120700" y="314198"/>
                  </a:lnTo>
                  <a:lnTo>
                    <a:pt x="120624" y="316738"/>
                  </a:lnTo>
                  <a:lnTo>
                    <a:pt x="120586" y="319849"/>
                  </a:lnTo>
                  <a:lnTo>
                    <a:pt x="120523" y="326898"/>
                  </a:lnTo>
                  <a:lnTo>
                    <a:pt x="120523" y="332359"/>
                  </a:lnTo>
                  <a:lnTo>
                    <a:pt x="125476" y="337312"/>
                  </a:lnTo>
                  <a:lnTo>
                    <a:pt x="127254" y="337312"/>
                  </a:lnTo>
                  <a:lnTo>
                    <a:pt x="130695" y="337312"/>
                  </a:lnTo>
                  <a:lnTo>
                    <a:pt x="131699" y="338328"/>
                  </a:lnTo>
                  <a:lnTo>
                    <a:pt x="133223" y="338328"/>
                  </a:lnTo>
                  <a:lnTo>
                    <a:pt x="134861" y="337312"/>
                  </a:lnTo>
                  <a:lnTo>
                    <a:pt x="137922" y="337312"/>
                  </a:lnTo>
                  <a:lnTo>
                    <a:pt x="139700" y="337312"/>
                  </a:lnTo>
                  <a:lnTo>
                    <a:pt x="144780" y="332359"/>
                  </a:lnTo>
                  <a:lnTo>
                    <a:pt x="144780" y="329514"/>
                  </a:lnTo>
                  <a:lnTo>
                    <a:pt x="146431" y="326898"/>
                  </a:lnTo>
                  <a:lnTo>
                    <a:pt x="146304" y="326898"/>
                  </a:lnTo>
                  <a:lnTo>
                    <a:pt x="150368" y="320548"/>
                  </a:lnTo>
                  <a:lnTo>
                    <a:pt x="150749" y="319278"/>
                  </a:lnTo>
                  <a:lnTo>
                    <a:pt x="155702" y="309118"/>
                  </a:lnTo>
                  <a:lnTo>
                    <a:pt x="160782" y="297688"/>
                  </a:lnTo>
                  <a:lnTo>
                    <a:pt x="161036" y="297688"/>
                  </a:lnTo>
                  <a:lnTo>
                    <a:pt x="165735" y="284988"/>
                  </a:lnTo>
                  <a:lnTo>
                    <a:pt x="166370" y="281178"/>
                  </a:lnTo>
                  <a:lnTo>
                    <a:pt x="167005" y="265938"/>
                  </a:lnTo>
                  <a:lnTo>
                    <a:pt x="167132" y="265938"/>
                  </a:lnTo>
                  <a:lnTo>
                    <a:pt x="167106" y="263398"/>
                  </a:lnTo>
                  <a:lnTo>
                    <a:pt x="167005" y="251968"/>
                  </a:lnTo>
                  <a:lnTo>
                    <a:pt x="167005" y="243078"/>
                  </a:lnTo>
                  <a:lnTo>
                    <a:pt x="167005" y="241808"/>
                  </a:lnTo>
                  <a:lnTo>
                    <a:pt x="172085" y="235458"/>
                  </a:lnTo>
                  <a:lnTo>
                    <a:pt x="173532" y="234188"/>
                  </a:lnTo>
                  <a:lnTo>
                    <a:pt x="179324" y="229108"/>
                  </a:lnTo>
                  <a:lnTo>
                    <a:pt x="178435" y="229108"/>
                  </a:lnTo>
                  <a:lnTo>
                    <a:pt x="183578" y="225298"/>
                  </a:lnTo>
                  <a:lnTo>
                    <a:pt x="184023" y="224980"/>
                  </a:lnTo>
                  <a:lnTo>
                    <a:pt x="186550" y="224028"/>
                  </a:lnTo>
                  <a:lnTo>
                    <a:pt x="189992" y="222758"/>
                  </a:lnTo>
                  <a:lnTo>
                    <a:pt x="188087" y="222758"/>
                  </a:lnTo>
                  <a:lnTo>
                    <a:pt x="194564" y="221488"/>
                  </a:lnTo>
                  <a:lnTo>
                    <a:pt x="202692" y="221488"/>
                  </a:lnTo>
                  <a:lnTo>
                    <a:pt x="204470" y="221488"/>
                  </a:lnTo>
                  <a:lnTo>
                    <a:pt x="206819" y="222681"/>
                  </a:lnTo>
                  <a:lnTo>
                    <a:pt x="207772" y="223647"/>
                  </a:lnTo>
                  <a:lnTo>
                    <a:pt x="209270" y="225513"/>
                  </a:lnTo>
                  <a:lnTo>
                    <a:pt x="211709" y="230378"/>
                  </a:lnTo>
                  <a:lnTo>
                    <a:pt x="211582" y="230378"/>
                  </a:lnTo>
                  <a:lnTo>
                    <a:pt x="214782" y="237782"/>
                  </a:lnTo>
                  <a:lnTo>
                    <a:pt x="214845" y="237998"/>
                  </a:lnTo>
                  <a:lnTo>
                    <a:pt x="216916" y="245618"/>
                  </a:lnTo>
                  <a:lnTo>
                    <a:pt x="219075" y="254508"/>
                  </a:lnTo>
                  <a:lnTo>
                    <a:pt x="221615" y="262128"/>
                  </a:lnTo>
                  <a:lnTo>
                    <a:pt x="232791" y="286258"/>
                  </a:lnTo>
                  <a:lnTo>
                    <a:pt x="233172" y="286258"/>
                  </a:lnTo>
                  <a:lnTo>
                    <a:pt x="237236" y="291338"/>
                  </a:lnTo>
                  <a:lnTo>
                    <a:pt x="239141" y="293878"/>
                  </a:lnTo>
                  <a:lnTo>
                    <a:pt x="240474" y="294970"/>
                  </a:lnTo>
                  <a:lnTo>
                    <a:pt x="244475" y="298958"/>
                  </a:lnTo>
                  <a:lnTo>
                    <a:pt x="244602" y="298958"/>
                  </a:lnTo>
                  <a:lnTo>
                    <a:pt x="246672" y="300977"/>
                  </a:lnTo>
                  <a:lnTo>
                    <a:pt x="247269" y="302323"/>
                  </a:lnTo>
                  <a:lnTo>
                    <a:pt x="247269" y="305816"/>
                  </a:lnTo>
                  <a:lnTo>
                    <a:pt x="252476" y="311023"/>
                  </a:lnTo>
                  <a:lnTo>
                    <a:pt x="252945" y="311023"/>
                  </a:lnTo>
                  <a:lnTo>
                    <a:pt x="256286" y="314198"/>
                  </a:lnTo>
                  <a:lnTo>
                    <a:pt x="258699" y="315468"/>
                  </a:lnTo>
                  <a:lnTo>
                    <a:pt x="262216" y="317538"/>
                  </a:lnTo>
                  <a:lnTo>
                    <a:pt x="264287" y="319659"/>
                  </a:lnTo>
                  <a:lnTo>
                    <a:pt x="266509" y="319659"/>
                  </a:lnTo>
                  <a:lnTo>
                    <a:pt x="269621" y="320548"/>
                  </a:lnTo>
                  <a:lnTo>
                    <a:pt x="291592" y="320548"/>
                  </a:lnTo>
                  <a:lnTo>
                    <a:pt x="292354" y="320294"/>
                  </a:lnTo>
                  <a:lnTo>
                    <a:pt x="297815" y="320294"/>
                  </a:lnTo>
                  <a:lnTo>
                    <a:pt x="303022" y="315087"/>
                  </a:lnTo>
                  <a:lnTo>
                    <a:pt x="303022" y="314667"/>
                  </a:lnTo>
                  <a:lnTo>
                    <a:pt x="306438" y="311658"/>
                  </a:lnTo>
                  <a:lnTo>
                    <a:pt x="307594" y="310388"/>
                  </a:lnTo>
                  <a:lnTo>
                    <a:pt x="313791" y="302768"/>
                  </a:lnTo>
                  <a:lnTo>
                    <a:pt x="314833" y="301498"/>
                  </a:lnTo>
                  <a:lnTo>
                    <a:pt x="315137" y="301066"/>
                  </a:lnTo>
                  <a:lnTo>
                    <a:pt x="315722" y="307848"/>
                  </a:lnTo>
                  <a:lnTo>
                    <a:pt x="315722" y="313182"/>
                  </a:lnTo>
                  <a:lnTo>
                    <a:pt x="321056" y="318516"/>
                  </a:lnTo>
                  <a:lnTo>
                    <a:pt x="322872" y="318516"/>
                  </a:lnTo>
                  <a:lnTo>
                    <a:pt x="326402" y="321208"/>
                  </a:lnTo>
                  <a:lnTo>
                    <a:pt x="331089" y="325882"/>
                  </a:lnTo>
                  <a:lnTo>
                    <a:pt x="332790" y="325882"/>
                  </a:lnTo>
                  <a:lnTo>
                    <a:pt x="340614" y="329438"/>
                  </a:lnTo>
                  <a:lnTo>
                    <a:pt x="346583" y="330708"/>
                  </a:lnTo>
                  <a:lnTo>
                    <a:pt x="354190" y="329438"/>
                  </a:lnTo>
                  <a:lnTo>
                    <a:pt x="354279" y="328930"/>
                  </a:lnTo>
                  <a:lnTo>
                    <a:pt x="357505" y="328930"/>
                  </a:lnTo>
                  <a:lnTo>
                    <a:pt x="360934" y="325374"/>
                  </a:lnTo>
                  <a:lnTo>
                    <a:pt x="360934" y="321056"/>
                  </a:lnTo>
                  <a:lnTo>
                    <a:pt x="360934" y="316738"/>
                  </a:lnTo>
                  <a:close/>
                </a:path>
                <a:path extrusionOk="0" h="448945" w="819150">
                  <a:moveTo>
                    <a:pt x="467474" y="266065"/>
                  </a:moveTo>
                  <a:lnTo>
                    <a:pt x="467360" y="266954"/>
                  </a:lnTo>
                  <a:lnTo>
                    <a:pt x="467474" y="266065"/>
                  </a:lnTo>
                  <a:close/>
                </a:path>
                <a:path extrusionOk="0" h="448945" w="819150">
                  <a:moveTo>
                    <a:pt x="525018" y="298704"/>
                  </a:moveTo>
                  <a:lnTo>
                    <a:pt x="522097" y="295656"/>
                  </a:lnTo>
                  <a:lnTo>
                    <a:pt x="518871" y="295656"/>
                  </a:lnTo>
                  <a:lnTo>
                    <a:pt x="504075" y="292100"/>
                  </a:lnTo>
                  <a:lnTo>
                    <a:pt x="503555" y="291973"/>
                  </a:lnTo>
                  <a:lnTo>
                    <a:pt x="501777" y="291719"/>
                  </a:lnTo>
                  <a:lnTo>
                    <a:pt x="489369" y="290880"/>
                  </a:lnTo>
                  <a:lnTo>
                    <a:pt x="488950" y="290449"/>
                  </a:lnTo>
                  <a:lnTo>
                    <a:pt x="483108" y="290449"/>
                  </a:lnTo>
                  <a:lnTo>
                    <a:pt x="470877" y="288747"/>
                  </a:lnTo>
                  <a:lnTo>
                    <a:pt x="470027" y="287909"/>
                  </a:lnTo>
                  <a:lnTo>
                    <a:pt x="468871" y="287909"/>
                  </a:lnTo>
                  <a:lnTo>
                    <a:pt x="467360" y="286181"/>
                  </a:lnTo>
                  <a:lnTo>
                    <a:pt x="467360" y="283972"/>
                  </a:lnTo>
                  <a:lnTo>
                    <a:pt x="467360" y="282702"/>
                  </a:lnTo>
                  <a:lnTo>
                    <a:pt x="467360" y="266954"/>
                  </a:lnTo>
                  <a:lnTo>
                    <a:pt x="467487" y="265303"/>
                  </a:lnTo>
                  <a:lnTo>
                    <a:pt x="467474" y="266065"/>
                  </a:lnTo>
                  <a:lnTo>
                    <a:pt x="467575" y="265303"/>
                  </a:lnTo>
                  <a:lnTo>
                    <a:pt x="468909" y="255270"/>
                  </a:lnTo>
                  <a:lnTo>
                    <a:pt x="469061" y="254114"/>
                  </a:lnTo>
                  <a:lnTo>
                    <a:pt x="469023" y="254254"/>
                  </a:lnTo>
                  <a:lnTo>
                    <a:pt x="469138" y="253619"/>
                  </a:lnTo>
                  <a:lnTo>
                    <a:pt x="469061" y="254114"/>
                  </a:lnTo>
                  <a:lnTo>
                    <a:pt x="469201" y="253619"/>
                  </a:lnTo>
                  <a:lnTo>
                    <a:pt x="472033" y="243205"/>
                  </a:lnTo>
                  <a:lnTo>
                    <a:pt x="472249" y="242328"/>
                  </a:lnTo>
                  <a:lnTo>
                    <a:pt x="474091" y="240157"/>
                  </a:lnTo>
                  <a:lnTo>
                    <a:pt x="474218" y="240157"/>
                  </a:lnTo>
                  <a:lnTo>
                    <a:pt x="483235" y="229362"/>
                  </a:lnTo>
                  <a:lnTo>
                    <a:pt x="483108" y="229362"/>
                  </a:lnTo>
                  <a:lnTo>
                    <a:pt x="491109" y="220091"/>
                  </a:lnTo>
                  <a:lnTo>
                    <a:pt x="497459" y="210058"/>
                  </a:lnTo>
                  <a:lnTo>
                    <a:pt x="496824" y="211074"/>
                  </a:lnTo>
                  <a:lnTo>
                    <a:pt x="497598" y="210058"/>
                  </a:lnTo>
                  <a:lnTo>
                    <a:pt x="501777" y="204597"/>
                  </a:lnTo>
                  <a:lnTo>
                    <a:pt x="502729" y="203200"/>
                  </a:lnTo>
                  <a:lnTo>
                    <a:pt x="503389" y="202057"/>
                  </a:lnTo>
                  <a:lnTo>
                    <a:pt x="503555" y="202057"/>
                  </a:lnTo>
                  <a:lnTo>
                    <a:pt x="503682" y="201930"/>
                  </a:lnTo>
                  <a:lnTo>
                    <a:pt x="504190" y="201930"/>
                  </a:lnTo>
                  <a:lnTo>
                    <a:pt x="509651" y="196469"/>
                  </a:lnTo>
                  <a:lnTo>
                    <a:pt x="509651" y="189611"/>
                  </a:lnTo>
                  <a:lnTo>
                    <a:pt x="509651" y="182880"/>
                  </a:lnTo>
                  <a:lnTo>
                    <a:pt x="504190" y="177419"/>
                  </a:lnTo>
                  <a:lnTo>
                    <a:pt x="503682" y="177419"/>
                  </a:lnTo>
                  <a:lnTo>
                    <a:pt x="503555" y="177292"/>
                  </a:lnTo>
                  <a:lnTo>
                    <a:pt x="489966" y="177292"/>
                  </a:lnTo>
                  <a:lnTo>
                    <a:pt x="485165" y="182092"/>
                  </a:lnTo>
                  <a:lnTo>
                    <a:pt x="485165" y="220141"/>
                  </a:lnTo>
                  <a:lnTo>
                    <a:pt x="479107" y="229095"/>
                  </a:lnTo>
                  <a:lnTo>
                    <a:pt x="479513" y="228473"/>
                  </a:lnTo>
                  <a:lnTo>
                    <a:pt x="485165" y="220141"/>
                  </a:lnTo>
                  <a:lnTo>
                    <a:pt x="485165" y="182092"/>
                  </a:lnTo>
                  <a:lnTo>
                    <a:pt x="484378" y="182880"/>
                  </a:lnTo>
                  <a:lnTo>
                    <a:pt x="484378" y="183515"/>
                  </a:lnTo>
                  <a:lnTo>
                    <a:pt x="483743" y="184099"/>
                  </a:lnTo>
                  <a:lnTo>
                    <a:pt x="483743" y="190500"/>
                  </a:lnTo>
                  <a:lnTo>
                    <a:pt x="482981" y="191770"/>
                  </a:lnTo>
                  <a:lnTo>
                    <a:pt x="483666" y="190588"/>
                  </a:lnTo>
                  <a:lnTo>
                    <a:pt x="478790" y="196977"/>
                  </a:lnTo>
                  <a:lnTo>
                    <a:pt x="483717" y="190500"/>
                  </a:lnTo>
                  <a:lnTo>
                    <a:pt x="483743" y="184099"/>
                  </a:lnTo>
                  <a:lnTo>
                    <a:pt x="482854" y="184912"/>
                  </a:lnTo>
                  <a:lnTo>
                    <a:pt x="457962" y="215773"/>
                  </a:lnTo>
                  <a:lnTo>
                    <a:pt x="448462" y="235419"/>
                  </a:lnTo>
                  <a:lnTo>
                    <a:pt x="447040" y="237109"/>
                  </a:lnTo>
                  <a:lnTo>
                    <a:pt x="447294" y="236982"/>
                  </a:lnTo>
                  <a:lnTo>
                    <a:pt x="438454" y="246926"/>
                  </a:lnTo>
                  <a:lnTo>
                    <a:pt x="438289" y="246380"/>
                  </a:lnTo>
                  <a:lnTo>
                    <a:pt x="438162" y="245999"/>
                  </a:lnTo>
                  <a:lnTo>
                    <a:pt x="437718" y="244602"/>
                  </a:lnTo>
                  <a:lnTo>
                    <a:pt x="436613" y="241096"/>
                  </a:lnTo>
                  <a:lnTo>
                    <a:pt x="436613" y="236728"/>
                  </a:lnTo>
                  <a:lnTo>
                    <a:pt x="431660" y="231775"/>
                  </a:lnTo>
                  <a:lnTo>
                    <a:pt x="430885" y="231775"/>
                  </a:lnTo>
                  <a:lnTo>
                    <a:pt x="429895" y="230505"/>
                  </a:lnTo>
                  <a:lnTo>
                    <a:pt x="428459" y="229095"/>
                  </a:lnTo>
                  <a:lnTo>
                    <a:pt x="423037" y="224409"/>
                  </a:lnTo>
                  <a:lnTo>
                    <a:pt x="422656" y="224028"/>
                  </a:lnTo>
                  <a:lnTo>
                    <a:pt x="420497" y="222338"/>
                  </a:lnTo>
                  <a:lnTo>
                    <a:pt x="420497" y="221615"/>
                  </a:lnTo>
                  <a:lnTo>
                    <a:pt x="417563" y="218757"/>
                  </a:lnTo>
                  <a:lnTo>
                    <a:pt x="417563" y="277749"/>
                  </a:lnTo>
                  <a:lnTo>
                    <a:pt x="417436" y="279273"/>
                  </a:lnTo>
                  <a:lnTo>
                    <a:pt x="417436" y="278663"/>
                  </a:lnTo>
                  <a:lnTo>
                    <a:pt x="417360" y="279273"/>
                  </a:lnTo>
                  <a:lnTo>
                    <a:pt x="417436" y="275971"/>
                  </a:lnTo>
                  <a:lnTo>
                    <a:pt x="417436" y="278663"/>
                  </a:lnTo>
                  <a:lnTo>
                    <a:pt x="417563" y="277749"/>
                  </a:lnTo>
                  <a:lnTo>
                    <a:pt x="417563" y="218757"/>
                  </a:lnTo>
                  <a:lnTo>
                    <a:pt x="415417" y="216662"/>
                  </a:lnTo>
                  <a:lnTo>
                    <a:pt x="410972" y="216662"/>
                  </a:lnTo>
                  <a:lnTo>
                    <a:pt x="410768" y="216598"/>
                  </a:lnTo>
                  <a:lnTo>
                    <a:pt x="408686" y="214503"/>
                  </a:lnTo>
                  <a:lnTo>
                    <a:pt x="403479" y="214503"/>
                  </a:lnTo>
                  <a:lnTo>
                    <a:pt x="401624" y="214325"/>
                  </a:lnTo>
                  <a:lnTo>
                    <a:pt x="401066" y="213741"/>
                  </a:lnTo>
                  <a:lnTo>
                    <a:pt x="395986" y="213741"/>
                  </a:lnTo>
                  <a:lnTo>
                    <a:pt x="393814" y="213741"/>
                  </a:lnTo>
                  <a:lnTo>
                    <a:pt x="388747" y="213741"/>
                  </a:lnTo>
                  <a:lnTo>
                    <a:pt x="387731" y="213741"/>
                  </a:lnTo>
                  <a:lnTo>
                    <a:pt x="381508" y="213741"/>
                  </a:lnTo>
                  <a:lnTo>
                    <a:pt x="377710" y="217639"/>
                  </a:lnTo>
                  <a:lnTo>
                    <a:pt x="376936" y="218059"/>
                  </a:lnTo>
                  <a:lnTo>
                    <a:pt x="373634" y="218059"/>
                  </a:lnTo>
                  <a:lnTo>
                    <a:pt x="368554" y="223139"/>
                  </a:lnTo>
                  <a:lnTo>
                    <a:pt x="368554" y="235458"/>
                  </a:lnTo>
                  <a:lnTo>
                    <a:pt x="373634" y="240411"/>
                  </a:lnTo>
                  <a:lnTo>
                    <a:pt x="385940" y="240411"/>
                  </a:lnTo>
                  <a:lnTo>
                    <a:pt x="390017" y="236334"/>
                  </a:lnTo>
                  <a:lnTo>
                    <a:pt x="390474" y="236093"/>
                  </a:lnTo>
                  <a:lnTo>
                    <a:pt x="393814" y="236093"/>
                  </a:lnTo>
                  <a:lnTo>
                    <a:pt x="395668" y="236296"/>
                  </a:lnTo>
                  <a:lnTo>
                    <a:pt x="396240" y="236855"/>
                  </a:lnTo>
                  <a:lnTo>
                    <a:pt x="400596" y="236855"/>
                  </a:lnTo>
                  <a:lnTo>
                    <a:pt x="401002" y="236994"/>
                  </a:lnTo>
                  <a:lnTo>
                    <a:pt x="403085" y="239014"/>
                  </a:lnTo>
                  <a:lnTo>
                    <a:pt x="405434" y="239014"/>
                  </a:lnTo>
                  <a:lnTo>
                    <a:pt x="408432" y="241300"/>
                  </a:lnTo>
                  <a:lnTo>
                    <a:pt x="408863" y="241681"/>
                  </a:lnTo>
                  <a:lnTo>
                    <a:pt x="412826" y="245186"/>
                  </a:lnTo>
                  <a:lnTo>
                    <a:pt x="414261" y="246964"/>
                  </a:lnTo>
                  <a:lnTo>
                    <a:pt x="414261" y="249174"/>
                  </a:lnTo>
                  <a:lnTo>
                    <a:pt x="416306" y="251180"/>
                  </a:lnTo>
                  <a:lnTo>
                    <a:pt x="416915" y="253022"/>
                  </a:lnTo>
                  <a:lnTo>
                    <a:pt x="417550" y="260527"/>
                  </a:lnTo>
                  <a:lnTo>
                    <a:pt x="417436" y="272415"/>
                  </a:lnTo>
                  <a:lnTo>
                    <a:pt x="414655" y="275971"/>
                  </a:lnTo>
                  <a:lnTo>
                    <a:pt x="415036" y="275336"/>
                  </a:lnTo>
                  <a:lnTo>
                    <a:pt x="412242" y="278447"/>
                  </a:lnTo>
                  <a:lnTo>
                    <a:pt x="412242" y="313055"/>
                  </a:lnTo>
                  <a:lnTo>
                    <a:pt x="412026" y="313359"/>
                  </a:lnTo>
                  <a:lnTo>
                    <a:pt x="411861" y="313563"/>
                  </a:lnTo>
                  <a:lnTo>
                    <a:pt x="412242" y="313055"/>
                  </a:lnTo>
                  <a:lnTo>
                    <a:pt x="412242" y="278447"/>
                  </a:lnTo>
                  <a:lnTo>
                    <a:pt x="404622" y="286893"/>
                  </a:lnTo>
                  <a:lnTo>
                    <a:pt x="404241" y="287528"/>
                  </a:lnTo>
                  <a:lnTo>
                    <a:pt x="394462" y="299720"/>
                  </a:lnTo>
                  <a:lnTo>
                    <a:pt x="394208" y="300228"/>
                  </a:lnTo>
                  <a:lnTo>
                    <a:pt x="386969" y="310261"/>
                  </a:lnTo>
                  <a:lnTo>
                    <a:pt x="385572" y="312801"/>
                  </a:lnTo>
                  <a:lnTo>
                    <a:pt x="384086" y="316826"/>
                  </a:lnTo>
                  <a:lnTo>
                    <a:pt x="381635" y="319278"/>
                  </a:lnTo>
                  <a:lnTo>
                    <a:pt x="381635" y="324866"/>
                  </a:lnTo>
                  <a:lnTo>
                    <a:pt x="381508" y="324993"/>
                  </a:lnTo>
                  <a:lnTo>
                    <a:pt x="381508" y="330835"/>
                  </a:lnTo>
                  <a:lnTo>
                    <a:pt x="381508" y="337312"/>
                  </a:lnTo>
                  <a:lnTo>
                    <a:pt x="386588" y="342392"/>
                  </a:lnTo>
                  <a:lnTo>
                    <a:pt x="392684" y="342392"/>
                  </a:lnTo>
                  <a:lnTo>
                    <a:pt x="393446" y="342392"/>
                  </a:lnTo>
                  <a:lnTo>
                    <a:pt x="398907" y="342392"/>
                  </a:lnTo>
                  <a:lnTo>
                    <a:pt x="403860" y="337312"/>
                  </a:lnTo>
                  <a:lnTo>
                    <a:pt x="404241" y="336931"/>
                  </a:lnTo>
                  <a:lnTo>
                    <a:pt x="406019" y="335534"/>
                  </a:lnTo>
                  <a:lnTo>
                    <a:pt x="410718" y="330835"/>
                  </a:lnTo>
                  <a:lnTo>
                    <a:pt x="411340" y="330200"/>
                  </a:lnTo>
                  <a:lnTo>
                    <a:pt x="416687" y="324358"/>
                  </a:lnTo>
                  <a:lnTo>
                    <a:pt x="417195" y="323850"/>
                  </a:lnTo>
                  <a:lnTo>
                    <a:pt x="423672" y="315976"/>
                  </a:lnTo>
                  <a:lnTo>
                    <a:pt x="424510" y="314833"/>
                  </a:lnTo>
                  <a:lnTo>
                    <a:pt x="430530" y="305562"/>
                  </a:lnTo>
                  <a:lnTo>
                    <a:pt x="430784" y="305308"/>
                  </a:lnTo>
                  <a:lnTo>
                    <a:pt x="433146" y="301371"/>
                  </a:lnTo>
                  <a:lnTo>
                    <a:pt x="433844" y="300202"/>
                  </a:lnTo>
                  <a:lnTo>
                    <a:pt x="438531" y="295529"/>
                  </a:lnTo>
                  <a:lnTo>
                    <a:pt x="438531" y="290042"/>
                  </a:lnTo>
                  <a:lnTo>
                    <a:pt x="439788" y="280924"/>
                  </a:lnTo>
                  <a:lnTo>
                    <a:pt x="439864" y="280047"/>
                  </a:lnTo>
                  <a:lnTo>
                    <a:pt x="442595" y="276644"/>
                  </a:lnTo>
                  <a:lnTo>
                    <a:pt x="442607" y="283959"/>
                  </a:lnTo>
                  <a:lnTo>
                    <a:pt x="442595" y="297688"/>
                  </a:lnTo>
                  <a:lnTo>
                    <a:pt x="448183" y="303149"/>
                  </a:lnTo>
                  <a:lnTo>
                    <a:pt x="449376" y="303149"/>
                  </a:lnTo>
                  <a:lnTo>
                    <a:pt x="450977" y="304952"/>
                  </a:lnTo>
                  <a:lnTo>
                    <a:pt x="450977" y="306959"/>
                  </a:lnTo>
                  <a:lnTo>
                    <a:pt x="456438" y="312547"/>
                  </a:lnTo>
                  <a:lnTo>
                    <a:pt x="463511" y="312547"/>
                  </a:lnTo>
                  <a:lnTo>
                    <a:pt x="475183" y="313639"/>
                  </a:lnTo>
                  <a:lnTo>
                    <a:pt x="475742" y="314198"/>
                  </a:lnTo>
                  <a:lnTo>
                    <a:pt x="481330" y="314198"/>
                  </a:lnTo>
                  <a:lnTo>
                    <a:pt x="483108" y="314198"/>
                  </a:lnTo>
                  <a:lnTo>
                    <a:pt x="488950" y="314198"/>
                  </a:lnTo>
                  <a:lnTo>
                    <a:pt x="489369" y="313778"/>
                  </a:lnTo>
                  <a:lnTo>
                    <a:pt x="501777" y="312928"/>
                  </a:lnTo>
                  <a:lnTo>
                    <a:pt x="503555" y="312674"/>
                  </a:lnTo>
                  <a:lnTo>
                    <a:pt x="519391" y="308991"/>
                  </a:lnTo>
                  <a:lnTo>
                    <a:pt x="522097" y="308991"/>
                  </a:lnTo>
                  <a:lnTo>
                    <a:pt x="525018" y="306070"/>
                  </a:lnTo>
                  <a:lnTo>
                    <a:pt x="525018" y="302387"/>
                  </a:lnTo>
                  <a:lnTo>
                    <a:pt x="525018" y="298704"/>
                  </a:lnTo>
                  <a:close/>
                </a:path>
                <a:path extrusionOk="0" h="448945" w="819150">
                  <a:moveTo>
                    <a:pt x="818769" y="435495"/>
                  </a:moveTo>
                  <a:lnTo>
                    <a:pt x="814959" y="431673"/>
                  </a:lnTo>
                  <a:lnTo>
                    <a:pt x="811936" y="431673"/>
                  </a:lnTo>
                  <a:lnTo>
                    <a:pt x="796213" y="424815"/>
                  </a:lnTo>
                  <a:lnTo>
                    <a:pt x="795604" y="424548"/>
                  </a:lnTo>
                  <a:lnTo>
                    <a:pt x="795020" y="424180"/>
                  </a:lnTo>
                  <a:lnTo>
                    <a:pt x="774306" y="411238"/>
                  </a:lnTo>
                  <a:lnTo>
                    <a:pt x="773531" y="410743"/>
                  </a:lnTo>
                  <a:lnTo>
                    <a:pt x="773341" y="410591"/>
                  </a:lnTo>
                  <a:lnTo>
                    <a:pt x="751586" y="394360"/>
                  </a:lnTo>
                  <a:lnTo>
                    <a:pt x="751586" y="393700"/>
                  </a:lnTo>
                  <a:lnTo>
                    <a:pt x="746645" y="388772"/>
                  </a:lnTo>
                  <a:lnTo>
                    <a:pt x="736549" y="372745"/>
                  </a:lnTo>
                  <a:lnTo>
                    <a:pt x="736193" y="372186"/>
                  </a:lnTo>
                  <a:lnTo>
                    <a:pt x="735914" y="371602"/>
                  </a:lnTo>
                  <a:lnTo>
                    <a:pt x="724179" y="347091"/>
                  </a:lnTo>
                  <a:lnTo>
                    <a:pt x="723671" y="346036"/>
                  </a:lnTo>
                  <a:lnTo>
                    <a:pt x="723557" y="345694"/>
                  </a:lnTo>
                  <a:lnTo>
                    <a:pt x="714908" y="319278"/>
                  </a:lnTo>
                  <a:lnTo>
                    <a:pt x="714590" y="318325"/>
                  </a:lnTo>
                  <a:lnTo>
                    <a:pt x="714489" y="317627"/>
                  </a:lnTo>
                  <a:lnTo>
                    <a:pt x="709955" y="289433"/>
                  </a:lnTo>
                  <a:lnTo>
                    <a:pt x="709917" y="289242"/>
                  </a:lnTo>
                  <a:lnTo>
                    <a:pt x="709917" y="287655"/>
                  </a:lnTo>
                  <a:lnTo>
                    <a:pt x="709803" y="223139"/>
                  </a:lnTo>
                  <a:lnTo>
                    <a:pt x="709803" y="222758"/>
                  </a:lnTo>
                  <a:lnTo>
                    <a:pt x="710780" y="192659"/>
                  </a:lnTo>
                  <a:lnTo>
                    <a:pt x="710806" y="191757"/>
                  </a:lnTo>
                  <a:lnTo>
                    <a:pt x="710692" y="192659"/>
                  </a:lnTo>
                  <a:lnTo>
                    <a:pt x="710819" y="191516"/>
                  </a:lnTo>
                  <a:lnTo>
                    <a:pt x="710806" y="191757"/>
                  </a:lnTo>
                  <a:lnTo>
                    <a:pt x="710831" y="191516"/>
                  </a:lnTo>
                  <a:lnTo>
                    <a:pt x="714476" y="163957"/>
                  </a:lnTo>
                  <a:lnTo>
                    <a:pt x="714514" y="163830"/>
                  </a:lnTo>
                  <a:lnTo>
                    <a:pt x="718235" y="137922"/>
                  </a:lnTo>
                  <a:lnTo>
                    <a:pt x="718286" y="137515"/>
                  </a:lnTo>
                  <a:lnTo>
                    <a:pt x="718566" y="136525"/>
                  </a:lnTo>
                  <a:lnTo>
                    <a:pt x="724535" y="114808"/>
                  </a:lnTo>
                  <a:lnTo>
                    <a:pt x="729589" y="96012"/>
                  </a:lnTo>
                  <a:lnTo>
                    <a:pt x="729818" y="95161"/>
                  </a:lnTo>
                  <a:lnTo>
                    <a:pt x="729881" y="94996"/>
                  </a:lnTo>
                  <a:lnTo>
                    <a:pt x="736219" y="78740"/>
                  </a:lnTo>
                  <a:lnTo>
                    <a:pt x="736092" y="79248"/>
                  </a:lnTo>
                  <a:lnTo>
                    <a:pt x="736307" y="78740"/>
                  </a:lnTo>
                  <a:lnTo>
                    <a:pt x="743204" y="63373"/>
                  </a:lnTo>
                  <a:lnTo>
                    <a:pt x="743204" y="63246"/>
                  </a:lnTo>
                  <a:lnTo>
                    <a:pt x="748957" y="50419"/>
                  </a:lnTo>
                  <a:lnTo>
                    <a:pt x="749122" y="50050"/>
                  </a:lnTo>
                  <a:lnTo>
                    <a:pt x="749338" y="49657"/>
                  </a:lnTo>
                  <a:lnTo>
                    <a:pt x="755650" y="38227"/>
                  </a:lnTo>
                  <a:lnTo>
                    <a:pt x="756158" y="37211"/>
                  </a:lnTo>
                  <a:lnTo>
                    <a:pt x="759968" y="28067"/>
                  </a:lnTo>
                  <a:lnTo>
                    <a:pt x="760095" y="27686"/>
                  </a:lnTo>
                  <a:lnTo>
                    <a:pt x="760349" y="27178"/>
                  </a:lnTo>
                  <a:lnTo>
                    <a:pt x="761022" y="25781"/>
                  </a:lnTo>
                  <a:lnTo>
                    <a:pt x="766445" y="25781"/>
                  </a:lnTo>
                  <a:lnTo>
                    <a:pt x="770255" y="21971"/>
                  </a:lnTo>
                  <a:lnTo>
                    <a:pt x="770255" y="17272"/>
                  </a:lnTo>
                  <a:lnTo>
                    <a:pt x="770255" y="17145"/>
                  </a:lnTo>
                  <a:lnTo>
                    <a:pt x="770255" y="16510"/>
                  </a:lnTo>
                  <a:lnTo>
                    <a:pt x="770255" y="15875"/>
                  </a:lnTo>
                  <a:lnTo>
                    <a:pt x="771017" y="15113"/>
                  </a:lnTo>
                  <a:lnTo>
                    <a:pt x="771017" y="10033"/>
                  </a:lnTo>
                  <a:lnTo>
                    <a:pt x="771017" y="4953"/>
                  </a:lnTo>
                  <a:lnTo>
                    <a:pt x="766826" y="762"/>
                  </a:lnTo>
                  <a:lnTo>
                    <a:pt x="766191" y="762"/>
                  </a:lnTo>
                  <a:lnTo>
                    <a:pt x="765937" y="508"/>
                  </a:lnTo>
                  <a:lnTo>
                    <a:pt x="765556" y="508"/>
                  </a:lnTo>
                  <a:lnTo>
                    <a:pt x="765302" y="254"/>
                  </a:lnTo>
                  <a:lnTo>
                    <a:pt x="764794" y="254"/>
                  </a:lnTo>
                  <a:lnTo>
                    <a:pt x="764667" y="127"/>
                  </a:lnTo>
                  <a:lnTo>
                    <a:pt x="764159" y="127"/>
                  </a:lnTo>
                  <a:lnTo>
                    <a:pt x="764032" y="0"/>
                  </a:lnTo>
                  <a:lnTo>
                    <a:pt x="752983" y="0"/>
                  </a:lnTo>
                  <a:lnTo>
                    <a:pt x="748538" y="4445"/>
                  </a:lnTo>
                  <a:lnTo>
                    <a:pt x="748538" y="6273"/>
                  </a:lnTo>
                  <a:lnTo>
                    <a:pt x="746252" y="9525"/>
                  </a:lnTo>
                  <a:lnTo>
                    <a:pt x="741680" y="18415"/>
                  </a:lnTo>
                  <a:lnTo>
                    <a:pt x="741019" y="19951"/>
                  </a:lnTo>
                  <a:lnTo>
                    <a:pt x="737209" y="28562"/>
                  </a:lnTo>
                  <a:lnTo>
                    <a:pt x="736917" y="29083"/>
                  </a:lnTo>
                  <a:lnTo>
                    <a:pt x="730631" y="40259"/>
                  </a:lnTo>
                  <a:lnTo>
                    <a:pt x="730250" y="41021"/>
                  </a:lnTo>
                  <a:lnTo>
                    <a:pt x="724027" y="54737"/>
                  </a:lnTo>
                  <a:lnTo>
                    <a:pt x="724027" y="54610"/>
                  </a:lnTo>
                  <a:lnTo>
                    <a:pt x="723963" y="54737"/>
                  </a:lnTo>
                  <a:lnTo>
                    <a:pt x="716788" y="70485"/>
                  </a:lnTo>
                  <a:lnTo>
                    <a:pt x="716661" y="70993"/>
                  </a:lnTo>
                  <a:lnTo>
                    <a:pt x="709676" y="88265"/>
                  </a:lnTo>
                  <a:lnTo>
                    <a:pt x="709295" y="89408"/>
                  </a:lnTo>
                  <a:lnTo>
                    <a:pt x="703834" y="109093"/>
                  </a:lnTo>
                  <a:lnTo>
                    <a:pt x="697230" y="132080"/>
                  </a:lnTo>
                  <a:lnTo>
                    <a:pt x="688975" y="189611"/>
                  </a:lnTo>
                  <a:lnTo>
                    <a:pt x="687578" y="289433"/>
                  </a:lnTo>
                  <a:lnTo>
                    <a:pt x="687705" y="291084"/>
                  </a:lnTo>
                  <a:lnTo>
                    <a:pt x="702945" y="354076"/>
                  </a:lnTo>
                  <a:lnTo>
                    <a:pt x="729361" y="403250"/>
                  </a:lnTo>
                  <a:lnTo>
                    <a:pt x="729361" y="406019"/>
                  </a:lnTo>
                  <a:lnTo>
                    <a:pt x="734314" y="411099"/>
                  </a:lnTo>
                  <a:lnTo>
                    <a:pt x="736866" y="411099"/>
                  </a:lnTo>
                  <a:lnTo>
                    <a:pt x="760857" y="429006"/>
                  </a:lnTo>
                  <a:lnTo>
                    <a:pt x="762000" y="429768"/>
                  </a:lnTo>
                  <a:lnTo>
                    <a:pt x="785368" y="442849"/>
                  </a:lnTo>
                  <a:lnTo>
                    <a:pt x="788289" y="443992"/>
                  </a:lnTo>
                  <a:lnTo>
                    <a:pt x="804697" y="447713"/>
                  </a:lnTo>
                  <a:lnTo>
                    <a:pt x="805688" y="448691"/>
                  </a:lnTo>
                  <a:lnTo>
                    <a:pt x="814959" y="448691"/>
                  </a:lnTo>
                  <a:lnTo>
                    <a:pt x="818769" y="444881"/>
                  </a:lnTo>
                  <a:lnTo>
                    <a:pt x="818769" y="440182"/>
                  </a:lnTo>
                  <a:lnTo>
                    <a:pt x="818769" y="4354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7" name="Google Shape;617;p5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82027" y="4934585"/>
              <a:ext cx="129031" cy="213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5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36713" y="5120639"/>
              <a:ext cx="70992" cy="103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56"/>
            <p:cNvSpPr/>
            <p:nvPr/>
          </p:nvSpPr>
          <p:spPr>
            <a:xfrm>
              <a:off x="7251192" y="5024881"/>
              <a:ext cx="149859" cy="135889"/>
            </a:xfrm>
            <a:custGeom>
              <a:rect b="b" l="l" r="r" t="t"/>
              <a:pathLst>
                <a:path extrusionOk="0" h="135889" w="149859">
                  <a:moveTo>
                    <a:pt x="38481" y="17780"/>
                  </a:moveTo>
                  <a:lnTo>
                    <a:pt x="35623" y="14935"/>
                  </a:lnTo>
                  <a:lnTo>
                    <a:pt x="34671" y="12827"/>
                  </a:lnTo>
                  <a:lnTo>
                    <a:pt x="34163" y="12065"/>
                  </a:lnTo>
                  <a:lnTo>
                    <a:pt x="32004" y="8382"/>
                  </a:lnTo>
                  <a:lnTo>
                    <a:pt x="30988" y="6985"/>
                  </a:lnTo>
                  <a:lnTo>
                    <a:pt x="30988" y="5207"/>
                  </a:lnTo>
                  <a:lnTo>
                    <a:pt x="26543" y="762"/>
                  </a:lnTo>
                  <a:lnTo>
                    <a:pt x="23507" y="762"/>
                  </a:lnTo>
                  <a:lnTo>
                    <a:pt x="22860" y="127"/>
                  </a:lnTo>
                  <a:lnTo>
                    <a:pt x="22275" y="127"/>
                  </a:lnTo>
                  <a:lnTo>
                    <a:pt x="22275" y="35255"/>
                  </a:lnTo>
                  <a:lnTo>
                    <a:pt x="22275" y="127"/>
                  </a:lnTo>
                  <a:lnTo>
                    <a:pt x="19494" y="127"/>
                  </a:lnTo>
                  <a:lnTo>
                    <a:pt x="18986" y="50"/>
                  </a:lnTo>
                  <a:lnTo>
                    <a:pt x="18986" y="31699"/>
                  </a:lnTo>
                  <a:lnTo>
                    <a:pt x="18364" y="31076"/>
                  </a:lnTo>
                  <a:lnTo>
                    <a:pt x="18338" y="30099"/>
                  </a:lnTo>
                  <a:lnTo>
                    <a:pt x="18288" y="28321"/>
                  </a:lnTo>
                  <a:lnTo>
                    <a:pt x="18288" y="20828"/>
                  </a:lnTo>
                  <a:lnTo>
                    <a:pt x="18338" y="24511"/>
                  </a:lnTo>
                  <a:lnTo>
                    <a:pt x="18796" y="25476"/>
                  </a:lnTo>
                  <a:lnTo>
                    <a:pt x="18796" y="28702"/>
                  </a:lnTo>
                  <a:lnTo>
                    <a:pt x="18923" y="28829"/>
                  </a:lnTo>
                  <a:lnTo>
                    <a:pt x="18986" y="31699"/>
                  </a:lnTo>
                  <a:lnTo>
                    <a:pt x="18986" y="50"/>
                  </a:lnTo>
                  <a:lnTo>
                    <a:pt x="18669" y="0"/>
                  </a:lnTo>
                  <a:lnTo>
                    <a:pt x="17145" y="127"/>
                  </a:lnTo>
                  <a:lnTo>
                    <a:pt x="12065" y="127"/>
                  </a:lnTo>
                  <a:lnTo>
                    <a:pt x="9436" y="2667"/>
                  </a:lnTo>
                  <a:lnTo>
                    <a:pt x="7239" y="2667"/>
                  </a:lnTo>
                  <a:lnTo>
                    <a:pt x="3048" y="6858"/>
                  </a:lnTo>
                  <a:lnTo>
                    <a:pt x="3048" y="10312"/>
                  </a:lnTo>
                  <a:lnTo>
                    <a:pt x="1854" y="13131"/>
                  </a:lnTo>
                  <a:lnTo>
                    <a:pt x="0" y="14986"/>
                  </a:lnTo>
                  <a:lnTo>
                    <a:pt x="0" y="19939"/>
                  </a:lnTo>
                  <a:lnTo>
                    <a:pt x="0" y="25019"/>
                  </a:lnTo>
                  <a:lnTo>
                    <a:pt x="127" y="26035"/>
                  </a:lnTo>
                  <a:lnTo>
                    <a:pt x="127" y="28067"/>
                  </a:lnTo>
                  <a:lnTo>
                    <a:pt x="114" y="28321"/>
                  </a:lnTo>
                  <a:lnTo>
                    <a:pt x="76" y="33147"/>
                  </a:lnTo>
                  <a:lnTo>
                    <a:pt x="406" y="35306"/>
                  </a:lnTo>
                  <a:lnTo>
                    <a:pt x="1397" y="38798"/>
                  </a:lnTo>
                  <a:lnTo>
                    <a:pt x="1397" y="42672"/>
                  </a:lnTo>
                  <a:lnTo>
                    <a:pt x="5588" y="46863"/>
                  </a:lnTo>
                  <a:lnTo>
                    <a:pt x="7188" y="46863"/>
                  </a:lnTo>
                  <a:lnTo>
                    <a:pt x="7747" y="47371"/>
                  </a:lnTo>
                  <a:lnTo>
                    <a:pt x="8382" y="47879"/>
                  </a:lnTo>
                  <a:lnTo>
                    <a:pt x="11811" y="50419"/>
                  </a:lnTo>
                  <a:lnTo>
                    <a:pt x="14363" y="52095"/>
                  </a:lnTo>
                  <a:lnTo>
                    <a:pt x="17018" y="54737"/>
                  </a:lnTo>
                  <a:lnTo>
                    <a:pt x="31877" y="54737"/>
                  </a:lnTo>
                  <a:lnTo>
                    <a:pt x="33045" y="53594"/>
                  </a:lnTo>
                  <a:lnTo>
                    <a:pt x="33782" y="53594"/>
                  </a:lnTo>
                  <a:lnTo>
                    <a:pt x="38100" y="49276"/>
                  </a:lnTo>
                  <a:lnTo>
                    <a:pt x="38100" y="44069"/>
                  </a:lnTo>
                  <a:lnTo>
                    <a:pt x="38100" y="43815"/>
                  </a:lnTo>
                  <a:lnTo>
                    <a:pt x="38227" y="37084"/>
                  </a:lnTo>
                  <a:lnTo>
                    <a:pt x="38227" y="36322"/>
                  </a:lnTo>
                  <a:lnTo>
                    <a:pt x="38239" y="33147"/>
                  </a:lnTo>
                  <a:lnTo>
                    <a:pt x="38315" y="28867"/>
                  </a:lnTo>
                  <a:lnTo>
                    <a:pt x="38481" y="28702"/>
                  </a:lnTo>
                  <a:lnTo>
                    <a:pt x="38481" y="23241"/>
                  </a:lnTo>
                  <a:lnTo>
                    <a:pt x="38481" y="22987"/>
                  </a:lnTo>
                  <a:lnTo>
                    <a:pt x="38481" y="17780"/>
                  </a:lnTo>
                  <a:close/>
                </a:path>
                <a:path extrusionOk="0" h="135889" w="149859">
                  <a:moveTo>
                    <a:pt x="149606" y="86614"/>
                  </a:moveTo>
                  <a:lnTo>
                    <a:pt x="146812" y="83820"/>
                  </a:lnTo>
                  <a:lnTo>
                    <a:pt x="146812" y="113030"/>
                  </a:lnTo>
                  <a:lnTo>
                    <a:pt x="146672" y="114007"/>
                  </a:lnTo>
                  <a:lnTo>
                    <a:pt x="146735" y="113792"/>
                  </a:lnTo>
                  <a:lnTo>
                    <a:pt x="146634" y="114300"/>
                  </a:lnTo>
                  <a:lnTo>
                    <a:pt x="146659" y="114046"/>
                  </a:lnTo>
                  <a:lnTo>
                    <a:pt x="146812" y="113030"/>
                  </a:lnTo>
                  <a:lnTo>
                    <a:pt x="146812" y="83820"/>
                  </a:lnTo>
                  <a:lnTo>
                    <a:pt x="144907" y="81915"/>
                  </a:lnTo>
                  <a:lnTo>
                    <a:pt x="144399" y="81915"/>
                  </a:lnTo>
                  <a:lnTo>
                    <a:pt x="144272" y="81788"/>
                  </a:lnTo>
                  <a:lnTo>
                    <a:pt x="141782" y="81788"/>
                  </a:lnTo>
                  <a:lnTo>
                    <a:pt x="141782" y="112395"/>
                  </a:lnTo>
                  <a:lnTo>
                    <a:pt x="141782" y="112522"/>
                  </a:lnTo>
                  <a:lnTo>
                    <a:pt x="141732" y="112395"/>
                  </a:lnTo>
                  <a:lnTo>
                    <a:pt x="141782" y="81788"/>
                  </a:lnTo>
                  <a:lnTo>
                    <a:pt x="137668" y="81788"/>
                  </a:lnTo>
                  <a:lnTo>
                    <a:pt x="132588" y="81788"/>
                  </a:lnTo>
                  <a:lnTo>
                    <a:pt x="127889" y="86487"/>
                  </a:lnTo>
                  <a:lnTo>
                    <a:pt x="127889" y="88392"/>
                  </a:lnTo>
                  <a:lnTo>
                    <a:pt x="125857" y="90424"/>
                  </a:lnTo>
                  <a:lnTo>
                    <a:pt x="125857" y="91541"/>
                  </a:lnTo>
                  <a:lnTo>
                    <a:pt x="125476" y="92075"/>
                  </a:lnTo>
                  <a:lnTo>
                    <a:pt x="124637" y="93675"/>
                  </a:lnTo>
                  <a:lnTo>
                    <a:pt x="122047" y="96266"/>
                  </a:lnTo>
                  <a:lnTo>
                    <a:pt x="122047" y="101409"/>
                  </a:lnTo>
                  <a:lnTo>
                    <a:pt x="121158" y="105117"/>
                  </a:lnTo>
                  <a:lnTo>
                    <a:pt x="121158" y="110363"/>
                  </a:lnTo>
                  <a:lnTo>
                    <a:pt x="121094" y="110490"/>
                  </a:lnTo>
                  <a:lnTo>
                    <a:pt x="121119" y="110363"/>
                  </a:lnTo>
                  <a:lnTo>
                    <a:pt x="121158" y="105117"/>
                  </a:lnTo>
                  <a:lnTo>
                    <a:pt x="121056" y="105537"/>
                  </a:lnTo>
                  <a:lnTo>
                    <a:pt x="120777" y="107315"/>
                  </a:lnTo>
                  <a:lnTo>
                    <a:pt x="120688" y="113271"/>
                  </a:lnTo>
                  <a:lnTo>
                    <a:pt x="120853" y="112064"/>
                  </a:lnTo>
                  <a:lnTo>
                    <a:pt x="120815" y="115277"/>
                  </a:lnTo>
                  <a:lnTo>
                    <a:pt x="120777" y="119507"/>
                  </a:lnTo>
                  <a:lnTo>
                    <a:pt x="120688" y="113271"/>
                  </a:lnTo>
                  <a:lnTo>
                    <a:pt x="120523" y="114427"/>
                  </a:lnTo>
                  <a:lnTo>
                    <a:pt x="120459" y="119824"/>
                  </a:lnTo>
                  <a:lnTo>
                    <a:pt x="120396" y="125476"/>
                  </a:lnTo>
                  <a:lnTo>
                    <a:pt x="120396" y="131064"/>
                  </a:lnTo>
                  <a:lnTo>
                    <a:pt x="124841" y="135636"/>
                  </a:lnTo>
                  <a:lnTo>
                    <a:pt x="138938" y="135636"/>
                  </a:lnTo>
                  <a:lnTo>
                    <a:pt x="141351" y="133223"/>
                  </a:lnTo>
                  <a:lnTo>
                    <a:pt x="143891" y="133223"/>
                  </a:lnTo>
                  <a:lnTo>
                    <a:pt x="144526" y="132588"/>
                  </a:lnTo>
                  <a:lnTo>
                    <a:pt x="144653" y="132588"/>
                  </a:lnTo>
                  <a:lnTo>
                    <a:pt x="149098" y="128143"/>
                  </a:lnTo>
                  <a:lnTo>
                    <a:pt x="149098" y="122555"/>
                  </a:lnTo>
                  <a:lnTo>
                    <a:pt x="149098" y="117094"/>
                  </a:lnTo>
                  <a:lnTo>
                    <a:pt x="149059" y="103682"/>
                  </a:lnTo>
                  <a:lnTo>
                    <a:pt x="149225" y="102362"/>
                  </a:lnTo>
                  <a:lnTo>
                    <a:pt x="149263" y="98501"/>
                  </a:lnTo>
                  <a:lnTo>
                    <a:pt x="149606" y="98171"/>
                  </a:lnTo>
                  <a:lnTo>
                    <a:pt x="149606" y="92329"/>
                  </a:lnTo>
                  <a:lnTo>
                    <a:pt x="149606" y="866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0" name="Google Shape;620;p5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442962" y="4977637"/>
              <a:ext cx="164592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56"/>
            <p:cNvSpPr/>
            <p:nvPr/>
          </p:nvSpPr>
          <p:spPr>
            <a:xfrm>
              <a:off x="7685405" y="5089270"/>
              <a:ext cx="27940" cy="101600"/>
            </a:xfrm>
            <a:custGeom>
              <a:rect b="b" l="l" r="r" t="t"/>
              <a:pathLst>
                <a:path extrusionOk="0" h="101600" w="27940">
                  <a:moveTo>
                    <a:pt x="27686" y="11938"/>
                  </a:moveTo>
                  <a:lnTo>
                    <a:pt x="25146" y="9334"/>
                  </a:lnTo>
                  <a:lnTo>
                    <a:pt x="24892" y="8686"/>
                  </a:lnTo>
                  <a:lnTo>
                    <a:pt x="24892" y="4699"/>
                  </a:lnTo>
                  <a:lnTo>
                    <a:pt x="20066" y="0"/>
                  </a:lnTo>
                  <a:lnTo>
                    <a:pt x="8255" y="0"/>
                  </a:lnTo>
                  <a:lnTo>
                    <a:pt x="3429" y="4699"/>
                  </a:lnTo>
                  <a:lnTo>
                    <a:pt x="3429" y="16637"/>
                  </a:lnTo>
                  <a:lnTo>
                    <a:pt x="3556" y="16764"/>
                  </a:lnTo>
                  <a:lnTo>
                    <a:pt x="3556" y="17272"/>
                  </a:lnTo>
                  <a:lnTo>
                    <a:pt x="3556" y="19939"/>
                  </a:lnTo>
                  <a:lnTo>
                    <a:pt x="3556" y="22987"/>
                  </a:lnTo>
                  <a:lnTo>
                    <a:pt x="3556" y="31623"/>
                  </a:lnTo>
                  <a:lnTo>
                    <a:pt x="3556" y="49911"/>
                  </a:lnTo>
                  <a:lnTo>
                    <a:pt x="3530" y="50292"/>
                  </a:lnTo>
                  <a:lnTo>
                    <a:pt x="3517" y="50673"/>
                  </a:lnTo>
                  <a:lnTo>
                    <a:pt x="2794" y="67678"/>
                  </a:lnTo>
                  <a:lnTo>
                    <a:pt x="2921" y="66802"/>
                  </a:lnTo>
                  <a:lnTo>
                    <a:pt x="2794" y="67818"/>
                  </a:lnTo>
                  <a:lnTo>
                    <a:pt x="2794" y="67678"/>
                  </a:lnTo>
                  <a:lnTo>
                    <a:pt x="2768" y="67818"/>
                  </a:lnTo>
                  <a:lnTo>
                    <a:pt x="762" y="82423"/>
                  </a:lnTo>
                  <a:lnTo>
                    <a:pt x="762" y="83058"/>
                  </a:lnTo>
                  <a:lnTo>
                    <a:pt x="266" y="89903"/>
                  </a:lnTo>
                  <a:lnTo>
                    <a:pt x="0" y="90170"/>
                  </a:lnTo>
                  <a:lnTo>
                    <a:pt x="0" y="93726"/>
                  </a:lnTo>
                  <a:lnTo>
                    <a:pt x="0" y="98298"/>
                  </a:lnTo>
                  <a:lnTo>
                    <a:pt x="3302" y="101473"/>
                  </a:lnTo>
                  <a:lnTo>
                    <a:pt x="11430" y="101473"/>
                  </a:lnTo>
                  <a:lnTo>
                    <a:pt x="14732" y="98298"/>
                  </a:lnTo>
                  <a:lnTo>
                    <a:pt x="14732" y="96012"/>
                  </a:lnTo>
                  <a:lnTo>
                    <a:pt x="19050" y="88773"/>
                  </a:lnTo>
                  <a:lnTo>
                    <a:pt x="20193" y="85979"/>
                  </a:lnTo>
                  <a:lnTo>
                    <a:pt x="23749" y="70739"/>
                  </a:lnTo>
                  <a:lnTo>
                    <a:pt x="24003" y="68707"/>
                  </a:lnTo>
                  <a:lnTo>
                    <a:pt x="24079" y="66802"/>
                  </a:lnTo>
                  <a:lnTo>
                    <a:pt x="24765" y="50673"/>
                  </a:lnTo>
                  <a:lnTo>
                    <a:pt x="24765" y="31623"/>
                  </a:lnTo>
                  <a:lnTo>
                    <a:pt x="24765" y="26758"/>
                  </a:lnTo>
                  <a:lnTo>
                    <a:pt x="27686" y="23749"/>
                  </a:lnTo>
                  <a:lnTo>
                    <a:pt x="27686" y="17907"/>
                  </a:lnTo>
                  <a:lnTo>
                    <a:pt x="27686" y="11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2" name="Google Shape;622;p5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795767" y="4904612"/>
              <a:ext cx="132841" cy="201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6"/>
            <p:cNvSpPr/>
            <p:nvPr/>
          </p:nvSpPr>
          <p:spPr>
            <a:xfrm>
              <a:off x="7863840" y="4759197"/>
              <a:ext cx="208915" cy="464185"/>
            </a:xfrm>
            <a:custGeom>
              <a:rect b="b" l="l" r="r" t="t"/>
              <a:pathLst>
                <a:path extrusionOk="0" h="464185" w="208915">
                  <a:moveTo>
                    <a:pt x="205549" y="255016"/>
                  </a:moveTo>
                  <a:lnTo>
                    <a:pt x="205359" y="252984"/>
                  </a:lnTo>
                  <a:lnTo>
                    <a:pt x="205105" y="251587"/>
                  </a:lnTo>
                  <a:lnTo>
                    <a:pt x="198818" y="221488"/>
                  </a:lnTo>
                  <a:lnTo>
                    <a:pt x="197612" y="215646"/>
                  </a:lnTo>
                  <a:lnTo>
                    <a:pt x="197231" y="214503"/>
                  </a:lnTo>
                  <a:lnTo>
                    <a:pt x="188290" y="186563"/>
                  </a:lnTo>
                  <a:lnTo>
                    <a:pt x="186055" y="179578"/>
                  </a:lnTo>
                  <a:lnTo>
                    <a:pt x="185801" y="178562"/>
                  </a:lnTo>
                  <a:lnTo>
                    <a:pt x="174294" y="151511"/>
                  </a:lnTo>
                  <a:lnTo>
                    <a:pt x="173697" y="150114"/>
                  </a:lnTo>
                  <a:lnTo>
                    <a:pt x="169926" y="141224"/>
                  </a:lnTo>
                  <a:lnTo>
                    <a:pt x="169164" y="139700"/>
                  </a:lnTo>
                  <a:lnTo>
                    <a:pt x="157937" y="121285"/>
                  </a:lnTo>
                  <a:lnTo>
                    <a:pt x="150749" y="109474"/>
                  </a:lnTo>
                  <a:lnTo>
                    <a:pt x="150114" y="108585"/>
                  </a:lnTo>
                  <a:lnTo>
                    <a:pt x="140868" y="96266"/>
                  </a:lnTo>
                  <a:lnTo>
                    <a:pt x="130683" y="82677"/>
                  </a:lnTo>
                  <a:lnTo>
                    <a:pt x="130048" y="81915"/>
                  </a:lnTo>
                  <a:lnTo>
                    <a:pt x="124231" y="75565"/>
                  </a:lnTo>
                  <a:lnTo>
                    <a:pt x="109728" y="59690"/>
                  </a:lnTo>
                  <a:lnTo>
                    <a:pt x="108839" y="58674"/>
                  </a:lnTo>
                  <a:lnTo>
                    <a:pt x="108254" y="58166"/>
                  </a:lnTo>
                  <a:lnTo>
                    <a:pt x="92049" y="44069"/>
                  </a:lnTo>
                  <a:lnTo>
                    <a:pt x="88265" y="40767"/>
                  </a:lnTo>
                  <a:lnTo>
                    <a:pt x="87503" y="40132"/>
                  </a:lnTo>
                  <a:lnTo>
                    <a:pt x="68656" y="26670"/>
                  </a:lnTo>
                  <a:lnTo>
                    <a:pt x="67945" y="26162"/>
                  </a:lnTo>
                  <a:lnTo>
                    <a:pt x="67183" y="25654"/>
                  </a:lnTo>
                  <a:lnTo>
                    <a:pt x="61252" y="22225"/>
                  </a:lnTo>
                  <a:lnTo>
                    <a:pt x="59715" y="21336"/>
                  </a:lnTo>
                  <a:lnTo>
                    <a:pt x="54190" y="18148"/>
                  </a:lnTo>
                  <a:lnTo>
                    <a:pt x="49784" y="13843"/>
                  </a:lnTo>
                  <a:lnTo>
                    <a:pt x="46469" y="13843"/>
                  </a:lnTo>
                  <a:lnTo>
                    <a:pt x="38785" y="9842"/>
                  </a:lnTo>
                  <a:lnTo>
                    <a:pt x="35306" y="6350"/>
                  </a:lnTo>
                  <a:lnTo>
                    <a:pt x="31762" y="6350"/>
                  </a:lnTo>
                  <a:lnTo>
                    <a:pt x="28308" y="4699"/>
                  </a:lnTo>
                  <a:lnTo>
                    <a:pt x="27355" y="4254"/>
                  </a:lnTo>
                  <a:lnTo>
                    <a:pt x="24130" y="1016"/>
                  </a:lnTo>
                  <a:lnTo>
                    <a:pt x="18821" y="1016"/>
                  </a:lnTo>
                  <a:lnTo>
                    <a:pt x="17475" y="850"/>
                  </a:lnTo>
                  <a:lnTo>
                    <a:pt x="16637" y="0"/>
                  </a:lnTo>
                  <a:lnTo>
                    <a:pt x="4826" y="0"/>
                  </a:lnTo>
                  <a:lnTo>
                    <a:pt x="0" y="4699"/>
                  </a:lnTo>
                  <a:lnTo>
                    <a:pt x="0" y="16510"/>
                  </a:lnTo>
                  <a:lnTo>
                    <a:pt x="4826" y="21209"/>
                  </a:lnTo>
                  <a:lnTo>
                    <a:pt x="4953" y="21209"/>
                  </a:lnTo>
                  <a:lnTo>
                    <a:pt x="5080" y="21399"/>
                  </a:lnTo>
                  <a:lnTo>
                    <a:pt x="5080" y="24003"/>
                  </a:lnTo>
                  <a:lnTo>
                    <a:pt x="9906" y="28829"/>
                  </a:lnTo>
                  <a:lnTo>
                    <a:pt x="21590" y="28829"/>
                  </a:lnTo>
                  <a:lnTo>
                    <a:pt x="23050" y="27368"/>
                  </a:lnTo>
                  <a:lnTo>
                    <a:pt x="23495" y="27813"/>
                  </a:lnTo>
                  <a:lnTo>
                    <a:pt x="26644" y="27813"/>
                  </a:lnTo>
                  <a:lnTo>
                    <a:pt x="34010" y="31737"/>
                  </a:lnTo>
                  <a:lnTo>
                    <a:pt x="37846" y="35560"/>
                  </a:lnTo>
                  <a:lnTo>
                    <a:pt x="40881" y="35560"/>
                  </a:lnTo>
                  <a:lnTo>
                    <a:pt x="73533" y="57531"/>
                  </a:lnTo>
                  <a:lnTo>
                    <a:pt x="112763" y="96608"/>
                  </a:lnTo>
                  <a:lnTo>
                    <a:pt x="149034" y="150583"/>
                  </a:lnTo>
                  <a:lnTo>
                    <a:pt x="164490" y="187045"/>
                  </a:lnTo>
                  <a:lnTo>
                    <a:pt x="164655" y="187579"/>
                  </a:lnTo>
                  <a:lnTo>
                    <a:pt x="175133" y="220345"/>
                  </a:lnTo>
                  <a:lnTo>
                    <a:pt x="182499" y="255143"/>
                  </a:lnTo>
                  <a:lnTo>
                    <a:pt x="205549" y="255143"/>
                  </a:lnTo>
                  <a:lnTo>
                    <a:pt x="205549" y="255016"/>
                  </a:lnTo>
                  <a:close/>
                </a:path>
                <a:path extrusionOk="0" h="464185" w="208915">
                  <a:moveTo>
                    <a:pt x="208661" y="288163"/>
                  </a:moveTo>
                  <a:lnTo>
                    <a:pt x="205663" y="256286"/>
                  </a:lnTo>
                  <a:lnTo>
                    <a:pt x="182753" y="256286"/>
                  </a:lnTo>
                  <a:lnTo>
                    <a:pt x="182600" y="256286"/>
                  </a:lnTo>
                  <a:lnTo>
                    <a:pt x="185674" y="290322"/>
                  </a:lnTo>
                  <a:lnTo>
                    <a:pt x="185674" y="347522"/>
                  </a:lnTo>
                  <a:lnTo>
                    <a:pt x="180238" y="372897"/>
                  </a:lnTo>
                  <a:lnTo>
                    <a:pt x="179984" y="373634"/>
                  </a:lnTo>
                  <a:lnTo>
                    <a:pt x="172847" y="394589"/>
                  </a:lnTo>
                  <a:lnTo>
                    <a:pt x="172529" y="395351"/>
                  </a:lnTo>
                  <a:lnTo>
                    <a:pt x="164846" y="413766"/>
                  </a:lnTo>
                  <a:lnTo>
                    <a:pt x="164528" y="414401"/>
                  </a:lnTo>
                  <a:lnTo>
                    <a:pt x="157607" y="428625"/>
                  </a:lnTo>
                  <a:lnTo>
                    <a:pt x="152654" y="440817"/>
                  </a:lnTo>
                  <a:lnTo>
                    <a:pt x="151892" y="442341"/>
                  </a:lnTo>
                  <a:lnTo>
                    <a:pt x="150876" y="442341"/>
                  </a:lnTo>
                  <a:lnTo>
                    <a:pt x="146050" y="447167"/>
                  </a:lnTo>
                  <a:lnTo>
                    <a:pt x="146050" y="458978"/>
                  </a:lnTo>
                  <a:lnTo>
                    <a:pt x="150876" y="463804"/>
                  </a:lnTo>
                  <a:lnTo>
                    <a:pt x="155270" y="463804"/>
                  </a:lnTo>
                  <a:lnTo>
                    <a:pt x="156083" y="464058"/>
                  </a:lnTo>
                  <a:lnTo>
                    <a:pt x="156667" y="463804"/>
                  </a:lnTo>
                  <a:lnTo>
                    <a:pt x="162814" y="463804"/>
                  </a:lnTo>
                  <a:lnTo>
                    <a:pt x="167436" y="459181"/>
                  </a:lnTo>
                  <a:lnTo>
                    <a:pt x="177850" y="440055"/>
                  </a:lnTo>
                  <a:lnTo>
                    <a:pt x="178689" y="438023"/>
                  </a:lnTo>
                  <a:lnTo>
                    <a:pt x="178435" y="438658"/>
                  </a:lnTo>
                  <a:lnTo>
                    <a:pt x="178739" y="438023"/>
                  </a:lnTo>
                  <a:lnTo>
                    <a:pt x="185547" y="423926"/>
                  </a:lnTo>
                  <a:lnTo>
                    <a:pt x="185801" y="423291"/>
                  </a:lnTo>
                  <a:lnTo>
                    <a:pt x="194183" y="403479"/>
                  </a:lnTo>
                  <a:lnTo>
                    <a:pt x="194437" y="402844"/>
                  </a:lnTo>
                  <a:lnTo>
                    <a:pt x="202311" y="379730"/>
                  </a:lnTo>
                  <a:lnTo>
                    <a:pt x="202692" y="378460"/>
                  </a:lnTo>
                  <a:lnTo>
                    <a:pt x="203987" y="372237"/>
                  </a:lnTo>
                  <a:lnTo>
                    <a:pt x="208407" y="351028"/>
                  </a:lnTo>
                  <a:lnTo>
                    <a:pt x="208661" y="348615"/>
                  </a:lnTo>
                  <a:lnTo>
                    <a:pt x="208661" y="346329"/>
                  </a:lnTo>
                  <a:lnTo>
                    <a:pt x="208661" y="289306"/>
                  </a:lnTo>
                  <a:lnTo>
                    <a:pt x="208661" y="2881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4" name="Google Shape;624;p5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94293" y="4869052"/>
              <a:ext cx="195706" cy="207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56"/>
            <p:cNvSpPr/>
            <p:nvPr/>
          </p:nvSpPr>
          <p:spPr>
            <a:xfrm>
              <a:off x="8668258" y="4750561"/>
              <a:ext cx="558165" cy="467995"/>
            </a:xfrm>
            <a:custGeom>
              <a:rect b="b" l="l" r="r" t="t"/>
              <a:pathLst>
                <a:path extrusionOk="0" h="467995" w="558165">
                  <a:moveTo>
                    <a:pt x="27076" y="197612"/>
                  </a:moveTo>
                  <a:lnTo>
                    <a:pt x="27051" y="197485"/>
                  </a:lnTo>
                  <a:lnTo>
                    <a:pt x="27051" y="197612"/>
                  </a:lnTo>
                  <a:close/>
                </a:path>
                <a:path extrusionOk="0" h="467995" w="558165">
                  <a:moveTo>
                    <a:pt x="36957" y="403860"/>
                  </a:moveTo>
                  <a:lnTo>
                    <a:pt x="36830" y="403148"/>
                  </a:lnTo>
                  <a:lnTo>
                    <a:pt x="36830" y="403860"/>
                  </a:lnTo>
                  <a:lnTo>
                    <a:pt x="36957" y="403860"/>
                  </a:lnTo>
                  <a:close/>
                </a:path>
                <a:path extrusionOk="0" h="467995" w="558165">
                  <a:moveTo>
                    <a:pt x="181991" y="318770"/>
                  </a:moveTo>
                  <a:lnTo>
                    <a:pt x="177546" y="314452"/>
                  </a:lnTo>
                  <a:lnTo>
                    <a:pt x="177063" y="314452"/>
                  </a:lnTo>
                  <a:lnTo>
                    <a:pt x="176364" y="313690"/>
                  </a:lnTo>
                  <a:lnTo>
                    <a:pt x="176022" y="313309"/>
                  </a:lnTo>
                  <a:lnTo>
                    <a:pt x="171678" y="309499"/>
                  </a:lnTo>
                  <a:lnTo>
                    <a:pt x="170815" y="308737"/>
                  </a:lnTo>
                  <a:lnTo>
                    <a:pt x="150431" y="298450"/>
                  </a:lnTo>
                  <a:lnTo>
                    <a:pt x="149098" y="297942"/>
                  </a:lnTo>
                  <a:lnTo>
                    <a:pt x="149225" y="297942"/>
                  </a:lnTo>
                  <a:lnTo>
                    <a:pt x="140246" y="294513"/>
                  </a:lnTo>
                  <a:lnTo>
                    <a:pt x="136271" y="292989"/>
                  </a:lnTo>
                  <a:lnTo>
                    <a:pt x="121920" y="288417"/>
                  </a:lnTo>
                  <a:lnTo>
                    <a:pt x="121793" y="288417"/>
                  </a:lnTo>
                  <a:lnTo>
                    <a:pt x="116344" y="286766"/>
                  </a:lnTo>
                  <a:lnTo>
                    <a:pt x="106299" y="283718"/>
                  </a:lnTo>
                  <a:lnTo>
                    <a:pt x="91821" y="280035"/>
                  </a:lnTo>
                  <a:lnTo>
                    <a:pt x="91440" y="280035"/>
                  </a:lnTo>
                  <a:lnTo>
                    <a:pt x="78486" y="277241"/>
                  </a:lnTo>
                  <a:lnTo>
                    <a:pt x="77724" y="277114"/>
                  </a:lnTo>
                  <a:lnTo>
                    <a:pt x="66814" y="275590"/>
                  </a:lnTo>
                  <a:lnTo>
                    <a:pt x="65913" y="275463"/>
                  </a:lnTo>
                  <a:lnTo>
                    <a:pt x="66294" y="275590"/>
                  </a:lnTo>
                  <a:lnTo>
                    <a:pt x="57924" y="274167"/>
                  </a:lnTo>
                  <a:lnTo>
                    <a:pt x="59385" y="272669"/>
                  </a:lnTo>
                  <a:lnTo>
                    <a:pt x="59626" y="272415"/>
                  </a:lnTo>
                  <a:lnTo>
                    <a:pt x="61125" y="270891"/>
                  </a:lnTo>
                  <a:lnTo>
                    <a:pt x="72263" y="259461"/>
                  </a:lnTo>
                  <a:lnTo>
                    <a:pt x="76682" y="255143"/>
                  </a:lnTo>
                  <a:lnTo>
                    <a:pt x="82677" y="249301"/>
                  </a:lnTo>
                  <a:lnTo>
                    <a:pt x="93091" y="239268"/>
                  </a:lnTo>
                  <a:lnTo>
                    <a:pt x="93218" y="239014"/>
                  </a:lnTo>
                  <a:lnTo>
                    <a:pt x="103378" y="228346"/>
                  </a:lnTo>
                  <a:lnTo>
                    <a:pt x="106273" y="225552"/>
                  </a:lnTo>
                  <a:lnTo>
                    <a:pt x="114173" y="217932"/>
                  </a:lnTo>
                  <a:lnTo>
                    <a:pt x="123215" y="208153"/>
                  </a:lnTo>
                  <a:lnTo>
                    <a:pt x="123571" y="207772"/>
                  </a:lnTo>
                  <a:lnTo>
                    <a:pt x="123063" y="208153"/>
                  </a:lnTo>
                  <a:lnTo>
                    <a:pt x="126631" y="204724"/>
                  </a:lnTo>
                  <a:lnTo>
                    <a:pt x="132080" y="199517"/>
                  </a:lnTo>
                  <a:lnTo>
                    <a:pt x="131953" y="199517"/>
                  </a:lnTo>
                  <a:lnTo>
                    <a:pt x="137325" y="194310"/>
                  </a:lnTo>
                  <a:lnTo>
                    <a:pt x="138684" y="194310"/>
                  </a:lnTo>
                  <a:lnTo>
                    <a:pt x="142748" y="190246"/>
                  </a:lnTo>
                  <a:lnTo>
                    <a:pt x="142748" y="189522"/>
                  </a:lnTo>
                  <a:lnTo>
                    <a:pt x="143573" y="188849"/>
                  </a:lnTo>
                  <a:lnTo>
                    <a:pt x="145415" y="188849"/>
                  </a:lnTo>
                  <a:lnTo>
                    <a:pt x="149352" y="184912"/>
                  </a:lnTo>
                  <a:lnTo>
                    <a:pt x="150749" y="184912"/>
                  </a:lnTo>
                  <a:lnTo>
                    <a:pt x="154559" y="180975"/>
                  </a:lnTo>
                  <a:lnTo>
                    <a:pt x="154559" y="180467"/>
                  </a:lnTo>
                  <a:lnTo>
                    <a:pt x="154686" y="180340"/>
                  </a:lnTo>
                  <a:lnTo>
                    <a:pt x="154686" y="175514"/>
                  </a:lnTo>
                  <a:lnTo>
                    <a:pt x="154686" y="174879"/>
                  </a:lnTo>
                  <a:lnTo>
                    <a:pt x="154686" y="170688"/>
                  </a:lnTo>
                  <a:lnTo>
                    <a:pt x="150749" y="166751"/>
                  </a:lnTo>
                  <a:lnTo>
                    <a:pt x="149098" y="166751"/>
                  </a:lnTo>
                  <a:lnTo>
                    <a:pt x="148971" y="166624"/>
                  </a:lnTo>
                  <a:lnTo>
                    <a:pt x="143764" y="166624"/>
                  </a:lnTo>
                  <a:lnTo>
                    <a:pt x="139192" y="166624"/>
                  </a:lnTo>
                  <a:lnTo>
                    <a:pt x="135255" y="170561"/>
                  </a:lnTo>
                  <a:lnTo>
                    <a:pt x="135255" y="171081"/>
                  </a:lnTo>
                  <a:lnTo>
                    <a:pt x="131572" y="174879"/>
                  </a:lnTo>
                  <a:lnTo>
                    <a:pt x="131572" y="175374"/>
                  </a:lnTo>
                  <a:lnTo>
                    <a:pt x="130543" y="176149"/>
                  </a:lnTo>
                  <a:lnTo>
                    <a:pt x="128651" y="176149"/>
                  </a:lnTo>
                  <a:lnTo>
                    <a:pt x="124587" y="180213"/>
                  </a:lnTo>
                  <a:lnTo>
                    <a:pt x="124587" y="181203"/>
                  </a:lnTo>
                  <a:lnTo>
                    <a:pt x="110236" y="194691"/>
                  </a:lnTo>
                  <a:lnTo>
                    <a:pt x="109855" y="195072"/>
                  </a:lnTo>
                  <a:lnTo>
                    <a:pt x="100584" y="204965"/>
                  </a:lnTo>
                  <a:lnTo>
                    <a:pt x="90170" y="215011"/>
                  </a:lnTo>
                  <a:lnTo>
                    <a:pt x="79768" y="225653"/>
                  </a:lnTo>
                  <a:lnTo>
                    <a:pt x="58674" y="245999"/>
                  </a:lnTo>
                  <a:lnTo>
                    <a:pt x="49784" y="255143"/>
                  </a:lnTo>
                  <a:lnTo>
                    <a:pt x="49657" y="255270"/>
                  </a:lnTo>
                  <a:lnTo>
                    <a:pt x="43561" y="261366"/>
                  </a:lnTo>
                  <a:lnTo>
                    <a:pt x="43281" y="261620"/>
                  </a:lnTo>
                  <a:lnTo>
                    <a:pt x="39789" y="264871"/>
                  </a:lnTo>
                  <a:lnTo>
                    <a:pt x="38608" y="256667"/>
                  </a:lnTo>
                  <a:lnTo>
                    <a:pt x="38481" y="256159"/>
                  </a:lnTo>
                  <a:lnTo>
                    <a:pt x="34582" y="235585"/>
                  </a:lnTo>
                  <a:lnTo>
                    <a:pt x="34544" y="235331"/>
                  </a:lnTo>
                  <a:lnTo>
                    <a:pt x="34544" y="235585"/>
                  </a:lnTo>
                  <a:lnTo>
                    <a:pt x="31813" y="219075"/>
                  </a:lnTo>
                  <a:lnTo>
                    <a:pt x="31115" y="214757"/>
                  </a:lnTo>
                  <a:lnTo>
                    <a:pt x="27139" y="197866"/>
                  </a:lnTo>
                  <a:lnTo>
                    <a:pt x="20447" y="197866"/>
                  </a:lnTo>
                  <a:lnTo>
                    <a:pt x="27114" y="197764"/>
                  </a:lnTo>
                  <a:lnTo>
                    <a:pt x="27051" y="197612"/>
                  </a:lnTo>
                  <a:lnTo>
                    <a:pt x="23939" y="183769"/>
                  </a:lnTo>
                  <a:lnTo>
                    <a:pt x="23749" y="182880"/>
                  </a:lnTo>
                  <a:lnTo>
                    <a:pt x="23876" y="183769"/>
                  </a:lnTo>
                  <a:lnTo>
                    <a:pt x="22555" y="174752"/>
                  </a:lnTo>
                  <a:lnTo>
                    <a:pt x="22479" y="174231"/>
                  </a:lnTo>
                  <a:lnTo>
                    <a:pt x="22479" y="173355"/>
                  </a:lnTo>
                  <a:lnTo>
                    <a:pt x="22479" y="166878"/>
                  </a:lnTo>
                  <a:lnTo>
                    <a:pt x="22479" y="160909"/>
                  </a:lnTo>
                  <a:lnTo>
                    <a:pt x="22479" y="160782"/>
                  </a:lnTo>
                  <a:lnTo>
                    <a:pt x="22479" y="154559"/>
                  </a:lnTo>
                  <a:lnTo>
                    <a:pt x="17399" y="149479"/>
                  </a:lnTo>
                  <a:lnTo>
                    <a:pt x="5080" y="149479"/>
                  </a:lnTo>
                  <a:lnTo>
                    <a:pt x="1828" y="152730"/>
                  </a:lnTo>
                  <a:lnTo>
                    <a:pt x="1828" y="175704"/>
                  </a:lnTo>
                  <a:lnTo>
                    <a:pt x="1828" y="176314"/>
                  </a:lnTo>
                  <a:lnTo>
                    <a:pt x="1816" y="175691"/>
                  </a:lnTo>
                  <a:lnTo>
                    <a:pt x="1828" y="152730"/>
                  </a:lnTo>
                  <a:lnTo>
                    <a:pt x="0" y="154559"/>
                  </a:lnTo>
                  <a:lnTo>
                    <a:pt x="0" y="160909"/>
                  </a:lnTo>
                  <a:lnTo>
                    <a:pt x="0" y="166878"/>
                  </a:lnTo>
                  <a:lnTo>
                    <a:pt x="127" y="176403"/>
                  </a:lnTo>
                  <a:lnTo>
                    <a:pt x="1651" y="187706"/>
                  </a:lnTo>
                  <a:lnTo>
                    <a:pt x="1943" y="189115"/>
                  </a:lnTo>
                  <a:lnTo>
                    <a:pt x="2032" y="197739"/>
                  </a:lnTo>
                  <a:lnTo>
                    <a:pt x="2032" y="202819"/>
                  </a:lnTo>
                  <a:lnTo>
                    <a:pt x="5676" y="206476"/>
                  </a:lnTo>
                  <a:lnTo>
                    <a:pt x="8610" y="219735"/>
                  </a:lnTo>
                  <a:lnTo>
                    <a:pt x="11684" y="239268"/>
                  </a:lnTo>
                  <a:lnTo>
                    <a:pt x="11684" y="239649"/>
                  </a:lnTo>
                  <a:lnTo>
                    <a:pt x="15621" y="260477"/>
                  </a:lnTo>
                  <a:lnTo>
                    <a:pt x="15494" y="259969"/>
                  </a:lnTo>
                  <a:lnTo>
                    <a:pt x="15557" y="260477"/>
                  </a:lnTo>
                  <a:lnTo>
                    <a:pt x="18669" y="282702"/>
                  </a:lnTo>
                  <a:lnTo>
                    <a:pt x="18796" y="283210"/>
                  </a:lnTo>
                  <a:lnTo>
                    <a:pt x="22631" y="303530"/>
                  </a:lnTo>
                  <a:lnTo>
                    <a:pt x="22606" y="303276"/>
                  </a:lnTo>
                  <a:lnTo>
                    <a:pt x="22733" y="304038"/>
                  </a:lnTo>
                  <a:lnTo>
                    <a:pt x="22631" y="303530"/>
                  </a:lnTo>
                  <a:lnTo>
                    <a:pt x="22694" y="304038"/>
                  </a:lnTo>
                  <a:lnTo>
                    <a:pt x="25146" y="324231"/>
                  </a:lnTo>
                  <a:lnTo>
                    <a:pt x="25146" y="324612"/>
                  </a:lnTo>
                  <a:lnTo>
                    <a:pt x="27940" y="342646"/>
                  </a:lnTo>
                  <a:lnTo>
                    <a:pt x="27940" y="342265"/>
                  </a:lnTo>
                  <a:lnTo>
                    <a:pt x="30099" y="358902"/>
                  </a:lnTo>
                  <a:lnTo>
                    <a:pt x="30099" y="359156"/>
                  </a:lnTo>
                  <a:lnTo>
                    <a:pt x="32258" y="372872"/>
                  </a:lnTo>
                  <a:lnTo>
                    <a:pt x="32258" y="372491"/>
                  </a:lnTo>
                  <a:lnTo>
                    <a:pt x="33655" y="383921"/>
                  </a:lnTo>
                  <a:lnTo>
                    <a:pt x="33655" y="383540"/>
                  </a:lnTo>
                  <a:lnTo>
                    <a:pt x="34290" y="391541"/>
                  </a:lnTo>
                  <a:lnTo>
                    <a:pt x="34671" y="393319"/>
                  </a:lnTo>
                  <a:lnTo>
                    <a:pt x="36195" y="399542"/>
                  </a:lnTo>
                  <a:lnTo>
                    <a:pt x="36372" y="400558"/>
                  </a:lnTo>
                  <a:lnTo>
                    <a:pt x="36830" y="403148"/>
                  </a:lnTo>
                  <a:lnTo>
                    <a:pt x="36830" y="401955"/>
                  </a:lnTo>
                  <a:lnTo>
                    <a:pt x="36957" y="403860"/>
                  </a:lnTo>
                  <a:lnTo>
                    <a:pt x="36830" y="405511"/>
                  </a:lnTo>
                  <a:lnTo>
                    <a:pt x="37465" y="409321"/>
                  </a:lnTo>
                  <a:lnTo>
                    <a:pt x="37465" y="416052"/>
                  </a:lnTo>
                  <a:lnTo>
                    <a:pt x="42799" y="421386"/>
                  </a:lnTo>
                  <a:lnTo>
                    <a:pt x="43561" y="421386"/>
                  </a:lnTo>
                  <a:lnTo>
                    <a:pt x="49403" y="421386"/>
                  </a:lnTo>
                  <a:lnTo>
                    <a:pt x="50165" y="421386"/>
                  </a:lnTo>
                  <a:lnTo>
                    <a:pt x="56007" y="421386"/>
                  </a:lnTo>
                  <a:lnTo>
                    <a:pt x="56642" y="421386"/>
                  </a:lnTo>
                  <a:lnTo>
                    <a:pt x="61976" y="416052"/>
                  </a:lnTo>
                  <a:lnTo>
                    <a:pt x="61976" y="409448"/>
                  </a:lnTo>
                  <a:lnTo>
                    <a:pt x="61976" y="403225"/>
                  </a:lnTo>
                  <a:lnTo>
                    <a:pt x="62103" y="403098"/>
                  </a:lnTo>
                  <a:lnTo>
                    <a:pt x="62103" y="397129"/>
                  </a:lnTo>
                  <a:lnTo>
                    <a:pt x="62103" y="396875"/>
                  </a:lnTo>
                  <a:lnTo>
                    <a:pt x="62103" y="390652"/>
                  </a:lnTo>
                  <a:lnTo>
                    <a:pt x="61391" y="389966"/>
                  </a:lnTo>
                  <a:lnTo>
                    <a:pt x="60833" y="384302"/>
                  </a:lnTo>
                  <a:lnTo>
                    <a:pt x="60579" y="382905"/>
                  </a:lnTo>
                  <a:lnTo>
                    <a:pt x="57785" y="371729"/>
                  </a:lnTo>
                  <a:lnTo>
                    <a:pt x="57785" y="368554"/>
                  </a:lnTo>
                  <a:lnTo>
                    <a:pt x="55270" y="366153"/>
                  </a:lnTo>
                  <a:lnTo>
                    <a:pt x="53632" y="355727"/>
                  </a:lnTo>
                  <a:lnTo>
                    <a:pt x="53594" y="355473"/>
                  </a:lnTo>
                  <a:lnTo>
                    <a:pt x="53594" y="355727"/>
                  </a:lnTo>
                  <a:lnTo>
                    <a:pt x="51828" y="342265"/>
                  </a:lnTo>
                  <a:lnTo>
                    <a:pt x="51435" y="339217"/>
                  </a:lnTo>
                  <a:lnTo>
                    <a:pt x="51435" y="338836"/>
                  </a:lnTo>
                  <a:lnTo>
                    <a:pt x="48564" y="321310"/>
                  </a:lnTo>
                  <a:lnTo>
                    <a:pt x="48514" y="320929"/>
                  </a:lnTo>
                  <a:lnTo>
                    <a:pt x="48514" y="321310"/>
                  </a:lnTo>
                  <a:lnTo>
                    <a:pt x="46304" y="303276"/>
                  </a:lnTo>
                  <a:lnTo>
                    <a:pt x="45974" y="300482"/>
                  </a:lnTo>
                  <a:lnTo>
                    <a:pt x="45847" y="299720"/>
                  </a:lnTo>
                  <a:lnTo>
                    <a:pt x="44488" y="292773"/>
                  </a:lnTo>
                  <a:lnTo>
                    <a:pt x="46101" y="292989"/>
                  </a:lnTo>
                  <a:lnTo>
                    <a:pt x="44831" y="292862"/>
                  </a:lnTo>
                  <a:lnTo>
                    <a:pt x="53086" y="294640"/>
                  </a:lnTo>
                  <a:lnTo>
                    <a:pt x="52705" y="294513"/>
                  </a:lnTo>
                  <a:lnTo>
                    <a:pt x="62484" y="296545"/>
                  </a:lnTo>
                  <a:lnTo>
                    <a:pt x="62611" y="296672"/>
                  </a:lnTo>
                  <a:lnTo>
                    <a:pt x="73863" y="298475"/>
                  </a:lnTo>
                  <a:lnTo>
                    <a:pt x="86741" y="301371"/>
                  </a:lnTo>
                  <a:lnTo>
                    <a:pt x="86360" y="301371"/>
                  </a:lnTo>
                  <a:lnTo>
                    <a:pt x="99822" y="304927"/>
                  </a:lnTo>
                  <a:lnTo>
                    <a:pt x="100228" y="305054"/>
                  </a:lnTo>
                  <a:lnTo>
                    <a:pt x="115316" y="309626"/>
                  </a:lnTo>
                  <a:lnTo>
                    <a:pt x="115189" y="309499"/>
                  </a:lnTo>
                  <a:lnTo>
                    <a:pt x="128257" y="313740"/>
                  </a:lnTo>
                  <a:lnTo>
                    <a:pt x="128803" y="313944"/>
                  </a:lnTo>
                  <a:lnTo>
                    <a:pt x="141097" y="318643"/>
                  </a:lnTo>
                  <a:lnTo>
                    <a:pt x="141224" y="318770"/>
                  </a:lnTo>
                  <a:lnTo>
                    <a:pt x="150698" y="322364"/>
                  </a:lnTo>
                  <a:lnTo>
                    <a:pt x="157911" y="326478"/>
                  </a:lnTo>
                  <a:lnTo>
                    <a:pt x="162687" y="329946"/>
                  </a:lnTo>
                  <a:lnTo>
                    <a:pt x="162979" y="330136"/>
                  </a:lnTo>
                  <a:lnTo>
                    <a:pt x="166751" y="334010"/>
                  </a:lnTo>
                  <a:lnTo>
                    <a:pt x="177546" y="334010"/>
                  </a:lnTo>
                  <a:lnTo>
                    <a:pt x="181991" y="329565"/>
                  </a:lnTo>
                  <a:lnTo>
                    <a:pt x="181991" y="324231"/>
                  </a:lnTo>
                  <a:lnTo>
                    <a:pt x="181991" y="318770"/>
                  </a:lnTo>
                  <a:close/>
                </a:path>
                <a:path extrusionOk="0" h="467995" w="558165">
                  <a:moveTo>
                    <a:pt x="296672" y="375031"/>
                  </a:moveTo>
                  <a:lnTo>
                    <a:pt x="296545" y="370586"/>
                  </a:lnTo>
                  <a:lnTo>
                    <a:pt x="296430" y="369951"/>
                  </a:lnTo>
                  <a:lnTo>
                    <a:pt x="295910" y="367017"/>
                  </a:lnTo>
                  <a:lnTo>
                    <a:pt x="295910" y="361950"/>
                  </a:lnTo>
                  <a:lnTo>
                    <a:pt x="290957" y="356997"/>
                  </a:lnTo>
                  <a:lnTo>
                    <a:pt x="290068" y="356997"/>
                  </a:lnTo>
                  <a:lnTo>
                    <a:pt x="288544" y="355473"/>
                  </a:lnTo>
                  <a:lnTo>
                    <a:pt x="284480" y="352679"/>
                  </a:lnTo>
                  <a:lnTo>
                    <a:pt x="282575" y="351409"/>
                  </a:lnTo>
                  <a:lnTo>
                    <a:pt x="275971" y="348615"/>
                  </a:lnTo>
                  <a:lnTo>
                    <a:pt x="275844" y="348488"/>
                  </a:lnTo>
                  <a:lnTo>
                    <a:pt x="268986" y="345694"/>
                  </a:lnTo>
                  <a:lnTo>
                    <a:pt x="267335" y="345059"/>
                  </a:lnTo>
                  <a:lnTo>
                    <a:pt x="258318" y="342900"/>
                  </a:lnTo>
                  <a:lnTo>
                    <a:pt x="258064" y="342900"/>
                  </a:lnTo>
                  <a:lnTo>
                    <a:pt x="248412" y="340741"/>
                  </a:lnTo>
                  <a:lnTo>
                    <a:pt x="224409" y="333502"/>
                  </a:lnTo>
                  <a:lnTo>
                    <a:pt x="224536" y="333629"/>
                  </a:lnTo>
                  <a:lnTo>
                    <a:pt x="220560" y="331216"/>
                  </a:lnTo>
                  <a:lnTo>
                    <a:pt x="218795" y="330149"/>
                  </a:lnTo>
                  <a:lnTo>
                    <a:pt x="218694" y="328295"/>
                  </a:lnTo>
                  <a:lnTo>
                    <a:pt x="218655" y="327025"/>
                  </a:lnTo>
                  <a:lnTo>
                    <a:pt x="218567" y="312166"/>
                  </a:lnTo>
                  <a:lnTo>
                    <a:pt x="218567" y="310654"/>
                  </a:lnTo>
                  <a:lnTo>
                    <a:pt x="219202" y="308737"/>
                  </a:lnTo>
                  <a:lnTo>
                    <a:pt x="220040" y="306197"/>
                  </a:lnTo>
                  <a:lnTo>
                    <a:pt x="220218" y="305689"/>
                  </a:lnTo>
                  <a:lnTo>
                    <a:pt x="219964" y="306197"/>
                  </a:lnTo>
                  <a:lnTo>
                    <a:pt x="221869" y="301244"/>
                  </a:lnTo>
                  <a:lnTo>
                    <a:pt x="221869" y="301117"/>
                  </a:lnTo>
                  <a:lnTo>
                    <a:pt x="222021" y="300824"/>
                  </a:lnTo>
                  <a:lnTo>
                    <a:pt x="222707" y="299593"/>
                  </a:lnTo>
                  <a:lnTo>
                    <a:pt x="223964" y="297307"/>
                  </a:lnTo>
                  <a:lnTo>
                    <a:pt x="224129" y="297002"/>
                  </a:lnTo>
                  <a:lnTo>
                    <a:pt x="224853" y="296037"/>
                  </a:lnTo>
                  <a:lnTo>
                    <a:pt x="227457" y="292608"/>
                  </a:lnTo>
                  <a:lnTo>
                    <a:pt x="227203" y="292989"/>
                  </a:lnTo>
                  <a:lnTo>
                    <a:pt x="227520" y="292608"/>
                  </a:lnTo>
                  <a:lnTo>
                    <a:pt x="227939" y="292100"/>
                  </a:lnTo>
                  <a:lnTo>
                    <a:pt x="228854" y="292100"/>
                  </a:lnTo>
                  <a:lnTo>
                    <a:pt x="229235" y="291719"/>
                  </a:lnTo>
                  <a:lnTo>
                    <a:pt x="231013" y="291719"/>
                  </a:lnTo>
                  <a:lnTo>
                    <a:pt x="227812" y="297713"/>
                  </a:lnTo>
                  <a:lnTo>
                    <a:pt x="224790" y="300736"/>
                  </a:lnTo>
                  <a:lnTo>
                    <a:pt x="224790" y="310261"/>
                  </a:lnTo>
                  <a:lnTo>
                    <a:pt x="228600" y="314071"/>
                  </a:lnTo>
                  <a:lnTo>
                    <a:pt x="238125" y="314071"/>
                  </a:lnTo>
                  <a:lnTo>
                    <a:pt x="241935" y="310261"/>
                  </a:lnTo>
                  <a:lnTo>
                    <a:pt x="241935" y="307848"/>
                  </a:lnTo>
                  <a:lnTo>
                    <a:pt x="246100" y="300507"/>
                  </a:lnTo>
                  <a:lnTo>
                    <a:pt x="249301" y="297307"/>
                  </a:lnTo>
                  <a:lnTo>
                    <a:pt x="249301" y="296519"/>
                  </a:lnTo>
                  <a:lnTo>
                    <a:pt x="250190" y="295656"/>
                  </a:lnTo>
                  <a:lnTo>
                    <a:pt x="250190" y="292735"/>
                  </a:lnTo>
                  <a:lnTo>
                    <a:pt x="250444" y="292481"/>
                  </a:lnTo>
                  <a:lnTo>
                    <a:pt x="250444" y="290322"/>
                  </a:lnTo>
                  <a:lnTo>
                    <a:pt x="250698" y="290068"/>
                  </a:lnTo>
                  <a:lnTo>
                    <a:pt x="250698" y="287896"/>
                  </a:lnTo>
                  <a:lnTo>
                    <a:pt x="251587" y="287020"/>
                  </a:lnTo>
                  <a:lnTo>
                    <a:pt x="251587" y="281305"/>
                  </a:lnTo>
                  <a:lnTo>
                    <a:pt x="251587" y="275717"/>
                  </a:lnTo>
                  <a:lnTo>
                    <a:pt x="246888" y="271145"/>
                  </a:lnTo>
                  <a:lnTo>
                    <a:pt x="242443" y="271145"/>
                  </a:lnTo>
                  <a:lnTo>
                    <a:pt x="240665" y="270637"/>
                  </a:lnTo>
                  <a:lnTo>
                    <a:pt x="239014" y="270637"/>
                  </a:lnTo>
                  <a:lnTo>
                    <a:pt x="237617" y="270510"/>
                  </a:lnTo>
                  <a:lnTo>
                    <a:pt x="231140" y="270256"/>
                  </a:lnTo>
                  <a:lnTo>
                    <a:pt x="226822" y="270256"/>
                  </a:lnTo>
                  <a:lnTo>
                    <a:pt x="222123" y="270637"/>
                  </a:lnTo>
                  <a:lnTo>
                    <a:pt x="217043" y="270637"/>
                  </a:lnTo>
                  <a:lnTo>
                    <a:pt x="212217" y="275336"/>
                  </a:lnTo>
                  <a:lnTo>
                    <a:pt x="212217" y="277304"/>
                  </a:lnTo>
                  <a:lnTo>
                    <a:pt x="210693" y="279019"/>
                  </a:lnTo>
                  <a:lnTo>
                    <a:pt x="210439" y="279400"/>
                  </a:lnTo>
                  <a:lnTo>
                    <a:pt x="206883" y="284099"/>
                  </a:lnTo>
                  <a:lnTo>
                    <a:pt x="205994" y="285369"/>
                  </a:lnTo>
                  <a:lnTo>
                    <a:pt x="203073" y="290449"/>
                  </a:lnTo>
                  <a:lnTo>
                    <a:pt x="202336" y="292100"/>
                  </a:lnTo>
                  <a:lnTo>
                    <a:pt x="199898" y="298323"/>
                  </a:lnTo>
                  <a:lnTo>
                    <a:pt x="199771" y="298831"/>
                  </a:lnTo>
                  <a:lnTo>
                    <a:pt x="197612" y="305308"/>
                  </a:lnTo>
                  <a:lnTo>
                    <a:pt x="196977" y="308737"/>
                  </a:lnTo>
                  <a:lnTo>
                    <a:pt x="196977" y="328295"/>
                  </a:lnTo>
                  <a:lnTo>
                    <a:pt x="196977" y="334264"/>
                  </a:lnTo>
                  <a:lnTo>
                    <a:pt x="196977" y="340233"/>
                  </a:lnTo>
                  <a:lnTo>
                    <a:pt x="201803" y="345059"/>
                  </a:lnTo>
                  <a:lnTo>
                    <a:pt x="203022" y="345059"/>
                  </a:lnTo>
                  <a:lnTo>
                    <a:pt x="203835" y="345948"/>
                  </a:lnTo>
                  <a:lnTo>
                    <a:pt x="206248" y="347853"/>
                  </a:lnTo>
                  <a:lnTo>
                    <a:pt x="213360" y="352298"/>
                  </a:lnTo>
                  <a:lnTo>
                    <a:pt x="213614" y="352425"/>
                  </a:lnTo>
                  <a:lnTo>
                    <a:pt x="221107" y="356743"/>
                  </a:lnTo>
                  <a:lnTo>
                    <a:pt x="224282" y="357886"/>
                  </a:lnTo>
                  <a:lnTo>
                    <a:pt x="233934" y="360172"/>
                  </a:lnTo>
                  <a:lnTo>
                    <a:pt x="253365" y="364490"/>
                  </a:lnTo>
                  <a:lnTo>
                    <a:pt x="253111" y="364490"/>
                  </a:lnTo>
                  <a:lnTo>
                    <a:pt x="260832" y="366344"/>
                  </a:lnTo>
                  <a:lnTo>
                    <a:pt x="267208" y="368935"/>
                  </a:lnTo>
                  <a:lnTo>
                    <a:pt x="266954" y="368935"/>
                  </a:lnTo>
                  <a:lnTo>
                    <a:pt x="272554" y="371360"/>
                  </a:lnTo>
                  <a:lnTo>
                    <a:pt x="273812" y="372300"/>
                  </a:lnTo>
                  <a:lnTo>
                    <a:pt x="273812" y="374269"/>
                  </a:lnTo>
                  <a:lnTo>
                    <a:pt x="274548" y="375018"/>
                  </a:lnTo>
                  <a:lnTo>
                    <a:pt x="274497" y="377012"/>
                  </a:lnTo>
                  <a:lnTo>
                    <a:pt x="274447" y="380085"/>
                  </a:lnTo>
                  <a:lnTo>
                    <a:pt x="272516" y="383247"/>
                  </a:lnTo>
                  <a:lnTo>
                    <a:pt x="273558" y="382270"/>
                  </a:lnTo>
                  <a:lnTo>
                    <a:pt x="272491" y="383286"/>
                  </a:lnTo>
                  <a:lnTo>
                    <a:pt x="266700" y="388747"/>
                  </a:lnTo>
                  <a:lnTo>
                    <a:pt x="267462" y="388239"/>
                  </a:lnTo>
                  <a:lnTo>
                    <a:pt x="258445" y="395351"/>
                  </a:lnTo>
                  <a:lnTo>
                    <a:pt x="258699" y="395097"/>
                  </a:lnTo>
                  <a:lnTo>
                    <a:pt x="258356" y="395351"/>
                  </a:lnTo>
                  <a:lnTo>
                    <a:pt x="250012" y="401612"/>
                  </a:lnTo>
                  <a:lnTo>
                    <a:pt x="241439" y="406069"/>
                  </a:lnTo>
                  <a:lnTo>
                    <a:pt x="234403" y="408444"/>
                  </a:lnTo>
                  <a:lnTo>
                    <a:pt x="228092" y="409702"/>
                  </a:lnTo>
                  <a:lnTo>
                    <a:pt x="226187" y="410337"/>
                  </a:lnTo>
                  <a:lnTo>
                    <a:pt x="223405" y="411480"/>
                  </a:lnTo>
                  <a:lnTo>
                    <a:pt x="220345" y="411480"/>
                  </a:lnTo>
                  <a:lnTo>
                    <a:pt x="216535" y="415290"/>
                  </a:lnTo>
                  <a:lnTo>
                    <a:pt x="216535" y="424688"/>
                  </a:lnTo>
                  <a:lnTo>
                    <a:pt x="220345" y="428371"/>
                  </a:lnTo>
                  <a:lnTo>
                    <a:pt x="223405" y="428371"/>
                  </a:lnTo>
                  <a:lnTo>
                    <a:pt x="226187" y="429514"/>
                  </a:lnTo>
                  <a:lnTo>
                    <a:pt x="230124" y="430403"/>
                  </a:lnTo>
                  <a:lnTo>
                    <a:pt x="237236" y="430403"/>
                  </a:lnTo>
                  <a:lnTo>
                    <a:pt x="272034" y="413131"/>
                  </a:lnTo>
                  <a:lnTo>
                    <a:pt x="272415" y="412877"/>
                  </a:lnTo>
                  <a:lnTo>
                    <a:pt x="277545" y="408686"/>
                  </a:lnTo>
                  <a:lnTo>
                    <a:pt x="278015" y="408305"/>
                  </a:lnTo>
                  <a:lnTo>
                    <a:pt x="280352" y="406400"/>
                  </a:lnTo>
                  <a:lnTo>
                    <a:pt x="281127" y="405765"/>
                  </a:lnTo>
                  <a:lnTo>
                    <a:pt x="282067" y="405003"/>
                  </a:lnTo>
                  <a:lnTo>
                    <a:pt x="284886" y="402336"/>
                  </a:lnTo>
                  <a:lnTo>
                    <a:pt x="285965" y="401320"/>
                  </a:lnTo>
                  <a:lnTo>
                    <a:pt x="288925" y="398526"/>
                  </a:lnTo>
                  <a:lnTo>
                    <a:pt x="290830" y="396240"/>
                  </a:lnTo>
                  <a:lnTo>
                    <a:pt x="292328" y="393725"/>
                  </a:lnTo>
                  <a:lnTo>
                    <a:pt x="296672" y="389382"/>
                  </a:lnTo>
                  <a:lnTo>
                    <a:pt x="296672" y="383286"/>
                  </a:lnTo>
                  <a:lnTo>
                    <a:pt x="296672" y="383159"/>
                  </a:lnTo>
                  <a:lnTo>
                    <a:pt x="296672" y="377571"/>
                  </a:lnTo>
                  <a:lnTo>
                    <a:pt x="296672" y="377063"/>
                  </a:lnTo>
                  <a:lnTo>
                    <a:pt x="296672" y="375031"/>
                  </a:lnTo>
                  <a:close/>
                </a:path>
                <a:path extrusionOk="0" h="467995" w="558165">
                  <a:moveTo>
                    <a:pt x="463143" y="57404"/>
                  </a:moveTo>
                  <a:lnTo>
                    <a:pt x="463042" y="56769"/>
                  </a:lnTo>
                  <a:lnTo>
                    <a:pt x="463042" y="57404"/>
                  </a:lnTo>
                  <a:close/>
                </a:path>
                <a:path extrusionOk="0" h="467995" w="558165">
                  <a:moveTo>
                    <a:pt x="557784" y="440563"/>
                  </a:moveTo>
                  <a:lnTo>
                    <a:pt x="556514" y="439293"/>
                  </a:lnTo>
                  <a:lnTo>
                    <a:pt x="553212" y="439293"/>
                  </a:lnTo>
                  <a:lnTo>
                    <a:pt x="552640" y="439813"/>
                  </a:lnTo>
                  <a:lnTo>
                    <a:pt x="543687" y="442214"/>
                  </a:lnTo>
                  <a:lnTo>
                    <a:pt x="542671" y="442595"/>
                  </a:lnTo>
                  <a:lnTo>
                    <a:pt x="532409" y="446951"/>
                  </a:lnTo>
                  <a:lnTo>
                    <a:pt x="526542" y="446659"/>
                  </a:lnTo>
                  <a:lnTo>
                    <a:pt x="519518" y="446328"/>
                  </a:lnTo>
                  <a:lnTo>
                    <a:pt x="519366" y="446278"/>
                  </a:lnTo>
                  <a:lnTo>
                    <a:pt x="507682" y="443242"/>
                  </a:lnTo>
                  <a:lnTo>
                    <a:pt x="506666" y="442976"/>
                  </a:lnTo>
                  <a:lnTo>
                    <a:pt x="506361" y="442849"/>
                  </a:lnTo>
                  <a:lnTo>
                    <a:pt x="496341" y="439039"/>
                  </a:lnTo>
                  <a:lnTo>
                    <a:pt x="494588" y="438378"/>
                  </a:lnTo>
                  <a:lnTo>
                    <a:pt x="493725" y="437769"/>
                  </a:lnTo>
                  <a:lnTo>
                    <a:pt x="485140" y="431800"/>
                  </a:lnTo>
                  <a:lnTo>
                    <a:pt x="483362" y="430568"/>
                  </a:lnTo>
                  <a:lnTo>
                    <a:pt x="482701" y="429768"/>
                  </a:lnTo>
                  <a:lnTo>
                    <a:pt x="473113" y="418084"/>
                  </a:lnTo>
                  <a:lnTo>
                    <a:pt x="472287" y="417080"/>
                  </a:lnTo>
                  <a:lnTo>
                    <a:pt x="472198" y="416941"/>
                  </a:lnTo>
                  <a:lnTo>
                    <a:pt x="462915" y="402590"/>
                  </a:lnTo>
                  <a:lnTo>
                    <a:pt x="462546" y="402018"/>
                  </a:lnTo>
                  <a:lnTo>
                    <a:pt x="462038" y="400812"/>
                  </a:lnTo>
                  <a:lnTo>
                    <a:pt x="454571" y="382778"/>
                  </a:lnTo>
                  <a:lnTo>
                    <a:pt x="454406" y="382397"/>
                  </a:lnTo>
                  <a:lnTo>
                    <a:pt x="454215" y="381762"/>
                  </a:lnTo>
                  <a:lnTo>
                    <a:pt x="447382" y="359791"/>
                  </a:lnTo>
                  <a:lnTo>
                    <a:pt x="447179" y="359156"/>
                  </a:lnTo>
                  <a:lnTo>
                    <a:pt x="447040" y="358267"/>
                  </a:lnTo>
                  <a:lnTo>
                    <a:pt x="442899" y="333248"/>
                  </a:lnTo>
                  <a:lnTo>
                    <a:pt x="442722" y="332117"/>
                  </a:lnTo>
                  <a:lnTo>
                    <a:pt x="442722" y="333248"/>
                  </a:lnTo>
                  <a:lnTo>
                    <a:pt x="442709" y="332105"/>
                  </a:lnTo>
                  <a:lnTo>
                    <a:pt x="442722" y="331343"/>
                  </a:lnTo>
                  <a:lnTo>
                    <a:pt x="442595" y="270637"/>
                  </a:lnTo>
                  <a:lnTo>
                    <a:pt x="442468" y="238379"/>
                  </a:lnTo>
                  <a:lnTo>
                    <a:pt x="442468" y="237490"/>
                  </a:lnTo>
                  <a:lnTo>
                    <a:pt x="442341" y="238379"/>
                  </a:lnTo>
                  <a:lnTo>
                    <a:pt x="444754" y="206629"/>
                  </a:lnTo>
                  <a:lnTo>
                    <a:pt x="447332" y="175387"/>
                  </a:lnTo>
                  <a:lnTo>
                    <a:pt x="447370" y="174955"/>
                  </a:lnTo>
                  <a:lnTo>
                    <a:pt x="447294" y="175387"/>
                  </a:lnTo>
                  <a:lnTo>
                    <a:pt x="447421" y="174371"/>
                  </a:lnTo>
                  <a:lnTo>
                    <a:pt x="447370" y="174955"/>
                  </a:lnTo>
                  <a:lnTo>
                    <a:pt x="447471" y="174371"/>
                  </a:lnTo>
                  <a:lnTo>
                    <a:pt x="452882" y="144780"/>
                  </a:lnTo>
                  <a:lnTo>
                    <a:pt x="458114" y="117983"/>
                  </a:lnTo>
                  <a:lnTo>
                    <a:pt x="458216" y="117475"/>
                  </a:lnTo>
                  <a:lnTo>
                    <a:pt x="458089" y="117983"/>
                  </a:lnTo>
                  <a:lnTo>
                    <a:pt x="464058" y="93472"/>
                  </a:lnTo>
                  <a:lnTo>
                    <a:pt x="464058" y="93726"/>
                  </a:lnTo>
                  <a:lnTo>
                    <a:pt x="464121" y="93472"/>
                  </a:lnTo>
                  <a:lnTo>
                    <a:pt x="466852" y="83566"/>
                  </a:lnTo>
                  <a:lnTo>
                    <a:pt x="467360" y="83058"/>
                  </a:lnTo>
                  <a:lnTo>
                    <a:pt x="467360" y="81775"/>
                  </a:lnTo>
                  <a:lnTo>
                    <a:pt x="467512" y="81229"/>
                  </a:lnTo>
                  <a:lnTo>
                    <a:pt x="472452" y="72136"/>
                  </a:lnTo>
                  <a:lnTo>
                    <a:pt x="473557" y="70104"/>
                  </a:lnTo>
                  <a:lnTo>
                    <a:pt x="476885" y="70104"/>
                  </a:lnTo>
                  <a:lnTo>
                    <a:pt x="480822" y="66167"/>
                  </a:lnTo>
                  <a:lnTo>
                    <a:pt x="480822" y="65532"/>
                  </a:lnTo>
                  <a:lnTo>
                    <a:pt x="480822" y="61341"/>
                  </a:lnTo>
                  <a:lnTo>
                    <a:pt x="480822" y="60960"/>
                  </a:lnTo>
                  <a:lnTo>
                    <a:pt x="480822" y="60706"/>
                  </a:lnTo>
                  <a:lnTo>
                    <a:pt x="480949" y="56769"/>
                  </a:lnTo>
                  <a:lnTo>
                    <a:pt x="481076" y="57404"/>
                  </a:lnTo>
                  <a:lnTo>
                    <a:pt x="481076" y="56769"/>
                  </a:lnTo>
                  <a:lnTo>
                    <a:pt x="481076" y="54483"/>
                  </a:lnTo>
                  <a:lnTo>
                    <a:pt x="481203" y="47498"/>
                  </a:lnTo>
                  <a:lnTo>
                    <a:pt x="481203" y="46126"/>
                  </a:lnTo>
                  <a:lnTo>
                    <a:pt x="481545" y="44831"/>
                  </a:lnTo>
                  <a:lnTo>
                    <a:pt x="482981" y="36068"/>
                  </a:lnTo>
                  <a:lnTo>
                    <a:pt x="482981" y="34899"/>
                  </a:lnTo>
                  <a:lnTo>
                    <a:pt x="483184" y="33909"/>
                  </a:lnTo>
                  <a:lnTo>
                    <a:pt x="483476" y="32512"/>
                  </a:lnTo>
                  <a:lnTo>
                    <a:pt x="483743" y="31369"/>
                  </a:lnTo>
                  <a:lnTo>
                    <a:pt x="483501" y="32435"/>
                  </a:lnTo>
                  <a:lnTo>
                    <a:pt x="484759" y="29337"/>
                  </a:lnTo>
                  <a:lnTo>
                    <a:pt x="484886" y="29083"/>
                  </a:lnTo>
                  <a:lnTo>
                    <a:pt x="487680" y="21463"/>
                  </a:lnTo>
                  <a:lnTo>
                    <a:pt x="487845" y="21082"/>
                  </a:lnTo>
                  <a:lnTo>
                    <a:pt x="488137" y="20243"/>
                  </a:lnTo>
                  <a:lnTo>
                    <a:pt x="490220" y="18161"/>
                  </a:lnTo>
                  <a:lnTo>
                    <a:pt x="490220" y="15367"/>
                  </a:lnTo>
                  <a:lnTo>
                    <a:pt x="490220" y="12827"/>
                  </a:lnTo>
                  <a:lnTo>
                    <a:pt x="490220" y="9906"/>
                  </a:lnTo>
                  <a:lnTo>
                    <a:pt x="490220" y="7366"/>
                  </a:lnTo>
                  <a:lnTo>
                    <a:pt x="490220" y="4445"/>
                  </a:lnTo>
                  <a:lnTo>
                    <a:pt x="485775" y="0"/>
                  </a:lnTo>
                  <a:lnTo>
                    <a:pt x="474853" y="0"/>
                  </a:lnTo>
                  <a:lnTo>
                    <a:pt x="470535" y="4445"/>
                  </a:lnTo>
                  <a:lnTo>
                    <a:pt x="470535" y="6350"/>
                  </a:lnTo>
                  <a:lnTo>
                    <a:pt x="469519" y="7366"/>
                  </a:lnTo>
                  <a:lnTo>
                    <a:pt x="469519" y="12065"/>
                  </a:lnTo>
                  <a:lnTo>
                    <a:pt x="469353" y="12725"/>
                  </a:lnTo>
                  <a:lnTo>
                    <a:pt x="469353" y="14224"/>
                  </a:lnTo>
                  <a:lnTo>
                    <a:pt x="469265" y="14478"/>
                  </a:lnTo>
                  <a:lnTo>
                    <a:pt x="468731" y="15748"/>
                  </a:lnTo>
                  <a:lnTo>
                    <a:pt x="469353" y="14224"/>
                  </a:lnTo>
                  <a:lnTo>
                    <a:pt x="469353" y="12725"/>
                  </a:lnTo>
                  <a:lnTo>
                    <a:pt x="469138" y="13589"/>
                  </a:lnTo>
                  <a:lnTo>
                    <a:pt x="469011" y="13843"/>
                  </a:lnTo>
                  <a:lnTo>
                    <a:pt x="468249" y="16764"/>
                  </a:lnTo>
                  <a:lnTo>
                    <a:pt x="468249" y="16979"/>
                  </a:lnTo>
                  <a:lnTo>
                    <a:pt x="466217" y="21971"/>
                  </a:lnTo>
                  <a:lnTo>
                    <a:pt x="466344" y="21717"/>
                  </a:lnTo>
                  <a:lnTo>
                    <a:pt x="466026" y="22453"/>
                  </a:lnTo>
                  <a:lnTo>
                    <a:pt x="466026" y="27559"/>
                  </a:lnTo>
                  <a:lnTo>
                    <a:pt x="465988" y="27686"/>
                  </a:lnTo>
                  <a:lnTo>
                    <a:pt x="465963" y="27559"/>
                  </a:lnTo>
                  <a:lnTo>
                    <a:pt x="466026" y="22453"/>
                  </a:lnTo>
                  <a:lnTo>
                    <a:pt x="464743" y="25425"/>
                  </a:lnTo>
                  <a:lnTo>
                    <a:pt x="464743" y="35585"/>
                  </a:lnTo>
                  <a:lnTo>
                    <a:pt x="464705" y="36842"/>
                  </a:lnTo>
                  <a:lnTo>
                    <a:pt x="464629" y="37211"/>
                  </a:lnTo>
                  <a:lnTo>
                    <a:pt x="464743" y="35585"/>
                  </a:lnTo>
                  <a:lnTo>
                    <a:pt x="464743" y="25425"/>
                  </a:lnTo>
                  <a:lnTo>
                    <a:pt x="464362" y="26314"/>
                  </a:lnTo>
                  <a:lnTo>
                    <a:pt x="464362" y="38633"/>
                  </a:lnTo>
                  <a:lnTo>
                    <a:pt x="464286" y="39090"/>
                  </a:lnTo>
                  <a:lnTo>
                    <a:pt x="464108" y="39624"/>
                  </a:lnTo>
                  <a:lnTo>
                    <a:pt x="464070" y="39751"/>
                  </a:lnTo>
                  <a:lnTo>
                    <a:pt x="463296" y="42164"/>
                  </a:lnTo>
                  <a:lnTo>
                    <a:pt x="464223" y="39243"/>
                  </a:lnTo>
                  <a:lnTo>
                    <a:pt x="464362" y="38633"/>
                  </a:lnTo>
                  <a:lnTo>
                    <a:pt x="464362" y="26314"/>
                  </a:lnTo>
                  <a:lnTo>
                    <a:pt x="463169" y="29070"/>
                  </a:lnTo>
                  <a:lnTo>
                    <a:pt x="463169" y="57531"/>
                  </a:lnTo>
                  <a:lnTo>
                    <a:pt x="463042" y="57404"/>
                  </a:lnTo>
                  <a:lnTo>
                    <a:pt x="462915" y="55626"/>
                  </a:lnTo>
                  <a:lnTo>
                    <a:pt x="462915" y="55499"/>
                  </a:lnTo>
                  <a:lnTo>
                    <a:pt x="462915" y="44831"/>
                  </a:lnTo>
                  <a:lnTo>
                    <a:pt x="463042" y="43865"/>
                  </a:lnTo>
                  <a:lnTo>
                    <a:pt x="463042" y="56261"/>
                  </a:lnTo>
                  <a:lnTo>
                    <a:pt x="463143" y="57404"/>
                  </a:lnTo>
                  <a:lnTo>
                    <a:pt x="463169" y="57531"/>
                  </a:lnTo>
                  <a:lnTo>
                    <a:pt x="463169" y="29070"/>
                  </a:lnTo>
                  <a:lnTo>
                    <a:pt x="461899" y="32004"/>
                  </a:lnTo>
                  <a:lnTo>
                    <a:pt x="461772" y="32512"/>
                  </a:lnTo>
                  <a:lnTo>
                    <a:pt x="456311" y="48006"/>
                  </a:lnTo>
                  <a:lnTo>
                    <a:pt x="456184" y="48260"/>
                  </a:lnTo>
                  <a:lnTo>
                    <a:pt x="450215" y="66548"/>
                  </a:lnTo>
                  <a:lnTo>
                    <a:pt x="443992" y="88138"/>
                  </a:lnTo>
                  <a:lnTo>
                    <a:pt x="443992" y="88392"/>
                  </a:lnTo>
                  <a:lnTo>
                    <a:pt x="437642" y="113411"/>
                  </a:lnTo>
                  <a:lnTo>
                    <a:pt x="432181" y="140716"/>
                  </a:lnTo>
                  <a:lnTo>
                    <a:pt x="432054" y="140843"/>
                  </a:lnTo>
                  <a:lnTo>
                    <a:pt x="426212" y="171450"/>
                  </a:lnTo>
                  <a:lnTo>
                    <a:pt x="426085" y="172466"/>
                  </a:lnTo>
                  <a:lnTo>
                    <a:pt x="423037" y="204851"/>
                  </a:lnTo>
                  <a:lnTo>
                    <a:pt x="420370" y="236601"/>
                  </a:lnTo>
                  <a:lnTo>
                    <a:pt x="420243" y="237490"/>
                  </a:lnTo>
                  <a:lnTo>
                    <a:pt x="420116" y="270510"/>
                  </a:lnTo>
                  <a:lnTo>
                    <a:pt x="420103" y="270637"/>
                  </a:lnTo>
                  <a:lnTo>
                    <a:pt x="420116" y="335026"/>
                  </a:lnTo>
                  <a:lnTo>
                    <a:pt x="424815" y="363474"/>
                  </a:lnTo>
                  <a:lnTo>
                    <a:pt x="425196" y="364998"/>
                  </a:lnTo>
                  <a:lnTo>
                    <a:pt x="432689" y="389509"/>
                  </a:lnTo>
                  <a:lnTo>
                    <a:pt x="433070" y="390398"/>
                  </a:lnTo>
                  <a:lnTo>
                    <a:pt x="441706" y="411353"/>
                  </a:lnTo>
                  <a:lnTo>
                    <a:pt x="466890" y="446328"/>
                  </a:lnTo>
                  <a:lnTo>
                    <a:pt x="501396" y="464820"/>
                  </a:lnTo>
                  <a:lnTo>
                    <a:pt x="518668" y="467741"/>
                  </a:lnTo>
                  <a:lnTo>
                    <a:pt x="534416" y="466991"/>
                  </a:lnTo>
                  <a:lnTo>
                    <a:pt x="539496" y="466991"/>
                  </a:lnTo>
                  <a:lnTo>
                    <a:pt x="543941" y="462534"/>
                  </a:lnTo>
                  <a:lnTo>
                    <a:pt x="543941" y="461924"/>
                  </a:lnTo>
                  <a:lnTo>
                    <a:pt x="550799" y="456819"/>
                  </a:lnTo>
                  <a:lnTo>
                    <a:pt x="553466" y="453390"/>
                  </a:lnTo>
                  <a:lnTo>
                    <a:pt x="555675" y="447941"/>
                  </a:lnTo>
                  <a:lnTo>
                    <a:pt x="556945" y="444779"/>
                  </a:lnTo>
                  <a:lnTo>
                    <a:pt x="557784" y="443865"/>
                  </a:lnTo>
                  <a:lnTo>
                    <a:pt x="557784" y="442214"/>
                  </a:lnTo>
                  <a:lnTo>
                    <a:pt x="557784" y="4405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6" name="Google Shape;626;p5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247124" y="4960366"/>
              <a:ext cx="192024" cy="150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5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9475519" y="4942331"/>
              <a:ext cx="268301" cy="172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56"/>
            <p:cNvSpPr/>
            <p:nvPr/>
          </p:nvSpPr>
          <p:spPr>
            <a:xfrm>
              <a:off x="9843135" y="4744973"/>
              <a:ext cx="206375" cy="427989"/>
            </a:xfrm>
            <a:custGeom>
              <a:rect b="b" l="l" r="r" t="t"/>
              <a:pathLst>
                <a:path extrusionOk="0" h="427989" w="206375">
                  <a:moveTo>
                    <a:pt x="206121" y="413258"/>
                  </a:moveTo>
                  <a:lnTo>
                    <a:pt x="204343" y="411607"/>
                  </a:lnTo>
                  <a:lnTo>
                    <a:pt x="202819" y="411607"/>
                  </a:lnTo>
                  <a:lnTo>
                    <a:pt x="179705" y="407543"/>
                  </a:lnTo>
                  <a:lnTo>
                    <a:pt x="178435" y="407416"/>
                  </a:lnTo>
                  <a:lnTo>
                    <a:pt x="153644" y="406387"/>
                  </a:lnTo>
                  <a:lnTo>
                    <a:pt x="153416" y="406146"/>
                  </a:lnTo>
                  <a:lnTo>
                    <a:pt x="148463" y="406146"/>
                  </a:lnTo>
                  <a:lnTo>
                    <a:pt x="120497" y="403479"/>
                  </a:lnTo>
                  <a:lnTo>
                    <a:pt x="114401" y="402907"/>
                  </a:lnTo>
                  <a:lnTo>
                    <a:pt x="113969" y="402717"/>
                  </a:lnTo>
                  <a:lnTo>
                    <a:pt x="92367" y="393827"/>
                  </a:lnTo>
                  <a:lnTo>
                    <a:pt x="90487" y="393065"/>
                  </a:lnTo>
                  <a:lnTo>
                    <a:pt x="89789" y="392557"/>
                  </a:lnTo>
                  <a:lnTo>
                    <a:pt x="70700" y="378841"/>
                  </a:lnTo>
                  <a:lnTo>
                    <a:pt x="69684" y="378117"/>
                  </a:lnTo>
                  <a:lnTo>
                    <a:pt x="68948" y="377317"/>
                  </a:lnTo>
                  <a:lnTo>
                    <a:pt x="52806" y="359791"/>
                  </a:lnTo>
                  <a:lnTo>
                    <a:pt x="52095" y="359016"/>
                  </a:lnTo>
                  <a:lnTo>
                    <a:pt x="51485" y="358013"/>
                  </a:lnTo>
                  <a:lnTo>
                    <a:pt x="38087" y="336169"/>
                  </a:lnTo>
                  <a:lnTo>
                    <a:pt x="37299" y="334899"/>
                  </a:lnTo>
                  <a:lnTo>
                    <a:pt x="37147" y="334518"/>
                  </a:lnTo>
                  <a:lnTo>
                    <a:pt x="26974" y="310134"/>
                  </a:lnTo>
                  <a:lnTo>
                    <a:pt x="26200" y="308292"/>
                  </a:lnTo>
                  <a:lnTo>
                    <a:pt x="26047" y="306959"/>
                  </a:lnTo>
                  <a:lnTo>
                    <a:pt x="23012" y="280162"/>
                  </a:lnTo>
                  <a:lnTo>
                    <a:pt x="22860" y="278777"/>
                  </a:lnTo>
                  <a:lnTo>
                    <a:pt x="22860" y="247142"/>
                  </a:lnTo>
                  <a:lnTo>
                    <a:pt x="22872" y="246634"/>
                  </a:lnTo>
                  <a:lnTo>
                    <a:pt x="24206" y="212979"/>
                  </a:lnTo>
                  <a:lnTo>
                    <a:pt x="24244" y="212128"/>
                  </a:lnTo>
                  <a:lnTo>
                    <a:pt x="24130" y="212979"/>
                  </a:lnTo>
                  <a:lnTo>
                    <a:pt x="24257" y="211836"/>
                  </a:lnTo>
                  <a:lnTo>
                    <a:pt x="24244" y="212128"/>
                  </a:lnTo>
                  <a:lnTo>
                    <a:pt x="24282" y="211836"/>
                  </a:lnTo>
                  <a:lnTo>
                    <a:pt x="36309" y="148856"/>
                  </a:lnTo>
                  <a:lnTo>
                    <a:pt x="36664" y="147828"/>
                  </a:lnTo>
                  <a:lnTo>
                    <a:pt x="46520" y="119126"/>
                  </a:lnTo>
                  <a:lnTo>
                    <a:pt x="46609" y="118872"/>
                  </a:lnTo>
                  <a:lnTo>
                    <a:pt x="46482" y="119126"/>
                  </a:lnTo>
                  <a:lnTo>
                    <a:pt x="56654" y="91567"/>
                  </a:lnTo>
                  <a:lnTo>
                    <a:pt x="56769" y="91262"/>
                  </a:lnTo>
                  <a:lnTo>
                    <a:pt x="56642" y="91567"/>
                  </a:lnTo>
                  <a:lnTo>
                    <a:pt x="56896" y="90932"/>
                  </a:lnTo>
                  <a:lnTo>
                    <a:pt x="56769" y="91262"/>
                  </a:lnTo>
                  <a:lnTo>
                    <a:pt x="56908" y="90932"/>
                  </a:lnTo>
                  <a:lnTo>
                    <a:pt x="66865" y="67818"/>
                  </a:lnTo>
                  <a:lnTo>
                    <a:pt x="66979" y="67691"/>
                  </a:lnTo>
                  <a:lnTo>
                    <a:pt x="76200" y="47244"/>
                  </a:lnTo>
                  <a:lnTo>
                    <a:pt x="75946" y="47879"/>
                  </a:lnTo>
                  <a:lnTo>
                    <a:pt x="76263" y="47244"/>
                  </a:lnTo>
                  <a:lnTo>
                    <a:pt x="77914" y="44018"/>
                  </a:lnTo>
                  <a:lnTo>
                    <a:pt x="81280" y="47371"/>
                  </a:lnTo>
                  <a:lnTo>
                    <a:pt x="90678" y="47371"/>
                  </a:lnTo>
                  <a:lnTo>
                    <a:pt x="94488" y="43561"/>
                  </a:lnTo>
                  <a:lnTo>
                    <a:pt x="94488" y="38989"/>
                  </a:lnTo>
                  <a:lnTo>
                    <a:pt x="94488" y="38862"/>
                  </a:lnTo>
                  <a:lnTo>
                    <a:pt x="95135" y="21971"/>
                  </a:lnTo>
                  <a:lnTo>
                    <a:pt x="95300" y="17729"/>
                  </a:lnTo>
                  <a:lnTo>
                    <a:pt x="95504" y="17526"/>
                  </a:lnTo>
                  <a:lnTo>
                    <a:pt x="96901" y="16129"/>
                  </a:lnTo>
                  <a:lnTo>
                    <a:pt x="96901" y="10414"/>
                  </a:lnTo>
                  <a:lnTo>
                    <a:pt x="96901" y="4699"/>
                  </a:lnTo>
                  <a:lnTo>
                    <a:pt x="92329" y="127"/>
                  </a:lnTo>
                  <a:lnTo>
                    <a:pt x="91821" y="127"/>
                  </a:lnTo>
                  <a:lnTo>
                    <a:pt x="91694" y="0"/>
                  </a:lnTo>
                  <a:lnTo>
                    <a:pt x="89916" y="0"/>
                  </a:lnTo>
                  <a:lnTo>
                    <a:pt x="85598" y="0"/>
                  </a:lnTo>
                  <a:lnTo>
                    <a:pt x="83820" y="0"/>
                  </a:lnTo>
                  <a:lnTo>
                    <a:pt x="80137" y="0"/>
                  </a:lnTo>
                  <a:lnTo>
                    <a:pt x="78359" y="0"/>
                  </a:lnTo>
                  <a:lnTo>
                    <a:pt x="73660" y="4699"/>
                  </a:lnTo>
                  <a:lnTo>
                    <a:pt x="73660" y="7467"/>
                  </a:lnTo>
                  <a:lnTo>
                    <a:pt x="70789" y="12192"/>
                  </a:lnTo>
                  <a:lnTo>
                    <a:pt x="65405" y="22098"/>
                  </a:lnTo>
                  <a:lnTo>
                    <a:pt x="65328" y="22352"/>
                  </a:lnTo>
                  <a:lnTo>
                    <a:pt x="57023" y="37973"/>
                  </a:lnTo>
                  <a:lnTo>
                    <a:pt x="56527" y="38989"/>
                  </a:lnTo>
                  <a:lnTo>
                    <a:pt x="47371" y="58928"/>
                  </a:lnTo>
                  <a:lnTo>
                    <a:pt x="47244" y="59055"/>
                  </a:lnTo>
                  <a:lnTo>
                    <a:pt x="36703" y="82804"/>
                  </a:lnTo>
                  <a:lnTo>
                    <a:pt x="25908" y="111379"/>
                  </a:lnTo>
                  <a:lnTo>
                    <a:pt x="25908" y="111633"/>
                  </a:lnTo>
                  <a:lnTo>
                    <a:pt x="15240" y="141478"/>
                  </a:lnTo>
                  <a:lnTo>
                    <a:pt x="1524" y="209804"/>
                  </a:lnTo>
                  <a:lnTo>
                    <a:pt x="1422" y="212979"/>
                  </a:lnTo>
                  <a:lnTo>
                    <a:pt x="0" y="246126"/>
                  </a:lnTo>
                  <a:lnTo>
                    <a:pt x="0" y="281432"/>
                  </a:lnTo>
                  <a:lnTo>
                    <a:pt x="3556" y="312674"/>
                  </a:lnTo>
                  <a:lnTo>
                    <a:pt x="32893" y="371856"/>
                  </a:lnTo>
                  <a:lnTo>
                    <a:pt x="78105" y="412496"/>
                  </a:lnTo>
                  <a:lnTo>
                    <a:pt x="141249" y="427266"/>
                  </a:lnTo>
                  <a:lnTo>
                    <a:pt x="141605" y="427609"/>
                  </a:lnTo>
                  <a:lnTo>
                    <a:pt x="146812" y="427609"/>
                  </a:lnTo>
                  <a:lnTo>
                    <a:pt x="147955" y="427609"/>
                  </a:lnTo>
                  <a:lnTo>
                    <a:pt x="153416" y="427609"/>
                  </a:lnTo>
                  <a:lnTo>
                    <a:pt x="153644" y="427380"/>
                  </a:lnTo>
                  <a:lnTo>
                    <a:pt x="178435" y="426339"/>
                  </a:lnTo>
                  <a:lnTo>
                    <a:pt x="180848" y="425958"/>
                  </a:lnTo>
                  <a:lnTo>
                    <a:pt x="202488" y="419354"/>
                  </a:lnTo>
                  <a:lnTo>
                    <a:pt x="204343" y="419354"/>
                  </a:lnTo>
                  <a:lnTo>
                    <a:pt x="206121" y="417576"/>
                  </a:lnTo>
                  <a:lnTo>
                    <a:pt x="206121" y="415417"/>
                  </a:lnTo>
                  <a:lnTo>
                    <a:pt x="206121" y="4132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9" name="Google Shape;629;p5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970896" y="4848732"/>
              <a:ext cx="143636" cy="186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56"/>
            <p:cNvSpPr/>
            <p:nvPr/>
          </p:nvSpPr>
          <p:spPr>
            <a:xfrm>
              <a:off x="10155809" y="4992877"/>
              <a:ext cx="34290" cy="57785"/>
            </a:xfrm>
            <a:custGeom>
              <a:rect b="b" l="l" r="r" t="t"/>
              <a:pathLst>
                <a:path extrusionOk="0" h="57785" w="34290">
                  <a:moveTo>
                    <a:pt x="34036" y="14859"/>
                  </a:moveTo>
                  <a:lnTo>
                    <a:pt x="32512" y="13335"/>
                  </a:lnTo>
                  <a:lnTo>
                    <a:pt x="32512" y="10033"/>
                  </a:lnTo>
                  <a:lnTo>
                    <a:pt x="27686" y="5207"/>
                  </a:lnTo>
                  <a:lnTo>
                    <a:pt x="25387" y="5207"/>
                  </a:lnTo>
                  <a:lnTo>
                    <a:pt x="25387" y="35433"/>
                  </a:lnTo>
                  <a:lnTo>
                    <a:pt x="25019" y="32385"/>
                  </a:lnTo>
                  <a:lnTo>
                    <a:pt x="25044" y="32512"/>
                  </a:lnTo>
                  <a:lnTo>
                    <a:pt x="25387" y="35433"/>
                  </a:lnTo>
                  <a:lnTo>
                    <a:pt x="25387" y="5207"/>
                  </a:lnTo>
                  <a:lnTo>
                    <a:pt x="24638" y="5207"/>
                  </a:lnTo>
                  <a:lnTo>
                    <a:pt x="24638" y="4572"/>
                  </a:lnTo>
                  <a:lnTo>
                    <a:pt x="21539" y="1473"/>
                  </a:lnTo>
                  <a:lnTo>
                    <a:pt x="21539" y="30099"/>
                  </a:lnTo>
                  <a:lnTo>
                    <a:pt x="21475" y="30353"/>
                  </a:lnTo>
                  <a:lnTo>
                    <a:pt x="21526" y="30099"/>
                  </a:lnTo>
                  <a:lnTo>
                    <a:pt x="21539" y="1473"/>
                  </a:lnTo>
                  <a:lnTo>
                    <a:pt x="21209" y="1143"/>
                  </a:lnTo>
                  <a:lnTo>
                    <a:pt x="21209" y="31496"/>
                  </a:lnTo>
                  <a:lnTo>
                    <a:pt x="21082" y="32385"/>
                  </a:lnTo>
                  <a:lnTo>
                    <a:pt x="21069" y="32893"/>
                  </a:lnTo>
                  <a:lnTo>
                    <a:pt x="21031" y="32766"/>
                  </a:lnTo>
                  <a:lnTo>
                    <a:pt x="21005" y="32893"/>
                  </a:lnTo>
                  <a:lnTo>
                    <a:pt x="21031" y="32423"/>
                  </a:lnTo>
                  <a:lnTo>
                    <a:pt x="21031" y="32766"/>
                  </a:lnTo>
                  <a:lnTo>
                    <a:pt x="21183" y="31496"/>
                  </a:lnTo>
                  <a:lnTo>
                    <a:pt x="21209" y="1143"/>
                  </a:lnTo>
                  <a:lnTo>
                    <a:pt x="21082" y="1016"/>
                  </a:lnTo>
                  <a:lnTo>
                    <a:pt x="21082" y="30099"/>
                  </a:lnTo>
                  <a:lnTo>
                    <a:pt x="21082" y="30861"/>
                  </a:lnTo>
                  <a:lnTo>
                    <a:pt x="21069" y="30988"/>
                  </a:lnTo>
                  <a:lnTo>
                    <a:pt x="21043" y="32296"/>
                  </a:lnTo>
                  <a:lnTo>
                    <a:pt x="21056" y="30099"/>
                  </a:lnTo>
                  <a:lnTo>
                    <a:pt x="21082" y="1016"/>
                  </a:lnTo>
                  <a:lnTo>
                    <a:pt x="20066" y="0"/>
                  </a:lnTo>
                  <a:lnTo>
                    <a:pt x="10922" y="0"/>
                  </a:lnTo>
                  <a:lnTo>
                    <a:pt x="10922" y="29845"/>
                  </a:lnTo>
                  <a:lnTo>
                    <a:pt x="10922" y="30734"/>
                  </a:lnTo>
                  <a:lnTo>
                    <a:pt x="10833" y="29845"/>
                  </a:lnTo>
                  <a:lnTo>
                    <a:pt x="10922" y="0"/>
                  </a:lnTo>
                  <a:lnTo>
                    <a:pt x="8890" y="0"/>
                  </a:lnTo>
                  <a:lnTo>
                    <a:pt x="4318" y="4572"/>
                  </a:lnTo>
                  <a:lnTo>
                    <a:pt x="4318" y="5778"/>
                  </a:lnTo>
                  <a:lnTo>
                    <a:pt x="2374" y="7772"/>
                  </a:lnTo>
                  <a:lnTo>
                    <a:pt x="2374" y="25196"/>
                  </a:lnTo>
                  <a:lnTo>
                    <a:pt x="2362" y="25908"/>
                  </a:lnTo>
                  <a:lnTo>
                    <a:pt x="2336" y="25158"/>
                  </a:lnTo>
                  <a:lnTo>
                    <a:pt x="2374" y="7772"/>
                  </a:lnTo>
                  <a:lnTo>
                    <a:pt x="1524" y="8636"/>
                  </a:lnTo>
                  <a:lnTo>
                    <a:pt x="1524" y="10541"/>
                  </a:lnTo>
                  <a:lnTo>
                    <a:pt x="508" y="11557"/>
                  </a:lnTo>
                  <a:lnTo>
                    <a:pt x="508" y="21132"/>
                  </a:lnTo>
                  <a:lnTo>
                    <a:pt x="88" y="23876"/>
                  </a:lnTo>
                  <a:lnTo>
                    <a:pt x="0" y="30861"/>
                  </a:lnTo>
                  <a:lnTo>
                    <a:pt x="0" y="30988"/>
                  </a:lnTo>
                  <a:lnTo>
                    <a:pt x="127" y="40894"/>
                  </a:lnTo>
                  <a:lnTo>
                    <a:pt x="127" y="46863"/>
                  </a:lnTo>
                  <a:lnTo>
                    <a:pt x="4699" y="51562"/>
                  </a:lnTo>
                  <a:lnTo>
                    <a:pt x="6985" y="51562"/>
                  </a:lnTo>
                  <a:lnTo>
                    <a:pt x="9906" y="54483"/>
                  </a:lnTo>
                  <a:lnTo>
                    <a:pt x="10287" y="54483"/>
                  </a:lnTo>
                  <a:lnTo>
                    <a:pt x="12065" y="56261"/>
                  </a:lnTo>
                  <a:lnTo>
                    <a:pt x="12319" y="56261"/>
                  </a:lnTo>
                  <a:lnTo>
                    <a:pt x="13589" y="57531"/>
                  </a:lnTo>
                  <a:lnTo>
                    <a:pt x="14351" y="57531"/>
                  </a:lnTo>
                  <a:lnTo>
                    <a:pt x="19812" y="57531"/>
                  </a:lnTo>
                  <a:lnTo>
                    <a:pt x="20320" y="57531"/>
                  </a:lnTo>
                  <a:lnTo>
                    <a:pt x="25400" y="57531"/>
                  </a:lnTo>
                  <a:lnTo>
                    <a:pt x="26035" y="57531"/>
                  </a:lnTo>
                  <a:lnTo>
                    <a:pt x="30734" y="52832"/>
                  </a:lnTo>
                  <a:lnTo>
                    <a:pt x="30734" y="46990"/>
                  </a:lnTo>
                  <a:lnTo>
                    <a:pt x="30734" y="45466"/>
                  </a:lnTo>
                  <a:lnTo>
                    <a:pt x="30937" y="44069"/>
                  </a:lnTo>
                  <a:lnTo>
                    <a:pt x="31165" y="42545"/>
                  </a:lnTo>
                  <a:lnTo>
                    <a:pt x="31851" y="37973"/>
                  </a:lnTo>
                  <a:lnTo>
                    <a:pt x="32258" y="35306"/>
                  </a:lnTo>
                  <a:lnTo>
                    <a:pt x="32385" y="28194"/>
                  </a:lnTo>
                  <a:lnTo>
                    <a:pt x="32385" y="28067"/>
                  </a:lnTo>
                  <a:lnTo>
                    <a:pt x="32385" y="27381"/>
                  </a:lnTo>
                  <a:lnTo>
                    <a:pt x="34036" y="25781"/>
                  </a:lnTo>
                  <a:lnTo>
                    <a:pt x="34036" y="20320"/>
                  </a:lnTo>
                  <a:lnTo>
                    <a:pt x="34036" y="148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1" name="Google Shape;631;p5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273029" y="4822443"/>
              <a:ext cx="128397" cy="233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5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0424032" y="4935981"/>
              <a:ext cx="67310" cy="195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56"/>
            <p:cNvSpPr/>
            <p:nvPr/>
          </p:nvSpPr>
          <p:spPr>
            <a:xfrm>
              <a:off x="10584307" y="4963413"/>
              <a:ext cx="48259" cy="94614"/>
            </a:xfrm>
            <a:custGeom>
              <a:rect b="b" l="l" r="r" t="t"/>
              <a:pathLst>
                <a:path extrusionOk="0" h="94614" w="48259">
                  <a:moveTo>
                    <a:pt x="47879" y="15748"/>
                  </a:moveTo>
                  <a:lnTo>
                    <a:pt x="43053" y="10795"/>
                  </a:lnTo>
                  <a:lnTo>
                    <a:pt x="42278" y="10795"/>
                  </a:lnTo>
                  <a:lnTo>
                    <a:pt x="39624" y="7315"/>
                  </a:lnTo>
                  <a:lnTo>
                    <a:pt x="39624" y="4953"/>
                  </a:lnTo>
                  <a:lnTo>
                    <a:pt x="39624" y="4826"/>
                  </a:lnTo>
                  <a:lnTo>
                    <a:pt x="34798" y="0"/>
                  </a:lnTo>
                  <a:lnTo>
                    <a:pt x="34671" y="0"/>
                  </a:lnTo>
                  <a:lnTo>
                    <a:pt x="22733" y="0"/>
                  </a:lnTo>
                  <a:lnTo>
                    <a:pt x="17907" y="4826"/>
                  </a:lnTo>
                  <a:lnTo>
                    <a:pt x="17907" y="43053"/>
                  </a:lnTo>
                  <a:lnTo>
                    <a:pt x="14859" y="51117"/>
                  </a:lnTo>
                  <a:lnTo>
                    <a:pt x="14490" y="51816"/>
                  </a:lnTo>
                  <a:lnTo>
                    <a:pt x="10579" y="59143"/>
                  </a:lnTo>
                  <a:lnTo>
                    <a:pt x="7112" y="62611"/>
                  </a:lnTo>
                  <a:lnTo>
                    <a:pt x="7112" y="66192"/>
                  </a:lnTo>
                  <a:lnTo>
                    <a:pt x="2794" y="76327"/>
                  </a:lnTo>
                  <a:lnTo>
                    <a:pt x="2286" y="77851"/>
                  </a:lnTo>
                  <a:lnTo>
                    <a:pt x="952" y="83502"/>
                  </a:lnTo>
                  <a:lnTo>
                    <a:pt x="0" y="84455"/>
                  </a:lnTo>
                  <a:lnTo>
                    <a:pt x="0" y="91440"/>
                  </a:lnTo>
                  <a:lnTo>
                    <a:pt x="2921" y="94361"/>
                  </a:lnTo>
                  <a:lnTo>
                    <a:pt x="9906" y="94361"/>
                  </a:lnTo>
                  <a:lnTo>
                    <a:pt x="12827" y="91440"/>
                  </a:lnTo>
                  <a:lnTo>
                    <a:pt x="12827" y="91033"/>
                  </a:lnTo>
                  <a:lnTo>
                    <a:pt x="17399" y="87376"/>
                  </a:lnTo>
                  <a:lnTo>
                    <a:pt x="19431" y="85090"/>
                  </a:lnTo>
                  <a:lnTo>
                    <a:pt x="23329" y="78994"/>
                  </a:lnTo>
                  <a:lnTo>
                    <a:pt x="28067" y="74295"/>
                  </a:lnTo>
                  <a:lnTo>
                    <a:pt x="28067" y="71399"/>
                  </a:lnTo>
                  <a:lnTo>
                    <a:pt x="34163" y="60960"/>
                  </a:lnTo>
                  <a:lnTo>
                    <a:pt x="34925" y="59182"/>
                  </a:lnTo>
                  <a:lnTo>
                    <a:pt x="37172" y="52997"/>
                  </a:lnTo>
                  <a:lnTo>
                    <a:pt x="39497" y="50673"/>
                  </a:lnTo>
                  <a:lnTo>
                    <a:pt x="39497" y="44704"/>
                  </a:lnTo>
                  <a:lnTo>
                    <a:pt x="39497" y="41021"/>
                  </a:lnTo>
                  <a:lnTo>
                    <a:pt x="39497" y="38735"/>
                  </a:lnTo>
                  <a:lnTo>
                    <a:pt x="39497" y="32512"/>
                  </a:lnTo>
                  <a:lnTo>
                    <a:pt x="43053" y="32512"/>
                  </a:lnTo>
                  <a:lnTo>
                    <a:pt x="47879" y="27686"/>
                  </a:lnTo>
                  <a:lnTo>
                    <a:pt x="47879" y="21717"/>
                  </a:lnTo>
                  <a:lnTo>
                    <a:pt x="47879" y="157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4" name="Google Shape;634;p5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0750041" y="4847462"/>
              <a:ext cx="116458" cy="151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56"/>
            <p:cNvSpPr/>
            <p:nvPr/>
          </p:nvSpPr>
          <p:spPr>
            <a:xfrm>
              <a:off x="10827004" y="4658994"/>
              <a:ext cx="318770" cy="485775"/>
            </a:xfrm>
            <a:custGeom>
              <a:rect b="b" l="l" r="r" t="t"/>
              <a:pathLst>
                <a:path extrusionOk="0" h="485775" w="318770">
                  <a:moveTo>
                    <a:pt x="136271" y="295402"/>
                  </a:moveTo>
                  <a:lnTo>
                    <a:pt x="135191" y="266573"/>
                  </a:lnTo>
                  <a:lnTo>
                    <a:pt x="135128" y="263906"/>
                  </a:lnTo>
                  <a:lnTo>
                    <a:pt x="131356" y="230632"/>
                  </a:lnTo>
                  <a:lnTo>
                    <a:pt x="131064" y="227965"/>
                  </a:lnTo>
                  <a:lnTo>
                    <a:pt x="130937" y="227076"/>
                  </a:lnTo>
                  <a:lnTo>
                    <a:pt x="124637" y="192659"/>
                  </a:lnTo>
                  <a:lnTo>
                    <a:pt x="123825" y="188214"/>
                  </a:lnTo>
                  <a:lnTo>
                    <a:pt x="123571" y="187452"/>
                  </a:lnTo>
                  <a:lnTo>
                    <a:pt x="114947" y="152654"/>
                  </a:lnTo>
                  <a:lnTo>
                    <a:pt x="114566" y="151130"/>
                  </a:lnTo>
                  <a:lnTo>
                    <a:pt x="113157" y="145415"/>
                  </a:lnTo>
                  <a:lnTo>
                    <a:pt x="112649" y="143891"/>
                  </a:lnTo>
                  <a:lnTo>
                    <a:pt x="104165" y="122047"/>
                  </a:lnTo>
                  <a:lnTo>
                    <a:pt x="103466" y="120269"/>
                  </a:lnTo>
                  <a:lnTo>
                    <a:pt x="100076" y="111506"/>
                  </a:lnTo>
                  <a:lnTo>
                    <a:pt x="99187" y="109728"/>
                  </a:lnTo>
                  <a:lnTo>
                    <a:pt x="92278" y="98171"/>
                  </a:lnTo>
                  <a:lnTo>
                    <a:pt x="85090" y="86106"/>
                  </a:lnTo>
                  <a:lnTo>
                    <a:pt x="84455" y="85090"/>
                  </a:lnTo>
                  <a:lnTo>
                    <a:pt x="81902" y="81661"/>
                  </a:lnTo>
                  <a:lnTo>
                    <a:pt x="80962" y="80391"/>
                  </a:lnTo>
                  <a:lnTo>
                    <a:pt x="71170" y="67183"/>
                  </a:lnTo>
                  <a:lnTo>
                    <a:pt x="70612" y="66421"/>
                  </a:lnTo>
                  <a:lnTo>
                    <a:pt x="69596" y="65151"/>
                  </a:lnTo>
                  <a:lnTo>
                    <a:pt x="63347" y="58801"/>
                  </a:lnTo>
                  <a:lnTo>
                    <a:pt x="62484" y="57912"/>
                  </a:lnTo>
                  <a:lnTo>
                    <a:pt x="55499" y="50800"/>
                  </a:lnTo>
                  <a:lnTo>
                    <a:pt x="54610" y="50038"/>
                  </a:lnTo>
                  <a:lnTo>
                    <a:pt x="42291" y="40005"/>
                  </a:lnTo>
                  <a:lnTo>
                    <a:pt x="41021" y="39116"/>
                  </a:lnTo>
                  <a:lnTo>
                    <a:pt x="40386" y="38735"/>
                  </a:lnTo>
                  <a:lnTo>
                    <a:pt x="35496" y="35750"/>
                  </a:lnTo>
                  <a:lnTo>
                    <a:pt x="30734" y="30988"/>
                  </a:lnTo>
                  <a:lnTo>
                    <a:pt x="24638" y="30988"/>
                  </a:lnTo>
                  <a:lnTo>
                    <a:pt x="18034" y="30988"/>
                  </a:lnTo>
                  <a:lnTo>
                    <a:pt x="16764" y="31115"/>
                  </a:lnTo>
                  <a:lnTo>
                    <a:pt x="10160" y="31115"/>
                  </a:lnTo>
                  <a:lnTo>
                    <a:pt x="9906" y="31369"/>
                  </a:lnTo>
                  <a:lnTo>
                    <a:pt x="4953" y="31369"/>
                  </a:lnTo>
                  <a:lnTo>
                    <a:pt x="0" y="36322"/>
                  </a:lnTo>
                  <a:lnTo>
                    <a:pt x="0" y="48514"/>
                  </a:lnTo>
                  <a:lnTo>
                    <a:pt x="3987" y="52616"/>
                  </a:lnTo>
                  <a:lnTo>
                    <a:pt x="7747" y="60718"/>
                  </a:lnTo>
                  <a:lnTo>
                    <a:pt x="7747" y="63881"/>
                  </a:lnTo>
                  <a:lnTo>
                    <a:pt x="12319" y="68453"/>
                  </a:lnTo>
                  <a:lnTo>
                    <a:pt x="23495" y="68453"/>
                  </a:lnTo>
                  <a:lnTo>
                    <a:pt x="28067" y="63881"/>
                  </a:lnTo>
                  <a:lnTo>
                    <a:pt x="28067" y="58458"/>
                  </a:lnTo>
                  <a:lnTo>
                    <a:pt x="39458" y="67945"/>
                  </a:lnTo>
                  <a:lnTo>
                    <a:pt x="39585" y="68072"/>
                  </a:lnTo>
                  <a:lnTo>
                    <a:pt x="51803" y="80733"/>
                  </a:lnTo>
                  <a:lnTo>
                    <a:pt x="64935" y="98894"/>
                  </a:lnTo>
                  <a:lnTo>
                    <a:pt x="65100" y="99187"/>
                  </a:lnTo>
                  <a:lnTo>
                    <a:pt x="77889" y="121043"/>
                  </a:lnTo>
                  <a:lnTo>
                    <a:pt x="89801" y="151726"/>
                  </a:lnTo>
                  <a:lnTo>
                    <a:pt x="100025" y="193128"/>
                  </a:lnTo>
                  <a:lnTo>
                    <a:pt x="100063" y="193294"/>
                  </a:lnTo>
                  <a:lnTo>
                    <a:pt x="106984" y="231152"/>
                  </a:lnTo>
                  <a:lnTo>
                    <a:pt x="106934" y="230632"/>
                  </a:lnTo>
                  <a:lnTo>
                    <a:pt x="107061" y="231521"/>
                  </a:lnTo>
                  <a:lnTo>
                    <a:pt x="106984" y="231152"/>
                  </a:lnTo>
                  <a:lnTo>
                    <a:pt x="107022" y="231521"/>
                  </a:lnTo>
                  <a:lnTo>
                    <a:pt x="110998" y="266573"/>
                  </a:lnTo>
                  <a:lnTo>
                    <a:pt x="110871" y="265684"/>
                  </a:lnTo>
                  <a:lnTo>
                    <a:pt x="110896" y="266573"/>
                  </a:lnTo>
                  <a:lnTo>
                    <a:pt x="111887" y="296291"/>
                  </a:lnTo>
                  <a:lnTo>
                    <a:pt x="111887" y="345059"/>
                  </a:lnTo>
                  <a:lnTo>
                    <a:pt x="111861" y="345567"/>
                  </a:lnTo>
                  <a:lnTo>
                    <a:pt x="111836" y="346075"/>
                  </a:lnTo>
                  <a:lnTo>
                    <a:pt x="110909" y="370954"/>
                  </a:lnTo>
                  <a:lnTo>
                    <a:pt x="110998" y="370459"/>
                  </a:lnTo>
                  <a:lnTo>
                    <a:pt x="110871" y="372110"/>
                  </a:lnTo>
                  <a:lnTo>
                    <a:pt x="110909" y="370954"/>
                  </a:lnTo>
                  <a:lnTo>
                    <a:pt x="107061" y="393573"/>
                  </a:lnTo>
                  <a:lnTo>
                    <a:pt x="107188" y="393065"/>
                  </a:lnTo>
                  <a:lnTo>
                    <a:pt x="103124" y="411734"/>
                  </a:lnTo>
                  <a:lnTo>
                    <a:pt x="103124" y="412242"/>
                  </a:lnTo>
                  <a:lnTo>
                    <a:pt x="100584" y="427482"/>
                  </a:lnTo>
                  <a:lnTo>
                    <a:pt x="100457" y="428117"/>
                  </a:lnTo>
                  <a:lnTo>
                    <a:pt x="99060" y="441071"/>
                  </a:lnTo>
                  <a:lnTo>
                    <a:pt x="98933" y="441452"/>
                  </a:lnTo>
                  <a:lnTo>
                    <a:pt x="98298" y="450850"/>
                  </a:lnTo>
                  <a:lnTo>
                    <a:pt x="98310" y="452755"/>
                  </a:lnTo>
                  <a:lnTo>
                    <a:pt x="98552" y="460121"/>
                  </a:lnTo>
                  <a:lnTo>
                    <a:pt x="99314" y="463931"/>
                  </a:lnTo>
                  <a:lnTo>
                    <a:pt x="99822" y="465251"/>
                  </a:lnTo>
                  <a:lnTo>
                    <a:pt x="99822" y="469519"/>
                  </a:lnTo>
                  <a:lnTo>
                    <a:pt x="104902" y="474472"/>
                  </a:lnTo>
                  <a:lnTo>
                    <a:pt x="109791" y="474472"/>
                  </a:lnTo>
                  <a:lnTo>
                    <a:pt x="114681" y="475361"/>
                  </a:lnTo>
                  <a:lnTo>
                    <a:pt x="121031" y="474599"/>
                  </a:lnTo>
                  <a:lnTo>
                    <a:pt x="124739" y="472694"/>
                  </a:lnTo>
                  <a:lnTo>
                    <a:pt x="127000" y="472694"/>
                  </a:lnTo>
                  <a:lnTo>
                    <a:pt x="130302" y="469519"/>
                  </a:lnTo>
                  <a:lnTo>
                    <a:pt x="130302" y="465455"/>
                  </a:lnTo>
                  <a:lnTo>
                    <a:pt x="130302" y="461391"/>
                  </a:lnTo>
                  <a:lnTo>
                    <a:pt x="127000" y="458089"/>
                  </a:lnTo>
                  <a:lnTo>
                    <a:pt x="124663" y="458089"/>
                  </a:lnTo>
                  <a:lnTo>
                    <a:pt x="122389" y="456984"/>
                  </a:lnTo>
                  <a:lnTo>
                    <a:pt x="122491" y="453771"/>
                  </a:lnTo>
                  <a:lnTo>
                    <a:pt x="122555" y="452755"/>
                  </a:lnTo>
                  <a:lnTo>
                    <a:pt x="122605" y="452120"/>
                  </a:lnTo>
                  <a:lnTo>
                    <a:pt x="123278" y="443738"/>
                  </a:lnTo>
                  <a:lnTo>
                    <a:pt x="123317" y="443357"/>
                  </a:lnTo>
                  <a:lnTo>
                    <a:pt x="123190" y="443738"/>
                  </a:lnTo>
                  <a:lnTo>
                    <a:pt x="124637" y="431419"/>
                  </a:lnTo>
                  <a:lnTo>
                    <a:pt x="124714" y="430784"/>
                  </a:lnTo>
                  <a:lnTo>
                    <a:pt x="124587" y="431419"/>
                  </a:lnTo>
                  <a:lnTo>
                    <a:pt x="127038" y="416814"/>
                  </a:lnTo>
                  <a:lnTo>
                    <a:pt x="127127" y="416306"/>
                  </a:lnTo>
                  <a:lnTo>
                    <a:pt x="127000" y="416814"/>
                  </a:lnTo>
                  <a:lnTo>
                    <a:pt x="130937" y="398145"/>
                  </a:lnTo>
                  <a:lnTo>
                    <a:pt x="131064" y="397637"/>
                  </a:lnTo>
                  <a:lnTo>
                    <a:pt x="131838" y="393065"/>
                  </a:lnTo>
                  <a:lnTo>
                    <a:pt x="135001" y="374650"/>
                  </a:lnTo>
                  <a:lnTo>
                    <a:pt x="135128" y="372999"/>
                  </a:lnTo>
                  <a:lnTo>
                    <a:pt x="135153" y="372110"/>
                  </a:lnTo>
                  <a:lnTo>
                    <a:pt x="135229" y="370459"/>
                  </a:lnTo>
                  <a:lnTo>
                    <a:pt x="136271" y="346075"/>
                  </a:lnTo>
                  <a:lnTo>
                    <a:pt x="136271" y="295910"/>
                  </a:lnTo>
                  <a:lnTo>
                    <a:pt x="136271" y="295402"/>
                  </a:lnTo>
                  <a:close/>
                </a:path>
                <a:path extrusionOk="0" h="485775" w="318770">
                  <a:moveTo>
                    <a:pt x="317754" y="358267"/>
                  </a:moveTo>
                  <a:lnTo>
                    <a:pt x="294132" y="358267"/>
                  </a:lnTo>
                  <a:lnTo>
                    <a:pt x="293852" y="358267"/>
                  </a:lnTo>
                  <a:lnTo>
                    <a:pt x="288925" y="383159"/>
                  </a:lnTo>
                  <a:lnTo>
                    <a:pt x="289052" y="382270"/>
                  </a:lnTo>
                  <a:lnTo>
                    <a:pt x="288798" y="383159"/>
                  </a:lnTo>
                  <a:lnTo>
                    <a:pt x="282841" y="404431"/>
                  </a:lnTo>
                  <a:lnTo>
                    <a:pt x="274828" y="423291"/>
                  </a:lnTo>
                  <a:lnTo>
                    <a:pt x="274955" y="423164"/>
                  </a:lnTo>
                  <a:lnTo>
                    <a:pt x="268541" y="437286"/>
                  </a:lnTo>
                  <a:lnTo>
                    <a:pt x="261366" y="448056"/>
                  </a:lnTo>
                  <a:lnTo>
                    <a:pt x="261493" y="447929"/>
                  </a:lnTo>
                  <a:lnTo>
                    <a:pt x="256692" y="455015"/>
                  </a:lnTo>
                  <a:lnTo>
                    <a:pt x="251587" y="460121"/>
                  </a:lnTo>
                  <a:lnTo>
                    <a:pt x="250482" y="461581"/>
                  </a:lnTo>
                  <a:lnTo>
                    <a:pt x="247904" y="464058"/>
                  </a:lnTo>
                  <a:lnTo>
                    <a:pt x="247904" y="464185"/>
                  </a:lnTo>
                  <a:lnTo>
                    <a:pt x="244221" y="467868"/>
                  </a:lnTo>
                  <a:lnTo>
                    <a:pt x="244221" y="480314"/>
                  </a:lnTo>
                  <a:lnTo>
                    <a:pt x="249301" y="485394"/>
                  </a:lnTo>
                  <a:lnTo>
                    <a:pt x="261747" y="485394"/>
                  </a:lnTo>
                  <a:lnTo>
                    <a:pt x="266827" y="480314"/>
                  </a:lnTo>
                  <a:lnTo>
                    <a:pt x="266827" y="479132"/>
                  </a:lnTo>
                  <a:lnTo>
                    <a:pt x="267335" y="478663"/>
                  </a:lnTo>
                  <a:lnTo>
                    <a:pt x="267906" y="477901"/>
                  </a:lnTo>
                  <a:lnTo>
                    <a:pt x="269354" y="475996"/>
                  </a:lnTo>
                  <a:lnTo>
                    <a:pt x="269722" y="475513"/>
                  </a:lnTo>
                  <a:lnTo>
                    <a:pt x="270256" y="474980"/>
                  </a:lnTo>
                  <a:lnTo>
                    <a:pt x="274320" y="470916"/>
                  </a:lnTo>
                  <a:lnTo>
                    <a:pt x="275717" y="469265"/>
                  </a:lnTo>
                  <a:lnTo>
                    <a:pt x="276580" y="467995"/>
                  </a:lnTo>
                  <a:lnTo>
                    <a:pt x="278828" y="464693"/>
                  </a:lnTo>
                  <a:lnTo>
                    <a:pt x="279438" y="463804"/>
                  </a:lnTo>
                  <a:lnTo>
                    <a:pt x="280733" y="461899"/>
                  </a:lnTo>
                  <a:lnTo>
                    <a:pt x="281178" y="461264"/>
                  </a:lnTo>
                  <a:lnTo>
                    <a:pt x="281305" y="461137"/>
                  </a:lnTo>
                  <a:lnTo>
                    <a:pt x="284759" y="455803"/>
                  </a:lnTo>
                  <a:lnTo>
                    <a:pt x="285826" y="454152"/>
                  </a:lnTo>
                  <a:lnTo>
                    <a:pt x="288798" y="449580"/>
                  </a:lnTo>
                  <a:lnTo>
                    <a:pt x="289687" y="448056"/>
                  </a:lnTo>
                  <a:lnTo>
                    <a:pt x="289737" y="447929"/>
                  </a:lnTo>
                  <a:lnTo>
                    <a:pt x="294132" y="438277"/>
                  </a:lnTo>
                  <a:lnTo>
                    <a:pt x="294881" y="436626"/>
                  </a:lnTo>
                  <a:lnTo>
                    <a:pt x="296672" y="432689"/>
                  </a:lnTo>
                  <a:lnTo>
                    <a:pt x="300685" y="423164"/>
                  </a:lnTo>
                  <a:lnTo>
                    <a:pt x="304927" y="413131"/>
                  </a:lnTo>
                  <a:lnTo>
                    <a:pt x="305435" y="411734"/>
                  </a:lnTo>
                  <a:lnTo>
                    <a:pt x="307213" y="405384"/>
                  </a:lnTo>
                  <a:lnTo>
                    <a:pt x="307644" y="403860"/>
                  </a:lnTo>
                  <a:lnTo>
                    <a:pt x="311912" y="388747"/>
                  </a:lnTo>
                  <a:lnTo>
                    <a:pt x="312039" y="387858"/>
                  </a:lnTo>
                  <a:lnTo>
                    <a:pt x="317500" y="360807"/>
                  </a:lnTo>
                  <a:lnTo>
                    <a:pt x="317754" y="358775"/>
                  </a:lnTo>
                  <a:lnTo>
                    <a:pt x="317754" y="358267"/>
                  </a:lnTo>
                  <a:close/>
                </a:path>
                <a:path extrusionOk="0" h="485775" w="318770">
                  <a:moveTo>
                    <a:pt x="318389" y="264541"/>
                  </a:moveTo>
                  <a:lnTo>
                    <a:pt x="316331" y="233680"/>
                  </a:lnTo>
                  <a:lnTo>
                    <a:pt x="316230" y="232156"/>
                  </a:lnTo>
                  <a:lnTo>
                    <a:pt x="316103" y="231521"/>
                  </a:lnTo>
                  <a:lnTo>
                    <a:pt x="312496" y="201168"/>
                  </a:lnTo>
                  <a:lnTo>
                    <a:pt x="312166" y="198374"/>
                  </a:lnTo>
                  <a:lnTo>
                    <a:pt x="311912" y="197104"/>
                  </a:lnTo>
                  <a:lnTo>
                    <a:pt x="305485" y="169291"/>
                  </a:lnTo>
                  <a:lnTo>
                    <a:pt x="304292" y="164084"/>
                  </a:lnTo>
                  <a:lnTo>
                    <a:pt x="304165" y="163322"/>
                  </a:lnTo>
                  <a:lnTo>
                    <a:pt x="294767" y="131953"/>
                  </a:lnTo>
                  <a:lnTo>
                    <a:pt x="294513" y="131318"/>
                  </a:lnTo>
                  <a:lnTo>
                    <a:pt x="286854" y="110490"/>
                  </a:lnTo>
                  <a:lnTo>
                    <a:pt x="283972" y="102616"/>
                  </a:lnTo>
                  <a:lnTo>
                    <a:pt x="283591" y="101473"/>
                  </a:lnTo>
                  <a:lnTo>
                    <a:pt x="276174" y="86360"/>
                  </a:lnTo>
                  <a:lnTo>
                    <a:pt x="270891" y="75565"/>
                  </a:lnTo>
                  <a:lnTo>
                    <a:pt x="264985" y="65532"/>
                  </a:lnTo>
                  <a:lnTo>
                    <a:pt x="258191" y="53975"/>
                  </a:lnTo>
                  <a:lnTo>
                    <a:pt x="258064" y="53721"/>
                  </a:lnTo>
                  <a:lnTo>
                    <a:pt x="255257" y="49276"/>
                  </a:lnTo>
                  <a:lnTo>
                    <a:pt x="254292" y="47752"/>
                  </a:lnTo>
                  <a:lnTo>
                    <a:pt x="246761" y="35814"/>
                  </a:lnTo>
                  <a:lnTo>
                    <a:pt x="245618" y="34290"/>
                  </a:lnTo>
                  <a:lnTo>
                    <a:pt x="234276" y="21590"/>
                  </a:lnTo>
                  <a:lnTo>
                    <a:pt x="234061" y="21336"/>
                  </a:lnTo>
                  <a:lnTo>
                    <a:pt x="234188" y="21590"/>
                  </a:lnTo>
                  <a:lnTo>
                    <a:pt x="227965" y="14566"/>
                  </a:lnTo>
                  <a:lnTo>
                    <a:pt x="227965" y="12573"/>
                  </a:lnTo>
                  <a:lnTo>
                    <a:pt x="223012" y="7747"/>
                  </a:lnTo>
                  <a:lnTo>
                    <a:pt x="220941" y="7747"/>
                  </a:lnTo>
                  <a:lnTo>
                    <a:pt x="220218" y="7137"/>
                  </a:lnTo>
                  <a:lnTo>
                    <a:pt x="220218" y="6223"/>
                  </a:lnTo>
                  <a:lnTo>
                    <a:pt x="215392" y="1397"/>
                  </a:lnTo>
                  <a:lnTo>
                    <a:pt x="212852" y="1397"/>
                  </a:lnTo>
                  <a:lnTo>
                    <a:pt x="211455" y="0"/>
                  </a:lnTo>
                  <a:lnTo>
                    <a:pt x="199517" y="0"/>
                  </a:lnTo>
                  <a:lnTo>
                    <a:pt x="194691" y="4826"/>
                  </a:lnTo>
                  <a:lnTo>
                    <a:pt x="194691" y="16764"/>
                  </a:lnTo>
                  <a:lnTo>
                    <a:pt x="199517" y="21590"/>
                  </a:lnTo>
                  <a:lnTo>
                    <a:pt x="202057" y="21590"/>
                  </a:lnTo>
                  <a:lnTo>
                    <a:pt x="203454" y="22987"/>
                  </a:lnTo>
                  <a:lnTo>
                    <a:pt x="204101" y="22987"/>
                  </a:lnTo>
                  <a:lnTo>
                    <a:pt x="205994" y="24536"/>
                  </a:lnTo>
                  <a:lnTo>
                    <a:pt x="205994" y="24765"/>
                  </a:lnTo>
                  <a:lnTo>
                    <a:pt x="208026" y="26746"/>
                  </a:lnTo>
                  <a:lnTo>
                    <a:pt x="208026" y="26924"/>
                  </a:lnTo>
                  <a:lnTo>
                    <a:pt x="212344" y="31242"/>
                  </a:lnTo>
                  <a:lnTo>
                    <a:pt x="213245" y="31242"/>
                  </a:lnTo>
                  <a:lnTo>
                    <a:pt x="217297" y="36068"/>
                  </a:lnTo>
                  <a:lnTo>
                    <a:pt x="217297" y="36195"/>
                  </a:lnTo>
                  <a:lnTo>
                    <a:pt x="228015" y="48475"/>
                  </a:lnTo>
                  <a:lnTo>
                    <a:pt x="238633" y="65786"/>
                  </a:lnTo>
                  <a:lnTo>
                    <a:pt x="250863" y="86982"/>
                  </a:lnTo>
                  <a:lnTo>
                    <a:pt x="250571" y="86360"/>
                  </a:lnTo>
                  <a:lnTo>
                    <a:pt x="250952" y="87122"/>
                  </a:lnTo>
                  <a:lnTo>
                    <a:pt x="250863" y="86982"/>
                  </a:lnTo>
                  <a:lnTo>
                    <a:pt x="250926" y="87122"/>
                  </a:lnTo>
                  <a:lnTo>
                    <a:pt x="262382" y="110858"/>
                  </a:lnTo>
                  <a:lnTo>
                    <a:pt x="262661" y="111633"/>
                  </a:lnTo>
                  <a:lnTo>
                    <a:pt x="272669" y="139319"/>
                  </a:lnTo>
                  <a:lnTo>
                    <a:pt x="272415" y="138684"/>
                  </a:lnTo>
                  <a:lnTo>
                    <a:pt x="272592" y="139319"/>
                  </a:lnTo>
                  <a:lnTo>
                    <a:pt x="281686" y="169926"/>
                  </a:lnTo>
                  <a:lnTo>
                    <a:pt x="281559" y="169291"/>
                  </a:lnTo>
                  <a:lnTo>
                    <a:pt x="289052" y="202311"/>
                  </a:lnTo>
                  <a:lnTo>
                    <a:pt x="292735" y="234315"/>
                  </a:lnTo>
                  <a:lnTo>
                    <a:pt x="292735" y="233680"/>
                  </a:lnTo>
                  <a:lnTo>
                    <a:pt x="294881" y="266052"/>
                  </a:lnTo>
                  <a:lnTo>
                    <a:pt x="294767" y="329692"/>
                  </a:lnTo>
                  <a:lnTo>
                    <a:pt x="294894" y="329438"/>
                  </a:lnTo>
                  <a:lnTo>
                    <a:pt x="294170" y="356666"/>
                  </a:lnTo>
                  <a:lnTo>
                    <a:pt x="317792" y="356666"/>
                  </a:lnTo>
                  <a:lnTo>
                    <a:pt x="317804" y="356235"/>
                  </a:lnTo>
                  <a:lnTo>
                    <a:pt x="318389" y="330073"/>
                  </a:lnTo>
                  <a:lnTo>
                    <a:pt x="318389" y="329438"/>
                  </a:lnTo>
                  <a:lnTo>
                    <a:pt x="318389" y="265303"/>
                  </a:lnTo>
                  <a:lnTo>
                    <a:pt x="318389" y="2645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6" name="Google Shape;636;p5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1174476" y="4593717"/>
              <a:ext cx="212217" cy="18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5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0688701" y="2375280"/>
              <a:ext cx="108203" cy="162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8" name="Google Shape;638;p5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0346563" y="2383154"/>
              <a:ext cx="105409" cy="195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9" name="Google Shape;639;p5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036429" y="2386583"/>
              <a:ext cx="179577" cy="197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0" name="Google Shape;640;p5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513019" y="2433700"/>
              <a:ext cx="283125" cy="195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1" name="Google Shape;641;p5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9282683" y="2490723"/>
              <a:ext cx="194437" cy="14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2" name="Google Shape;642;p5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626220" y="2372232"/>
              <a:ext cx="298323" cy="378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5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282304" y="2444495"/>
              <a:ext cx="156083" cy="2312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5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746745" y="2431287"/>
              <a:ext cx="142367" cy="221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5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357999" y="2446908"/>
              <a:ext cx="148335" cy="178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56"/>
            <p:cNvSpPr/>
            <p:nvPr/>
          </p:nvSpPr>
          <p:spPr>
            <a:xfrm>
              <a:off x="6963029" y="2316733"/>
              <a:ext cx="151129" cy="390525"/>
            </a:xfrm>
            <a:custGeom>
              <a:rect b="b" l="l" r="r" t="t"/>
              <a:pathLst>
                <a:path extrusionOk="0" h="390525" w="151129">
                  <a:moveTo>
                    <a:pt x="97167" y="40513"/>
                  </a:moveTo>
                  <a:lnTo>
                    <a:pt x="97155" y="40640"/>
                  </a:lnTo>
                  <a:lnTo>
                    <a:pt x="97167" y="40513"/>
                  </a:lnTo>
                  <a:close/>
                </a:path>
                <a:path extrusionOk="0" h="390525" w="151129">
                  <a:moveTo>
                    <a:pt x="150749" y="376428"/>
                  </a:moveTo>
                  <a:lnTo>
                    <a:pt x="149225" y="374777"/>
                  </a:lnTo>
                  <a:lnTo>
                    <a:pt x="147523" y="374777"/>
                  </a:lnTo>
                  <a:lnTo>
                    <a:pt x="121793" y="368808"/>
                  </a:lnTo>
                  <a:lnTo>
                    <a:pt x="120015" y="368554"/>
                  </a:lnTo>
                  <a:lnTo>
                    <a:pt x="95707" y="367245"/>
                  </a:lnTo>
                  <a:lnTo>
                    <a:pt x="95250" y="366776"/>
                  </a:lnTo>
                  <a:lnTo>
                    <a:pt x="89242" y="366776"/>
                  </a:lnTo>
                  <a:lnTo>
                    <a:pt x="72555" y="364744"/>
                  </a:lnTo>
                  <a:lnTo>
                    <a:pt x="61950" y="363461"/>
                  </a:lnTo>
                  <a:lnTo>
                    <a:pt x="61087" y="362585"/>
                  </a:lnTo>
                  <a:lnTo>
                    <a:pt x="58026" y="362585"/>
                  </a:lnTo>
                  <a:lnTo>
                    <a:pt x="46786" y="354965"/>
                  </a:lnTo>
                  <a:lnTo>
                    <a:pt x="44284" y="353275"/>
                  </a:lnTo>
                  <a:lnTo>
                    <a:pt x="43446" y="352171"/>
                  </a:lnTo>
                  <a:lnTo>
                    <a:pt x="34391" y="340360"/>
                  </a:lnTo>
                  <a:lnTo>
                    <a:pt x="33274" y="338912"/>
                  </a:lnTo>
                  <a:lnTo>
                    <a:pt x="32702" y="337566"/>
                  </a:lnTo>
                  <a:lnTo>
                    <a:pt x="26847" y="323977"/>
                  </a:lnTo>
                  <a:lnTo>
                    <a:pt x="25908" y="321792"/>
                  </a:lnTo>
                  <a:lnTo>
                    <a:pt x="25908" y="317373"/>
                  </a:lnTo>
                  <a:lnTo>
                    <a:pt x="25679" y="317157"/>
                  </a:lnTo>
                  <a:lnTo>
                    <a:pt x="25158" y="300355"/>
                  </a:lnTo>
                  <a:lnTo>
                    <a:pt x="25222" y="299847"/>
                  </a:lnTo>
                  <a:lnTo>
                    <a:pt x="25273" y="299974"/>
                  </a:lnTo>
                  <a:lnTo>
                    <a:pt x="25260" y="299593"/>
                  </a:lnTo>
                  <a:lnTo>
                    <a:pt x="25146" y="272415"/>
                  </a:lnTo>
                  <a:lnTo>
                    <a:pt x="25158" y="271907"/>
                  </a:lnTo>
                  <a:lnTo>
                    <a:pt x="26606" y="242951"/>
                  </a:lnTo>
                  <a:lnTo>
                    <a:pt x="26644" y="242176"/>
                  </a:lnTo>
                  <a:lnTo>
                    <a:pt x="26543" y="242951"/>
                  </a:lnTo>
                  <a:lnTo>
                    <a:pt x="26670" y="241808"/>
                  </a:lnTo>
                  <a:lnTo>
                    <a:pt x="26644" y="242176"/>
                  </a:lnTo>
                  <a:lnTo>
                    <a:pt x="26695" y="241808"/>
                  </a:lnTo>
                  <a:lnTo>
                    <a:pt x="30772" y="212725"/>
                  </a:lnTo>
                  <a:lnTo>
                    <a:pt x="30861" y="212090"/>
                  </a:lnTo>
                  <a:lnTo>
                    <a:pt x="36626" y="182753"/>
                  </a:lnTo>
                  <a:lnTo>
                    <a:pt x="36753" y="182105"/>
                  </a:lnTo>
                  <a:lnTo>
                    <a:pt x="36791" y="181927"/>
                  </a:lnTo>
                  <a:lnTo>
                    <a:pt x="36855" y="181737"/>
                  </a:lnTo>
                  <a:lnTo>
                    <a:pt x="44577" y="154051"/>
                  </a:lnTo>
                  <a:lnTo>
                    <a:pt x="44831" y="153162"/>
                  </a:lnTo>
                  <a:lnTo>
                    <a:pt x="44602" y="153974"/>
                  </a:lnTo>
                  <a:lnTo>
                    <a:pt x="44881" y="153162"/>
                  </a:lnTo>
                  <a:lnTo>
                    <a:pt x="54127" y="126873"/>
                  </a:lnTo>
                  <a:lnTo>
                    <a:pt x="54229" y="126619"/>
                  </a:lnTo>
                  <a:lnTo>
                    <a:pt x="54102" y="126873"/>
                  </a:lnTo>
                  <a:lnTo>
                    <a:pt x="63373" y="101981"/>
                  </a:lnTo>
                  <a:lnTo>
                    <a:pt x="63119" y="102743"/>
                  </a:lnTo>
                  <a:lnTo>
                    <a:pt x="63449" y="101981"/>
                  </a:lnTo>
                  <a:lnTo>
                    <a:pt x="72707" y="81153"/>
                  </a:lnTo>
                  <a:lnTo>
                    <a:pt x="72771" y="81026"/>
                  </a:lnTo>
                  <a:lnTo>
                    <a:pt x="72644" y="81153"/>
                  </a:lnTo>
                  <a:lnTo>
                    <a:pt x="81038" y="62992"/>
                  </a:lnTo>
                  <a:lnTo>
                    <a:pt x="81127" y="62776"/>
                  </a:lnTo>
                  <a:lnTo>
                    <a:pt x="81673" y="61747"/>
                  </a:lnTo>
                  <a:lnTo>
                    <a:pt x="82804" y="62865"/>
                  </a:lnTo>
                  <a:lnTo>
                    <a:pt x="91440" y="62865"/>
                  </a:lnTo>
                  <a:lnTo>
                    <a:pt x="94869" y="59436"/>
                  </a:lnTo>
                  <a:lnTo>
                    <a:pt x="94869" y="55346"/>
                  </a:lnTo>
                  <a:lnTo>
                    <a:pt x="96012" y="54229"/>
                  </a:lnTo>
                  <a:lnTo>
                    <a:pt x="96012" y="53987"/>
                  </a:lnTo>
                  <a:lnTo>
                    <a:pt x="96266" y="53721"/>
                  </a:lnTo>
                  <a:lnTo>
                    <a:pt x="96266" y="52832"/>
                  </a:lnTo>
                  <a:lnTo>
                    <a:pt x="96647" y="52451"/>
                  </a:lnTo>
                  <a:lnTo>
                    <a:pt x="96647" y="47244"/>
                  </a:lnTo>
                  <a:lnTo>
                    <a:pt x="96647" y="45110"/>
                  </a:lnTo>
                  <a:lnTo>
                    <a:pt x="96672" y="44958"/>
                  </a:lnTo>
                  <a:lnTo>
                    <a:pt x="96774" y="44450"/>
                  </a:lnTo>
                  <a:lnTo>
                    <a:pt x="96774" y="44958"/>
                  </a:lnTo>
                  <a:lnTo>
                    <a:pt x="96824" y="44450"/>
                  </a:lnTo>
                  <a:lnTo>
                    <a:pt x="96862" y="44196"/>
                  </a:lnTo>
                  <a:lnTo>
                    <a:pt x="97028" y="42799"/>
                  </a:lnTo>
                  <a:lnTo>
                    <a:pt x="97155" y="40513"/>
                  </a:lnTo>
                  <a:lnTo>
                    <a:pt x="97155" y="40005"/>
                  </a:lnTo>
                  <a:lnTo>
                    <a:pt x="98425" y="38735"/>
                  </a:lnTo>
                  <a:lnTo>
                    <a:pt x="98425" y="38481"/>
                  </a:lnTo>
                  <a:lnTo>
                    <a:pt x="99568" y="37338"/>
                  </a:lnTo>
                  <a:lnTo>
                    <a:pt x="99568" y="35966"/>
                  </a:lnTo>
                  <a:lnTo>
                    <a:pt x="100330" y="35179"/>
                  </a:lnTo>
                  <a:lnTo>
                    <a:pt x="100330" y="34544"/>
                  </a:lnTo>
                  <a:lnTo>
                    <a:pt x="100457" y="34417"/>
                  </a:lnTo>
                  <a:lnTo>
                    <a:pt x="100457" y="33655"/>
                  </a:lnTo>
                  <a:lnTo>
                    <a:pt x="101092" y="33020"/>
                  </a:lnTo>
                  <a:lnTo>
                    <a:pt x="101092" y="27051"/>
                  </a:lnTo>
                  <a:lnTo>
                    <a:pt x="101092" y="26035"/>
                  </a:lnTo>
                  <a:lnTo>
                    <a:pt x="101219" y="25908"/>
                  </a:lnTo>
                  <a:lnTo>
                    <a:pt x="101219" y="25146"/>
                  </a:lnTo>
                  <a:lnTo>
                    <a:pt x="101981" y="24384"/>
                  </a:lnTo>
                  <a:lnTo>
                    <a:pt x="101981" y="21767"/>
                  </a:lnTo>
                  <a:lnTo>
                    <a:pt x="103759" y="19939"/>
                  </a:lnTo>
                  <a:lnTo>
                    <a:pt x="103759" y="5334"/>
                  </a:lnTo>
                  <a:lnTo>
                    <a:pt x="98425" y="0"/>
                  </a:lnTo>
                  <a:lnTo>
                    <a:pt x="85217" y="0"/>
                  </a:lnTo>
                  <a:lnTo>
                    <a:pt x="79756" y="5334"/>
                  </a:lnTo>
                  <a:lnTo>
                    <a:pt x="79756" y="6731"/>
                  </a:lnTo>
                  <a:lnTo>
                    <a:pt x="79756" y="11163"/>
                  </a:lnTo>
                  <a:lnTo>
                    <a:pt x="79502" y="11836"/>
                  </a:lnTo>
                  <a:lnTo>
                    <a:pt x="79502" y="19685"/>
                  </a:lnTo>
                  <a:lnTo>
                    <a:pt x="79502" y="21082"/>
                  </a:lnTo>
                  <a:lnTo>
                    <a:pt x="79502" y="21844"/>
                  </a:lnTo>
                  <a:lnTo>
                    <a:pt x="79502" y="19685"/>
                  </a:lnTo>
                  <a:lnTo>
                    <a:pt x="79502" y="11836"/>
                  </a:lnTo>
                  <a:lnTo>
                    <a:pt x="78371" y="14808"/>
                  </a:lnTo>
                  <a:lnTo>
                    <a:pt x="76962" y="17589"/>
                  </a:lnTo>
                  <a:lnTo>
                    <a:pt x="76962" y="40640"/>
                  </a:lnTo>
                  <a:lnTo>
                    <a:pt x="76835" y="38735"/>
                  </a:lnTo>
                  <a:lnTo>
                    <a:pt x="76962" y="40640"/>
                  </a:lnTo>
                  <a:lnTo>
                    <a:pt x="76962" y="17589"/>
                  </a:lnTo>
                  <a:lnTo>
                    <a:pt x="67564" y="36068"/>
                  </a:lnTo>
                  <a:lnTo>
                    <a:pt x="59055" y="52197"/>
                  </a:lnTo>
                  <a:lnTo>
                    <a:pt x="50419" y="70866"/>
                  </a:lnTo>
                  <a:lnTo>
                    <a:pt x="50292" y="70993"/>
                  </a:lnTo>
                  <a:lnTo>
                    <a:pt x="40513" y="92583"/>
                  </a:lnTo>
                  <a:lnTo>
                    <a:pt x="40259" y="93345"/>
                  </a:lnTo>
                  <a:lnTo>
                    <a:pt x="30861" y="118110"/>
                  </a:lnTo>
                  <a:lnTo>
                    <a:pt x="12319" y="175895"/>
                  </a:lnTo>
                  <a:lnTo>
                    <a:pt x="12192" y="176911"/>
                  </a:lnTo>
                  <a:lnTo>
                    <a:pt x="5842" y="208534"/>
                  </a:lnTo>
                  <a:lnTo>
                    <a:pt x="1524" y="239522"/>
                  </a:lnTo>
                  <a:lnTo>
                    <a:pt x="1397" y="240665"/>
                  </a:lnTo>
                  <a:lnTo>
                    <a:pt x="0" y="271272"/>
                  </a:lnTo>
                  <a:lnTo>
                    <a:pt x="0" y="300355"/>
                  </a:lnTo>
                  <a:lnTo>
                    <a:pt x="635" y="324739"/>
                  </a:lnTo>
                  <a:lnTo>
                    <a:pt x="635" y="331343"/>
                  </a:lnTo>
                  <a:lnTo>
                    <a:pt x="4102" y="334822"/>
                  </a:lnTo>
                  <a:lnTo>
                    <a:pt x="10795" y="350266"/>
                  </a:lnTo>
                  <a:lnTo>
                    <a:pt x="12319" y="353060"/>
                  </a:lnTo>
                  <a:lnTo>
                    <a:pt x="25654" y="370205"/>
                  </a:lnTo>
                  <a:lnTo>
                    <a:pt x="28956" y="373126"/>
                  </a:lnTo>
                  <a:lnTo>
                    <a:pt x="42164" y="381469"/>
                  </a:lnTo>
                  <a:lnTo>
                    <a:pt x="47625" y="386969"/>
                  </a:lnTo>
                  <a:lnTo>
                    <a:pt x="53340" y="386969"/>
                  </a:lnTo>
                  <a:lnTo>
                    <a:pt x="81902" y="389382"/>
                  </a:lnTo>
                  <a:lnTo>
                    <a:pt x="82550" y="390017"/>
                  </a:lnTo>
                  <a:lnTo>
                    <a:pt x="89535" y="390017"/>
                  </a:lnTo>
                  <a:lnTo>
                    <a:pt x="95250" y="390017"/>
                  </a:lnTo>
                  <a:lnTo>
                    <a:pt x="95567" y="389699"/>
                  </a:lnTo>
                  <a:lnTo>
                    <a:pt x="120015" y="388366"/>
                  </a:lnTo>
                  <a:lnTo>
                    <a:pt x="121793" y="388112"/>
                  </a:lnTo>
                  <a:lnTo>
                    <a:pt x="147535" y="382016"/>
                  </a:lnTo>
                  <a:lnTo>
                    <a:pt x="149225" y="382016"/>
                  </a:lnTo>
                  <a:lnTo>
                    <a:pt x="150749" y="380365"/>
                  </a:lnTo>
                  <a:lnTo>
                    <a:pt x="150749" y="378460"/>
                  </a:lnTo>
                  <a:lnTo>
                    <a:pt x="150749" y="3764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7" name="Google Shape;647;p5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122287" y="2435732"/>
              <a:ext cx="115570" cy="189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56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760590" y="2505582"/>
              <a:ext cx="119379" cy="133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9" name="Google Shape;649;p5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623557" y="2522854"/>
              <a:ext cx="100075" cy="10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5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321044" y="2505582"/>
              <a:ext cx="244982" cy="16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5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134322" y="2615564"/>
              <a:ext cx="73056" cy="157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56"/>
            <p:cNvSpPr/>
            <p:nvPr/>
          </p:nvSpPr>
          <p:spPr>
            <a:xfrm>
              <a:off x="2874264" y="2593593"/>
              <a:ext cx="8658860" cy="2737485"/>
            </a:xfrm>
            <a:custGeom>
              <a:rect b="b" l="l" r="r" t="t"/>
              <a:pathLst>
                <a:path extrusionOk="0" h="2737485" w="8658860">
                  <a:moveTo>
                    <a:pt x="1104265" y="423418"/>
                  </a:moveTo>
                  <a:lnTo>
                    <a:pt x="1098550" y="417703"/>
                  </a:lnTo>
                  <a:lnTo>
                    <a:pt x="1095629" y="417703"/>
                  </a:lnTo>
                  <a:lnTo>
                    <a:pt x="1092454" y="416560"/>
                  </a:lnTo>
                  <a:lnTo>
                    <a:pt x="1088771" y="415798"/>
                  </a:lnTo>
                  <a:lnTo>
                    <a:pt x="1088390" y="415798"/>
                  </a:lnTo>
                  <a:lnTo>
                    <a:pt x="1079754" y="414274"/>
                  </a:lnTo>
                  <a:lnTo>
                    <a:pt x="1079246" y="414274"/>
                  </a:lnTo>
                  <a:lnTo>
                    <a:pt x="1068070" y="412877"/>
                  </a:lnTo>
                  <a:lnTo>
                    <a:pt x="1067816" y="412750"/>
                  </a:lnTo>
                  <a:lnTo>
                    <a:pt x="1054100" y="411353"/>
                  </a:lnTo>
                  <a:lnTo>
                    <a:pt x="1053465" y="411226"/>
                  </a:lnTo>
                  <a:lnTo>
                    <a:pt x="1016508" y="409829"/>
                  </a:lnTo>
                  <a:lnTo>
                    <a:pt x="800608" y="409829"/>
                  </a:lnTo>
                  <a:lnTo>
                    <a:pt x="651510" y="411607"/>
                  </a:lnTo>
                  <a:lnTo>
                    <a:pt x="495046" y="417830"/>
                  </a:lnTo>
                  <a:lnTo>
                    <a:pt x="494792" y="417830"/>
                  </a:lnTo>
                  <a:lnTo>
                    <a:pt x="340741" y="426466"/>
                  </a:lnTo>
                  <a:lnTo>
                    <a:pt x="263525" y="431546"/>
                  </a:lnTo>
                  <a:lnTo>
                    <a:pt x="263779" y="431546"/>
                  </a:lnTo>
                  <a:lnTo>
                    <a:pt x="191008" y="435229"/>
                  </a:lnTo>
                  <a:lnTo>
                    <a:pt x="51943" y="435483"/>
                  </a:lnTo>
                  <a:lnTo>
                    <a:pt x="32766" y="434086"/>
                  </a:lnTo>
                  <a:lnTo>
                    <a:pt x="19558" y="433451"/>
                  </a:lnTo>
                  <a:lnTo>
                    <a:pt x="19177" y="433451"/>
                  </a:lnTo>
                  <a:lnTo>
                    <a:pt x="12446" y="433451"/>
                  </a:lnTo>
                  <a:lnTo>
                    <a:pt x="5588" y="433451"/>
                  </a:lnTo>
                  <a:lnTo>
                    <a:pt x="0" y="439039"/>
                  </a:lnTo>
                  <a:lnTo>
                    <a:pt x="0" y="452628"/>
                  </a:lnTo>
                  <a:lnTo>
                    <a:pt x="5588" y="458089"/>
                  </a:lnTo>
                  <a:lnTo>
                    <a:pt x="12446" y="458089"/>
                  </a:lnTo>
                  <a:lnTo>
                    <a:pt x="18288" y="458089"/>
                  </a:lnTo>
                  <a:lnTo>
                    <a:pt x="31242" y="458851"/>
                  </a:lnTo>
                  <a:lnTo>
                    <a:pt x="30988" y="458851"/>
                  </a:lnTo>
                  <a:lnTo>
                    <a:pt x="50038" y="460375"/>
                  </a:lnTo>
                  <a:lnTo>
                    <a:pt x="50927" y="460502"/>
                  </a:lnTo>
                  <a:lnTo>
                    <a:pt x="53987" y="460502"/>
                  </a:lnTo>
                  <a:lnTo>
                    <a:pt x="55499" y="460756"/>
                  </a:lnTo>
                  <a:lnTo>
                    <a:pt x="65913" y="463550"/>
                  </a:lnTo>
                  <a:lnTo>
                    <a:pt x="66167" y="463677"/>
                  </a:lnTo>
                  <a:lnTo>
                    <a:pt x="75971" y="466090"/>
                  </a:lnTo>
                  <a:lnTo>
                    <a:pt x="76962" y="467106"/>
                  </a:lnTo>
                  <a:lnTo>
                    <a:pt x="80086" y="467106"/>
                  </a:lnTo>
                  <a:lnTo>
                    <a:pt x="89217" y="469773"/>
                  </a:lnTo>
                  <a:lnTo>
                    <a:pt x="90297" y="470789"/>
                  </a:lnTo>
                  <a:lnTo>
                    <a:pt x="92824" y="470789"/>
                  </a:lnTo>
                  <a:lnTo>
                    <a:pt x="102260" y="473151"/>
                  </a:lnTo>
                  <a:lnTo>
                    <a:pt x="103124" y="473964"/>
                  </a:lnTo>
                  <a:lnTo>
                    <a:pt x="105651" y="473964"/>
                  </a:lnTo>
                  <a:lnTo>
                    <a:pt x="115404" y="476427"/>
                  </a:lnTo>
                  <a:lnTo>
                    <a:pt x="116205" y="477266"/>
                  </a:lnTo>
                  <a:lnTo>
                    <a:pt x="118872" y="477266"/>
                  </a:lnTo>
                  <a:lnTo>
                    <a:pt x="158280" y="478586"/>
                  </a:lnTo>
                  <a:lnTo>
                    <a:pt x="160782" y="478663"/>
                  </a:lnTo>
                  <a:lnTo>
                    <a:pt x="163703" y="478663"/>
                  </a:lnTo>
                  <a:lnTo>
                    <a:pt x="165862" y="476504"/>
                  </a:lnTo>
                  <a:lnTo>
                    <a:pt x="165862" y="473837"/>
                  </a:lnTo>
                  <a:lnTo>
                    <a:pt x="165862" y="471170"/>
                  </a:lnTo>
                  <a:lnTo>
                    <a:pt x="163703" y="469011"/>
                  </a:lnTo>
                  <a:lnTo>
                    <a:pt x="161290" y="469011"/>
                  </a:lnTo>
                  <a:lnTo>
                    <a:pt x="125196" y="466598"/>
                  </a:lnTo>
                  <a:lnTo>
                    <a:pt x="122504" y="466420"/>
                  </a:lnTo>
                  <a:lnTo>
                    <a:pt x="122301" y="466217"/>
                  </a:lnTo>
                  <a:lnTo>
                    <a:pt x="120230" y="466217"/>
                  </a:lnTo>
                  <a:lnTo>
                    <a:pt x="110744" y="463308"/>
                  </a:lnTo>
                  <a:lnTo>
                    <a:pt x="109601" y="462153"/>
                  </a:lnTo>
                  <a:lnTo>
                    <a:pt x="107022" y="462153"/>
                  </a:lnTo>
                  <a:lnTo>
                    <a:pt x="102082" y="460565"/>
                  </a:lnTo>
                  <a:lnTo>
                    <a:pt x="191643" y="460756"/>
                  </a:lnTo>
                  <a:lnTo>
                    <a:pt x="192278" y="460629"/>
                  </a:lnTo>
                  <a:lnTo>
                    <a:pt x="240792" y="458343"/>
                  </a:lnTo>
                  <a:lnTo>
                    <a:pt x="265049" y="457200"/>
                  </a:lnTo>
                  <a:lnTo>
                    <a:pt x="265176" y="457073"/>
                  </a:lnTo>
                  <a:lnTo>
                    <a:pt x="342265" y="452120"/>
                  </a:lnTo>
                  <a:lnTo>
                    <a:pt x="392912" y="449326"/>
                  </a:lnTo>
                  <a:lnTo>
                    <a:pt x="496189" y="443484"/>
                  </a:lnTo>
                  <a:lnTo>
                    <a:pt x="495935" y="443611"/>
                  </a:lnTo>
                  <a:lnTo>
                    <a:pt x="499313" y="443484"/>
                  </a:lnTo>
                  <a:lnTo>
                    <a:pt x="652272" y="437515"/>
                  </a:lnTo>
                  <a:lnTo>
                    <a:pt x="786320" y="435864"/>
                  </a:lnTo>
                  <a:lnTo>
                    <a:pt x="980821" y="435737"/>
                  </a:lnTo>
                  <a:lnTo>
                    <a:pt x="1015657" y="435622"/>
                  </a:lnTo>
                  <a:lnTo>
                    <a:pt x="1054608" y="435610"/>
                  </a:lnTo>
                  <a:lnTo>
                    <a:pt x="1015657" y="435622"/>
                  </a:lnTo>
                  <a:lnTo>
                    <a:pt x="1037717" y="436372"/>
                  </a:lnTo>
                  <a:lnTo>
                    <a:pt x="1052195" y="437134"/>
                  </a:lnTo>
                  <a:lnTo>
                    <a:pt x="1051433" y="437007"/>
                  </a:lnTo>
                  <a:lnTo>
                    <a:pt x="1054608" y="437362"/>
                  </a:lnTo>
                  <a:lnTo>
                    <a:pt x="1054608" y="439801"/>
                  </a:lnTo>
                  <a:lnTo>
                    <a:pt x="1058418" y="443611"/>
                  </a:lnTo>
                  <a:lnTo>
                    <a:pt x="1063625" y="443611"/>
                  </a:lnTo>
                  <a:lnTo>
                    <a:pt x="1067943" y="443611"/>
                  </a:lnTo>
                  <a:lnTo>
                    <a:pt x="1068120" y="443445"/>
                  </a:lnTo>
                  <a:lnTo>
                    <a:pt x="1070229" y="443357"/>
                  </a:lnTo>
                  <a:lnTo>
                    <a:pt x="1076667" y="443026"/>
                  </a:lnTo>
                  <a:lnTo>
                    <a:pt x="1083310" y="443484"/>
                  </a:lnTo>
                  <a:lnTo>
                    <a:pt x="1083830" y="443509"/>
                  </a:lnTo>
                  <a:lnTo>
                    <a:pt x="1084072" y="443738"/>
                  </a:lnTo>
                  <a:lnTo>
                    <a:pt x="1088009" y="443738"/>
                  </a:lnTo>
                  <a:lnTo>
                    <a:pt x="1091311" y="443738"/>
                  </a:lnTo>
                  <a:lnTo>
                    <a:pt x="1098550" y="443738"/>
                  </a:lnTo>
                  <a:lnTo>
                    <a:pt x="1104265" y="437896"/>
                  </a:lnTo>
                  <a:lnTo>
                    <a:pt x="1104265" y="431038"/>
                  </a:lnTo>
                  <a:lnTo>
                    <a:pt x="1104265" y="430657"/>
                  </a:lnTo>
                  <a:lnTo>
                    <a:pt x="1104265" y="430276"/>
                  </a:lnTo>
                  <a:lnTo>
                    <a:pt x="1104265" y="423418"/>
                  </a:lnTo>
                  <a:close/>
                </a:path>
                <a:path extrusionOk="0" h="2737485" w="8658860">
                  <a:moveTo>
                    <a:pt x="4435729" y="17018"/>
                  </a:moveTo>
                  <a:lnTo>
                    <a:pt x="4433189" y="14478"/>
                  </a:lnTo>
                  <a:lnTo>
                    <a:pt x="4431411" y="12700"/>
                  </a:lnTo>
                  <a:lnTo>
                    <a:pt x="4429760" y="11049"/>
                  </a:lnTo>
                  <a:lnTo>
                    <a:pt x="4429760" y="9398"/>
                  </a:lnTo>
                  <a:lnTo>
                    <a:pt x="4429760" y="5207"/>
                  </a:lnTo>
                  <a:lnTo>
                    <a:pt x="4429252" y="4699"/>
                  </a:lnTo>
                  <a:lnTo>
                    <a:pt x="4429252" y="4318"/>
                  </a:lnTo>
                  <a:lnTo>
                    <a:pt x="4425696" y="762"/>
                  </a:lnTo>
                  <a:lnTo>
                    <a:pt x="4418330" y="762"/>
                  </a:lnTo>
                  <a:lnTo>
                    <a:pt x="4417847" y="698"/>
                  </a:lnTo>
                  <a:lnTo>
                    <a:pt x="4419473" y="254"/>
                  </a:lnTo>
                  <a:lnTo>
                    <a:pt x="4417568" y="127"/>
                  </a:lnTo>
                  <a:lnTo>
                    <a:pt x="4417314" y="127"/>
                  </a:lnTo>
                  <a:lnTo>
                    <a:pt x="4417187" y="0"/>
                  </a:lnTo>
                  <a:lnTo>
                    <a:pt x="4415790" y="0"/>
                  </a:lnTo>
                  <a:lnTo>
                    <a:pt x="4412234" y="0"/>
                  </a:lnTo>
                  <a:lnTo>
                    <a:pt x="4407662" y="0"/>
                  </a:lnTo>
                  <a:lnTo>
                    <a:pt x="4403725" y="3937"/>
                  </a:lnTo>
                  <a:lnTo>
                    <a:pt x="4403725" y="7061"/>
                  </a:lnTo>
                  <a:lnTo>
                    <a:pt x="4403598" y="7353"/>
                  </a:lnTo>
                  <a:lnTo>
                    <a:pt x="4399788" y="11049"/>
                  </a:lnTo>
                  <a:lnTo>
                    <a:pt x="4399788" y="14795"/>
                  </a:lnTo>
                  <a:lnTo>
                    <a:pt x="4392485" y="26860"/>
                  </a:lnTo>
                  <a:lnTo>
                    <a:pt x="4392295" y="27051"/>
                  </a:lnTo>
                  <a:lnTo>
                    <a:pt x="4392295" y="32512"/>
                  </a:lnTo>
                  <a:lnTo>
                    <a:pt x="4392295" y="37719"/>
                  </a:lnTo>
                  <a:lnTo>
                    <a:pt x="4396613" y="42037"/>
                  </a:lnTo>
                  <a:lnTo>
                    <a:pt x="4397502" y="42037"/>
                  </a:lnTo>
                  <a:lnTo>
                    <a:pt x="4397502" y="45339"/>
                  </a:lnTo>
                  <a:lnTo>
                    <a:pt x="4397502" y="50165"/>
                  </a:lnTo>
                  <a:lnTo>
                    <a:pt x="4398264" y="50927"/>
                  </a:lnTo>
                  <a:lnTo>
                    <a:pt x="4401439" y="54102"/>
                  </a:lnTo>
                  <a:lnTo>
                    <a:pt x="4402201" y="54864"/>
                  </a:lnTo>
                  <a:lnTo>
                    <a:pt x="4407027" y="54864"/>
                  </a:lnTo>
                  <a:lnTo>
                    <a:pt x="4411853" y="54864"/>
                  </a:lnTo>
                  <a:lnTo>
                    <a:pt x="4413504" y="54864"/>
                  </a:lnTo>
                  <a:lnTo>
                    <a:pt x="4416425" y="54991"/>
                  </a:lnTo>
                  <a:lnTo>
                    <a:pt x="4419092" y="54991"/>
                  </a:lnTo>
                  <a:lnTo>
                    <a:pt x="4421505" y="54610"/>
                  </a:lnTo>
                  <a:lnTo>
                    <a:pt x="4422521" y="54356"/>
                  </a:lnTo>
                  <a:lnTo>
                    <a:pt x="4426331" y="54356"/>
                  </a:lnTo>
                  <a:lnTo>
                    <a:pt x="4430395" y="50292"/>
                  </a:lnTo>
                  <a:lnTo>
                    <a:pt x="4430395" y="48374"/>
                  </a:lnTo>
                  <a:lnTo>
                    <a:pt x="4430776" y="47879"/>
                  </a:lnTo>
                  <a:lnTo>
                    <a:pt x="4431589" y="46596"/>
                  </a:lnTo>
                  <a:lnTo>
                    <a:pt x="4434332" y="43942"/>
                  </a:lnTo>
                  <a:lnTo>
                    <a:pt x="4434332" y="39116"/>
                  </a:lnTo>
                  <a:lnTo>
                    <a:pt x="4435729" y="37719"/>
                  </a:lnTo>
                  <a:lnTo>
                    <a:pt x="4435729" y="32385"/>
                  </a:lnTo>
                  <a:lnTo>
                    <a:pt x="4435729" y="27686"/>
                  </a:lnTo>
                  <a:lnTo>
                    <a:pt x="4435729" y="27178"/>
                  </a:lnTo>
                  <a:lnTo>
                    <a:pt x="4435729" y="22352"/>
                  </a:lnTo>
                  <a:lnTo>
                    <a:pt x="4435729" y="17018"/>
                  </a:lnTo>
                  <a:close/>
                </a:path>
                <a:path extrusionOk="0" h="2737485" w="8658860">
                  <a:moveTo>
                    <a:pt x="8658479" y="2301494"/>
                  </a:moveTo>
                  <a:lnTo>
                    <a:pt x="8657717" y="2242693"/>
                  </a:lnTo>
                  <a:lnTo>
                    <a:pt x="8653120" y="2180590"/>
                  </a:lnTo>
                  <a:lnTo>
                    <a:pt x="8653018" y="2179066"/>
                  </a:lnTo>
                  <a:lnTo>
                    <a:pt x="8652891" y="2178050"/>
                  </a:lnTo>
                  <a:lnTo>
                    <a:pt x="8642896" y="2116074"/>
                  </a:lnTo>
                  <a:lnTo>
                    <a:pt x="8642350" y="2112645"/>
                  </a:lnTo>
                  <a:lnTo>
                    <a:pt x="8642096" y="2111375"/>
                  </a:lnTo>
                  <a:lnTo>
                    <a:pt x="8626653" y="2055622"/>
                  </a:lnTo>
                  <a:lnTo>
                    <a:pt x="8625078" y="2049907"/>
                  </a:lnTo>
                  <a:lnTo>
                    <a:pt x="8624824" y="2049145"/>
                  </a:lnTo>
                  <a:lnTo>
                    <a:pt x="8608695" y="2004314"/>
                  </a:lnTo>
                  <a:lnTo>
                    <a:pt x="8608238" y="2003044"/>
                  </a:lnTo>
                  <a:lnTo>
                    <a:pt x="8605647" y="1995805"/>
                  </a:lnTo>
                  <a:lnTo>
                    <a:pt x="8605139" y="1994662"/>
                  </a:lnTo>
                  <a:lnTo>
                    <a:pt x="8589861" y="1964690"/>
                  </a:lnTo>
                  <a:lnTo>
                    <a:pt x="8584946" y="1955038"/>
                  </a:lnTo>
                  <a:lnTo>
                    <a:pt x="8584438" y="1954149"/>
                  </a:lnTo>
                  <a:lnTo>
                    <a:pt x="8573884" y="1938147"/>
                  </a:lnTo>
                  <a:lnTo>
                    <a:pt x="8566531" y="1926971"/>
                  </a:lnTo>
                  <a:lnTo>
                    <a:pt x="8566150" y="1926209"/>
                  </a:lnTo>
                  <a:lnTo>
                    <a:pt x="8549043" y="1904492"/>
                  </a:lnTo>
                  <a:lnTo>
                    <a:pt x="8541512" y="1894890"/>
                  </a:lnTo>
                  <a:lnTo>
                    <a:pt x="8541512" y="1892808"/>
                  </a:lnTo>
                  <a:lnTo>
                    <a:pt x="8537067" y="1888363"/>
                  </a:lnTo>
                  <a:lnTo>
                    <a:pt x="8535568" y="1888363"/>
                  </a:lnTo>
                  <a:lnTo>
                    <a:pt x="8531301" y="1884045"/>
                  </a:lnTo>
                  <a:lnTo>
                    <a:pt x="8530082" y="1882825"/>
                  </a:lnTo>
                  <a:lnTo>
                    <a:pt x="8530082" y="1881378"/>
                  </a:lnTo>
                  <a:lnTo>
                    <a:pt x="8525764" y="1877060"/>
                  </a:lnTo>
                  <a:lnTo>
                    <a:pt x="8524278" y="1877060"/>
                  </a:lnTo>
                  <a:lnTo>
                    <a:pt x="8520811" y="1873542"/>
                  </a:lnTo>
                  <a:lnTo>
                    <a:pt x="8520811" y="1872234"/>
                  </a:lnTo>
                  <a:lnTo>
                    <a:pt x="8516620" y="1868043"/>
                  </a:lnTo>
                  <a:lnTo>
                    <a:pt x="8514855" y="1868043"/>
                  </a:lnTo>
                  <a:lnTo>
                    <a:pt x="8513445" y="1866798"/>
                  </a:lnTo>
                  <a:lnTo>
                    <a:pt x="8513445" y="1865884"/>
                  </a:lnTo>
                  <a:lnTo>
                    <a:pt x="8509254" y="1861693"/>
                  </a:lnTo>
                  <a:lnTo>
                    <a:pt x="8507984" y="1861693"/>
                  </a:lnTo>
                  <a:lnTo>
                    <a:pt x="8504555" y="1858264"/>
                  </a:lnTo>
                  <a:lnTo>
                    <a:pt x="8494395" y="1858264"/>
                  </a:lnTo>
                  <a:lnTo>
                    <a:pt x="8490331" y="1862328"/>
                  </a:lnTo>
                  <a:lnTo>
                    <a:pt x="8490331" y="1872361"/>
                  </a:lnTo>
                  <a:lnTo>
                    <a:pt x="8494395" y="1876425"/>
                  </a:lnTo>
                  <a:lnTo>
                    <a:pt x="8495284" y="1876425"/>
                  </a:lnTo>
                  <a:lnTo>
                    <a:pt x="8499094" y="1880235"/>
                  </a:lnTo>
                  <a:lnTo>
                    <a:pt x="8500529" y="1880235"/>
                  </a:lnTo>
                  <a:lnTo>
                    <a:pt x="8501888" y="1881505"/>
                  </a:lnTo>
                  <a:lnTo>
                    <a:pt x="8501888" y="1882648"/>
                  </a:lnTo>
                  <a:lnTo>
                    <a:pt x="8506079" y="1886839"/>
                  </a:lnTo>
                  <a:lnTo>
                    <a:pt x="8507209" y="1886839"/>
                  </a:lnTo>
                  <a:lnTo>
                    <a:pt x="8510651" y="1890636"/>
                  </a:lnTo>
                  <a:lnTo>
                    <a:pt x="8510651" y="1892173"/>
                  </a:lnTo>
                  <a:lnTo>
                    <a:pt x="8514969" y="1896491"/>
                  </a:lnTo>
                  <a:lnTo>
                    <a:pt x="8516074" y="1896491"/>
                  </a:lnTo>
                  <a:lnTo>
                    <a:pt x="8521573" y="1902307"/>
                  </a:lnTo>
                  <a:lnTo>
                    <a:pt x="8521573" y="1903857"/>
                  </a:lnTo>
                  <a:lnTo>
                    <a:pt x="8526018" y="1908302"/>
                  </a:lnTo>
                  <a:lnTo>
                    <a:pt x="8526577" y="1908302"/>
                  </a:lnTo>
                  <a:lnTo>
                    <a:pt x="8535416" y="1920113"/>
                  </a:lnTo>
                  <a:lnTo>
                    <a:pt x="8549475" y="1938705"/>
                  </a:lnTo>
                  <a:lnTo>
                    <a:pt x="8549602" y="1938909"/>
                  </a:lnTo>
                  <a:lnTo>
                    <a:pt x="8566531" y="1965706"/>
                  </a:lnTo>
                  <a:lnTo>
                    <a:pt x="8585467" y="2003107"/>
                  </a:lnTo>
                  <a:lnTo>
                    <a:pt x="8586089" y="2004314"/>
                  </a:lnTo>
                  <a:lnTo>
                    <a:pt x="8585467" y="2003107"/>
                  </a:lnTo>
                  <a:lnTo>
                    <a:pt x="8604301" y="2055837"/>
                  </a:lnTo>
                  <a:lnTo>
                    <a:pt x="8604250" y="2055622"/>
                  </a:lnTo>
                  <a:lnTo>
                    <a:pt x="8604504" y="2056384"/>
                  </a:lnTo>
                  <a:lnTo>
                    <a:pt x="8604301" y="2055837"/>
                  </a:lnTo>
                  <a:lnTo>
                    <a:pt x="8604453" y="2056384"/>
                  </a:lnTo>
                  <a:lnTo>
                    <a:pt x="8620836" y="2116582"/>
                  </a:lnTo>
                  <a:lnTo>
                    <a:pt x="8620938" y="2117217"/>
                  </a:lnTo>
                  <a:lnTo>
                    <a:pt x="8631072" y="2180996"/>
                  </a:lnTo>
                  <a:lnTo>
                    <a:pt x="8631110" y="2181606"/>
                  </a:lnTo>
                  <a:lnTo>
                    <a:pt x="8635746" y="2244344"/>
                  </a:lnTo>
                  <a:lnTo>
                    <a:pt x="8635619" y="2243709"/>
                  </a:lnTo>
                  <a:lnTo>
                    <a:pt x="8635619" y="2244344"/>
                  </a:lnTo>
                  <a:lnTo>
                    <a:pt x="8636381" y="2301621"/>
                  </a:lnTo>
                  <a:lnTo>
                    <a:pt x="8636381" y="2409748"/>
                  </a:lnTo>
                  <a:lnTo>
                    <a:pt x="8636508" y="2408809"/>
                  </a:lnTo>
                  <a:lnTo>
                    <a:pt x="8636381" y="2410206"/>
                  </a:lnTo>
                  <a:lnTo>
                    <a:pt x="8636381" y="2409748"/>
                  </a:lnTo>
                  <a:lnTo>
                    <a:pt x="8636317" y="2410206"/>
                  </a:lnTo>
                  <a:lnTo>
                    <a:pt x="8629650" y="2459482"/>
                  </a:lnTo>
                  <a:lnTo>
                    <a:pt x="8629650" y="2459355"/>
                  </a:lnTo>
                  <a:lnTo>
                    <a:pt x="8629625" y="2459482"/>
                  </a:lnTo>
                  <a:lnTo>
                    <a:pt x="8622487" y="2507056"/>
                  </a:lnTo>
                  <a:lnTo>
                    <a:pt x="8622538" y="2506853"/>
                  </a:lnTo>
                  <a:lnTo>
                    <a:pt x="8622411" y="2507615"/>
                  </a:lnTo>
                  <a:lnTo>
                    <a:pt x="8622487" y="2507056"/>
                  </a:lnTo>
                  <a:lnTo>
                    <a:pt x="8622373" y="2507615"/>
                  </a:lnTo>
                  <a:lnTo>
                    <a:pt x="8612886" y="2551557"/>
                  </a:lnTo>
                  <a:lnTo>
                    <a:pt x="8612886" y="2551176"/>
                  </a:lnTo>
                  <a:lnTo>
                    <a:pt x="8612784" y="2551557"/>
                  </a:lnTo>
                  <a:lnTo>
                    <a:pt x="8603869" y="2587117"/>
                  </a:lnTo>
                  <a:lnTo>
                    <a:pt x="8603869" y="2587244"/>
                  </a:lnTo>
                  <a:lnTo>
                    <a:pt x="8597011" y="2615692"/>
                  </a:lnTo>
                  <a:lnTo>
                    <a:pt x="8597265" y="2614549"/>
                  </a:lnTo>
                  <a:lnTo>
                    <a:pt x="8589772" y="2634996"/>
                  </a:lnTo>
                  <a:lnTo>
                    <a:pt x="8589607" y="2635377"/>
                  </a:lnTo>
                  <a:lnTo>
                    <a:pt x="8583168" y="2650744"/>
                  </a:lnTo>
                  <a:lnTo>
                    <a:pt x="8583168" y="2650871"/>
                  </a:lnTo>
                  <a:lnTo>
                    <a:pt x="8576183" y="2668143"/>
                  </a:lnTo>
                  <a:lnTo>
                    <a:pt x="8576310" y="2667762"/>
                  </a:lnTo>
                  <a:lnTo>
                    <a:pt x="8576132" y="2668143"/>
                  </a:lnTo>
                  <a:lnTo>
                    <a:pt x="8572373" y="2676474"/>
                  </a:lnTo>
                  <a:lnTo>
                    <a:pt x="8572373" y="2708160"/>
                  </a:lnTo>
                  <a:lnTo>
                    <a:pt x="8567407" y="2711907"/>
                  </a:lnTo>
                  <a:lnTo>
                    <a:pt x="8567826" y="2711577"/>
                  </a:lnTo>
                  <a:lnTo>
                    <a:pt x="8572373" y="2708160"/>
                  </a:lnTo>
                  <a:lnTo>
                    <a:pt x="8572373" y="2676474"/>
                  </a:lnTo>
                  <a:lnTo>
                    <a:pt x="8568563" y="2684907"/>
                  </a:lnTo>
                  <a:lnTo>
                    <a:pt x="8568436" y="2685288"/>
                  </a:lnTo>
                  <a:lnTo>
                    <a:pt x="8562213" y="2700401"/>
                  </a:lnTo>
                  <a:lnTo>
                    <a:pt x="8562086" y="2700655"/>
                  </a:lnTo>
                  <a:lnTo>
                    <a:pt x="8557641" y="2712085"/>
                  </a:lnTo>
                  <a:lnTo>
                    <a:pt x="8557895" y="2711577"/>
                  </a:lnTo>
                  <a:lnTo>
                    <a:pt x="8555825" y="2716441"/>
                  </a:lnTo>
                  <a:lnTo>
                    <a:pt x="8554085" y="2718181"/>
                  </a:lnTo>
                  <a:lnTo>
                    <a:pt x="8554085" y="2718308"/>
                  </a:lnTo>
                  <a:lnTo>
                    <a:pt x="8554085" y="2724150"/>
                  </a:lnTo>
                  <a:lnTo>
                    <a:pt x="8554085" y="2725039"/>
                  </a:lnTo>
                  <a:lnTo>
                    <a:pt x="8554085" y="2731516"/>
                  </a:lnTo>
                  <a:lnTo>
                    <a:pt x="8559419" y="2736977"/>
                  </a:lnTo>
                  <a:lnTo>
                    <a:pt x="8572754" y="2736977"/>
                  </a:lnTo>
                  <a:lnTo>
                    <a:pt x="8573249" y="2736469"/>
                  </a:lnTo>
                  <a:lnTo>
                    <a:pt x="8573897" y="2736469"/>
                  </a:lnTo>
                  <a:lnTo>
                    <a:pt x="8579104" y="2731262"/>
                  </a:lnTo>
                  <a:lnTo>
                    <a:pt x="8579104" y="2730589"/>
                  </a:lnTo>
                  <a:lnTo>
                    <a:pt x="8580882" y="2729230"/>
                  </a:lnTo>
                  <a:lnTo>
                    <a:pt x="8583130" y="2727071"/>
                  </a:lnTo>
                  <a:lnTo>
                    <a:pt x="8586699" y="2723642"/>
                  </a:lnTo>
                  <a:lnTo>
                    <a:pt x="8588248" y="2723642"/>
                  </a:lnTo>
                  <a:lnTo>
                    <a:pt x="8592947" y="2719070"/>
                  </a:lnTo>
                  <a:lnTo>
                    <a:pt x="8592947" y="2717495"/>
                  </a:lnTo>
                  <a:lnTo>
                    <a:pt x="8598027" y="2712339"/>
                  </a:lnTo>
                  <a:lnTo>
                    <a:pt x="8600186" y="2708656"/>
                  </a:lnTo>
                  <a:lnTo>
                    <a:pt x="8602320" y="2701239"/>
                  </a:lnTo>
                  <a:lnTo>
                    <a:pt x="8602980" y="2700528"/>
                  </a:lnTo>
                  <a:lnTo>
                    <a:pt x="8602980" y="2698242"/>
                  </a:lnTo>
                  <a:lnTo>
                    <a:pt x="8602980" y="2695956"/>
                  </a:lnTo>
                  <a:lnTo>
                    <a:pt x="8601202" y="2694051"/>
                  </a:lnTo>
                  <a:lnTo>
                    <a:pt x="8596503" y="2694051"/>
                  </a:lnTo>
                  <a:lnTo>
                    <a:pt x="8595563" y="2694990"/>
                  </a:lnTo>
                  <a:lnTo>
                    <a:pt x="8588858" y="2697670"/>
                  </a:lnTo>
                  <a:lnTo>
                    <a:pt x="8590280" y="2694051"/>
                  </a:lnTo>
                  <a:lnTo>
                    <a:pt x="8590153" y="2694432"/>
                  </a:lnTo>
                  <a:lnTo>
                    <a:pt x="8590305" y="2694051"/>
                  </a:lnTo>
                  <a:lnTo>
                    <a:pt x="8597519" y="2677033"/>
                  </a:lnTo>
                  <a:lnTo>
                    <a:pt x="8597646" y="2676652"/>
                  </a:lnTo>
                  <a:lnTo>
                    <a:pt x="8604377" y="2659380"/>
                  </a:lnTo>
                  <a:lnTo>
                    <a:pt x="8618347" y="2622169"/>
                  </a:lnTo>
                  <a:lnTo>
                    <a:pt x="8625421" y="2592578"/>
                  </a:lnTo>
                  <a:lnTo>
                    <a:pt x="8625484" y="2592451"/>
                  </a:lnTo>
                  <a:lnTo>
                    <a:pt x="8634476" y="2556510"/>
                  </a:lnTo>
                  <a:lnTo>
                    <a:pt x="8634476" y="2556256"/>
                  </a:lnTo>
                  <a:lnTo>
                    <a:pt x="8644382" y="2510917"/>
                  </a:lnTo>
                  <a:lnTo>
                    <a:pt x="8644992" y="2506853"/>
                  </a:lnTo>
                  <a:lnTo>
                    <a:pt x="8651621" y="2462657"/>
                  </a:lnTo>
                  <a:lnTo>
                    <a:pt x="8651621" y="2462530"/>
                  </a:lnTo>
                  <a:lnTo>
                    <a:pt x="8658352" y="2411730"/>
                  </a:lnTo>
                  <a:lnTo>
                    <a:pt x="8658479" y="2408809"/>
                  </a:lnTo>
                  <a:lnTo>
                    <a:pt x="8658479" y="23014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3" name="Google Shape;653;p56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642484" y="2684779"/>
              <a:ext cx="110109" cy="174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4" name="Google Shape;654;p56"/>
            <p:cNvSpPr/>
            <p:nvPr/>
          </p:nvSpPr>
          <p:spPr>
            <a:xfrm>
              <a:off x="4883531" y="2416682"/>
              <a:ext cx="140970" cy="425450"/>
            </a:xfrm>
            <a:custGeom>
              <a:rect b="b" l="l" r="r" t="t"/>
              <a:pathLst>
                <a:path extrusionOk="0" h="425450" w="140970">
                  <a:moveTo>
                    <a:pt x="140970" y="208915"/>
                  </a:moveTo>
                  <a:lnTo>
                    <a:pt x="137668" y="205740"/>
                  </a:lnTo>
                  <a:lnTo>
                    <a:pt x="133350" y="205740"/>
                  </a:lnTo>
                  <a:lnTo>
                    <a:pt x="129667" y="205740"/>
                  </a:lnTo>
                  <a:lnTo>
                    <a:pt x="129527" y="205879"/>
                  </a:lnTo>
                  <a:lnTo>
                    <a:pt x="119253" y="206248"/>
                  </a:lnTo>
                  <a:lnTo>
                    <a:pt x="103416" y="208407"/>
                  </a:lnTo>
                  <a:lnTo>
                    <a:pt x="98171" y="208407"/>
                  </a:lnTo>
                  <a:lnTo>
                    <a:pt x="97370" y="209181"/>
                  </a:lnTo>
                  <a:lnTo>
                    <a:pt x="85178" y="210718"/>
                  </a:lnTo>
                  <a:lnTo>
                    <a:pt x="85090" y="170815"/>
                  </a:lnTo>
                  <a:lnTo>
                    <a:pt x="84874" y="128778"/>
                  </a:lnTo>
                  <a:lnTo>
                    <a:pt x="84709" y="92710"/>
                  </a:lnTo>
                  <a:lnTo>
                    <a:pt x="84785" y="89471"/>
                  </a:lnTo>
                  <a:lnTo>
                    <a:pt x="88138" y="86233"/>
                  </a:lnTo>
                  <a:lnTo>
                    <a:pt x="88138" y="83731"/>
                  </a:lnTo>
                  <a:lnTo>
                    <a:pt x="89090" y="81978"/>
                  </a:lnTo>
                  <a:lnTo>
                    <a:pt x="92075" y="78994"/>
                  </a:lnTo>
                  <a:lnTo>
                    <a:pt x="92075" y="76136"/>
                  </a:lnTo>
                  <a:lnTo>
                    <a:pt x="93167" y="73533"/>
                  </a:lnTo>
                  <a:lnTo>
                    <a:pt x="95504" y="71120"/>
                  </a:lnTo>
                  <a:lnTo>
                    <a:pt x="95504" y="67779"/>
                  </a:lnTo>
                  <a:lnTo>
                    <a:pt x="97917" y="60071"/>
                  </a:lnTo>
                  <a:lnTo>
                    <a:pt x="99187" y="50419"/>
                  </a:lnTo>
                  <a:lnTo>
                    <a:pt x="99212" y="48768"/>
                  </a:lnTo>
                  <a:lnTo>
                    <a:pt x="99568" y="41529"/>
                  </a:lnTo>
                  <a:lnTo>
                    <a:pt x="99822" y="33909"/>
                  </a:lnTo>
                  <a:lnTo>
                    <a:pt x="100203" y="27432"/>
                  </a:lnTo>
                  <a:lnTo>
                    <a:pt x="100355" y="24257"/>
                  </a:lnTo>
                  <a:lnTo>
                    <a:pt x="100469" y="20002"/>
                  </a:lnTo>
                  <a:lnTo>
                    <a:pt x="100545" y="18034"/>
                  </a:lnTo>
                  <a:lnTo>
                    <a:pt x="100304" y="16383"/>
                  </a:lnTo>
                  <a:lnTo>
                    <a:pt x="100076" y="14478"/>
                  </a:lnTo>
                  <a:lnTo>
                    <a:pt x="100076" y="9017"/>
                  </a:lnTo>
                  <a:lnTo>
                    <a:pt x="98552" y="7454"/>
                  </a:lnTo>
                  <a:lnTo>
                    <a:pt x="98552" y="6731"/>
                  </a:lnTo>
                  <a:lnTo>
                    <a:pt x="93599" y="1905"/>
                  </a:lnTo>
                  <a:lnTo>
                    <a:pt x="93218" y="1905"/>
                  </a:lnTo>
                  <a:lnTo>
                    <a:pt x="91313" y="0"/>
                  </a:lnTo>
                  <a:lnTo>
                    <a:pt x="91008" y="0"/>
                  </a:lnTo>
                  <a:lnTo>
                    <a:pt x="91008" y="27432"/>
                  </a:lnTo>
                  <a:lnTo>
                    <a:pt x="90932" y="27940"/>
                  </a:lnTo>
                  <a:lnTo>
                    <a:pt x="90805" y="28575"/>
                  </a:lnTo>
                  <a:lnTo>
                    <a:pt x="91008" y="27432"/>
                  </a:lnTo>
                  <a:lnTo>
                    <a:pt x="91008" y="0"/>
                  </a:lnTo>
                  <a:lnTo>
                    <a:pt x="89154" y="0"/>
                  </a:lnTo>
                  <a:lnTo>
                    <a:pt x="86741" y="0"/>
                  </a:lnTo>
                  <a:lnTo>
                    <a:pt x="86741" y="54102"/>
                  </a:lnTo>
                  <a:lnTo>
                    <a:pt x="86626" y="55118"/>
                  </a:lnTo>
                  <a:lnTo>
                    <a:pt x="86702" y="54102"/>
                  </a:lnTo>
                  <a:lnTo>
                    <a:pt x="86741" y="0"/>
                  </a:lnTo>
                  <a:lnTo>
                    <a:pt x="83312" y="0"/>
                  </a:lnTo>
                  <a:lnTo>
                    <a:pt x="82169" y="0"/>
                  </a:lnTo>
                  <a:lnTo>
                    <a:pt x="81102" y="0"/>
                  </a:lnTo>
                  <a:lnTo>
                    <a:pt x="81102" y="49530"/>
                  </a:lnTo>
                  <a:lnTo>
                    <a:pt x="81038" y="50419"/>
                  </a:lnTo>
                  <a:lnTo>
                    <a:pt x="80645" y="56540"/>
                  </a:lnTo>
                  <a:lnTo>
                    <a:pt x="81038" y="50419"/>
                  </a:lnTo>
                  <a:lnTo>
                    <a:pt x="80772" y="41529"/>
                  </a:lnTo>
                  <a:lnTo>
                    <a:pt x="81026" y="49530"/>
                  </a:lnTo>
                  <a:lnTo>
                    <a:pt x="81102" y="0"/>
                  </a:lnTo>
                  <a:lnTo>
                    <a:pt x="78867" y="0"/>
                  </a:lnTo>
                  <a:lnTo>
                    <a:pt x="76708" y="0"/>
                  </a:lnTo>
                  <a:lnTo>
                    <a:pt x="71628" y="5080"/>
                  </a:lnTo>
                  <a:lnTo>
                    <a:pt x="71628" y="9436"/>
                  </a:lnTo>
                  <a:lnTo>
                    <a:pt x="70231" y="14224"/>
                  </a:lnTo>
                  <a:lnTo>
                    <a:pt x="68503" y="23914"/>
                  </a:lnTo>
                  <a:lnTo>
                    <a:pt x="68580" y="23622"/>
                  </a:lnTo>
                  <a:lnTo>
                    <a:pt x="68453" y="24257"/>
                  </a:lnTo>
                  <a:lnTo>
                    <a:pt x="68503" y="23914"/>
                  </a:lnTo>
                  <a:lnTo>
                    <a:pt x="68427" y="24257"/>
                  </a:lnTo>
                  <a:lnTo>
                    <a:pt x="66040" y="34798"/>
                  </a:lnTo>
                  <a:lnTo>
                    <a:pt x="64122" y="50419"/>
                  </a:lnTo>
                  <a:lnTo>
                    <a:pt x="62484" y="69850"/>
                  </a:lnTo>
                  <a:lnTo>
                    <a:pt x="62433" y="71628"/>
                  </a:lnTo>
                  <a:lnTo>
                    <a:pt x="61734" y="91440"/>
                  </a:lnTo>
                  <a:lnTo>
                    <a:pt x="61671" y="100952"/>
                  </a:lnTo>
                  <a:lnTo>
                    <a:pt x="55257" y="120002"/>
                  </a:lnTo>
                  <a:lnTo>
                    <a:pt x="53721" y="121539"/>
                  </a:lnTo>
                  <a:lnTo>
                    <a:pt x="53721" y="130810"/>
                  </a:lnTo>
                  <a:lnTo>
                    <a:pt x="57404" y="134493"/>
                  </a:lnTo>
                  <a:lnTo>
                    <a:pt x="61506" y="134493"/>
                  </a:lnTo>
                  <a:lnTo>
                    <a:pt x="61341" y="170815"/>
                  </a:lnTo>
                  <a:lnTo>
                    <a:pt x="61226" y="214985"/>
                  </a:lnTo>
                  <a:lnTo>
                    <a:pt x="54419" y="216027"/>
                  </a:lnTo>
                  <a:lnTo>
                    <a:pt x="49276" y="216027"/>
                  </a:lnTo>
                  <a:lnTo>
                    <a:pt x="47256" y="218046"/>
                  </a:lnTo>
                  <a:lnTo>
                    <a:pt x="8940" y="230378"/>
                  </a:lnTo>
                  <a:lnTo>
                    <a:pt x="4699" y="230378"/>
                  </a:lnTo>
                  <a:lnTo>
                    <a:pt x="0" y="235204"/>
                  </a:lnTo>
                  <a:lnTo>
                    <a:pt x="0" y="246888"/>
                  </a:lnTo>
                  <a:lnTo>
                    <a:pt x="4699" y="251587"/>
                  </a:lnTo>
                  <a:lnTo>
                    <a:pt x="16383" y="251587"/>
                  </a:lnTo>
                  <a:lnTo>
                    <a:pt x="18415" y="249618"/>
                  </a:lnTo>
                  <a:lnTo>
                    <a:pt x="56819" y="237236"/>
                  </a:lnTo>
                  <a:lnTo>
                    <a:pt x="61087" y="237236"/>
                  </a:lnTo>
                  <a:lnTo>
                    <a:pt x="62001" y="236321"/>
                  </a:lnTo>
                  <a:lnTo>
                    <a:pt x="63296" y="236118"/>
                  </a:lnTo>
                  <a:lnTo>
                    <a:pt x="65532" y="249555"/>
                  </a:lnTo>
                  <a:lnTo>
                    <a:pt x="70485" y="271145"/>
                  </a:lnTo>
                  <a:lnTo>
                    <a:pt x="70485" y="271018"/>
                  </a:lnTo>
                  <a:lnTo>
                    <a:pt x="75184" y="291846"/>
                  </a:lnTo>
                  <a:lnTo>
                    <a:pt x="75184" y="291973"/>
                  </a:lnTo>
                  <a:lnTo>
                    <a:pt x="79883" y="312420"/>
                  </a:lnTo>
                  <a:lnTo>
                    <a:pt x="79756" y="312293"/>
                  </a:lnTo>
                  <a:lnTo>
                    <a:pt x="79781" y="312420"/>
                  </a:lnTo>
                  <a:lnTo>
                    <a:pt x="83693" y="330962"/>
                  </a:lnTo>
                  <a:lnTo>
                    <a:pt x="83693" y="330581"/>
                  </a:lnTo>
                  <a:lnTo>
                    <a:pt x="86868" y="348615"/>
                  </a:lnTo>
                  <a:lnTo>
                    <a:pt x="86868" y="348361"/>
                  </a:lnTo>
                  <a:lnTo>
                    <a:pt x="89154" y="363232"/>
                  </a:lnTo>
                  <a:lnTo>
                    <a:pt x="89154" y="400685"/>
                  </a:lnTo>
                  <a:lnTo>
                    <a:pt x="88900" y="400685"/>
                  </a:lnTo>
                  <a:lnTo>
                    <a:pt x="87985" y="401624"/>
                  </a:lnTo>
                  <a:lnTo>
                    <a:pt x="81572" y="401789"/>
                  </a:lnTo>
                  <a:lnTo>
                    <a:pt x="73253" y="399491"/>
                  </a:lnTo>
                  <a:lnTo>
                    <a:pt x="71501" y="397764"/>
                  </a:lnTo>
                  <a:lnTo>
                    <a:pt x="68592" y="397764"/>
                  </a:lnTo>
                  <a:lnTo>
                    <a:pt x="59067" y="392430"/>
                  </a:lnTo>
                  <a:lnTo>
                    <a:pt x="58420" y="392087"/>
                  </a:lnTo>
                  <a:lnTo>
                    <a:pt x="58293" y="392010"/>
                  </a:lnTo>
                  <a:lnTo>
                    <a:pt x="58166" y="391922"/>
                  </a:lnTo>
                  <a:lnTo>
                    <a:pt x="49022" y="385610"/>
                  </a:lnTo>
                  <a:lnTo>
                    <a:pt x="49022" y="385445"/>
                  </a:lnTo>
                  <a:lnTo>
                    <a:pt x="46101" y="382524"/>
                  </a:lnTo>
                  <a:lnTo>
                    <a:pt x="39116" y="382524"/>
                  </a:lnTo>
                  <a:lnTo>
                    <a:pt x="36195" y="385445"/>
                  </a:lnTo>
                  <a:lnTo>
                    <a:pt x="36195" y="392557"/>
                  </a:lnTo>
                  <a:lnTo>
                    <a:pt x="39116" y="395351"/>
                  </a:lnTo>
                  <a:lnTo>
                    <a:pt x="39344" y="395351"/>
                  </a:lnTo>
                  <a:lnTo>
                    <a:pt x="46609" y="405130"/>
                  </a:lnTo>
                  <a:lnTo>
                    <a:pt x="47752" y="406273"/>
                  </a:lnTo>
                  <a:lnTo>
                    <a:pt x="54991" y="413092"/>
                  </a:lnTo>
                  <a:lnTo>
                    <a:pt x="54991" y="414274"/>
                  </a:lnTo>
                  <a:lnTo>
                    <a:pt x="59690" y="419100"/>
                  </a:lnTo>
                  <a:lnTo>
                    <a:pt x="63474" y="419100"/>
                  </a:lnTo>
                  <a:lnTo>
                    <a:pt x="71170" y="422211"/>
                  </a:lnTo>
                  <a:lnTo>
                    <a:pt x="74041" y="425069"/>
                  </a:lnTo>
                  <a:lnTo>
                    <a:pt x="80010" y="425069"/>
                  </a:lnTo>
                  <a:lnTo>
                    <a:pt x="89027" y="425323"/>
                  </a:lnTo>
                  <a:lnTo>
                    <a:pt x="90551" y="425323"/>
                  </a:lnTo>
                  <a:lnTo>
                    <a:pt x="96774" y="424688"/>
                  </a:lnTo>
                  <a:lnTo>
                    <a:pt x="102108" y="424688"/>
                  </a:lnTo>
                  <a:lnTo>
                    <a:pt x="104965" y="421894"/>
                  </a:lnTo>
                  <a:lnTo>
                    <a:pt x="107188" y="421894"/>
                  </a:lnTo>
                  <a:lnTo>
                    <a:pt x="112649" y="416560"/>
                  </a:lnTo>
                  <a:lnTo>
                    <a:pt x="112649" y="410756"/>
                  </a:lnTo>
                  <a:lnTo>
                    <a:pt x="113030" y="408178"/>
                  </a:lnTo>
                  <a:lnTo>
                    <a:pt x="113284" y="406527"/>
                  </a:lnTo>
                  <a:lnTo>
                    <a:pt x="113411" y="400812"/>
                  </a:lnTo>
                  <a:lnTo>
                    <a:pt x="113411" y="399415"/>
                  </a:lnTo>
                  <a:lnTo>
                    <a:pt x="113411" y="364871"/>
                  </a:lnTo>
                  <a:lnTo>
                    <a:pt x="113411" y="363093"/>
                  </a:lnTo>
                  <a:lnTo>
                    <a:pt x="113284" y="361188"/>
                  </a:lnTo>
                  <a:lnTo>
                    <a:pt x="111302" y="348361"/>
                  </a:lnTo>
                  <a:lnTo>
                    <a:pt x="110744" y="344678"/>
                  </a:lnTo>
                  <a:lnTo>
                    <a:pt x="110617" y="344424"/>
                  </a:lnTo>
                  <a:lnTo>
                    <a:pt x="108178" y="330581"/>
                  </a:lnTo>
                  <a:lnTo>
                    <a:pt x="107442" y="326390"/>
                  </a:lnTo>
                  <a:lnTo>
                    <a:pt x="107315" y="326009"/>
                  </a:lnTo>
                  <a:lnTo>
                    <a:pt x="103378" y="307340"/>
                  </a:lnTo>
                  <a:lnTo>
                    <a:pt x="103251" y="307086"/>
                  </a:lnTo>
                  <a:lnTo>
                    <a:pt x="98679" y="286639"/>
                  </a:lnTo>
                  <a:lnTo>
                    <a:pt x="95148" y="271018"/>
                  </a:lnTo>
                  <a:lnTo>
                    <a:pt x="93980" y="265811"/>
                  </a:lnTo>
                  <a:lnTo>
                    <a:pt x="93853" y="265684"/>
                  </a:lnTo>
                  <a:lnTo>
                    <a:pt x="89065" y="244856"/>
                  </a:lnTo>
                  <a:lnTo>
                    <a:pt x="88900" y="244094"/>
                  </a:lnTo>
                  <a:lnTo>
                    <a:pt x="89027" y="244856"/>
                  </a:lnTo>
                  <a:lnTo>
                    <a:pt x="86829" y="232156"/>
                  </a:lnTo>
                  <a:lnTo>
                    <a:pt x="89535" y="232156"/>
                  </a:lnTo>
                  <a:lnTo>
                    <a:pt x="90474" y="231216"/>
                  </a:lnTo>
                  <a:lnTo>
                    <a:pt x="104559" y="228981"/>
                  </a:lnTo>
                  <a:lnTo>
                    <a:pt x="109474" y="228981"/>
                  </a:lnTo>
                  <a:lnTo>
                    <a:pt x="110820" y="227634"/>
                  </a:lnTo>
                  <a:lnTo>
                    <a:pt x="121793" y="225044"/>
                  </a:lnTo>
                  <a:lnTo>
                    <a:pt x="123063" y="224663"/>
                  </a:lnTo>
                  <a:lnTo>
                    <a:pt x="134912" y="220218"/>
                  </a:lnTo>
                  <a:lnTo>
                    <a:pt x="137668" y="220218"/>
                  </a:lnTo>
                  <a:lnTo>
                    <a:pt x="140970" y="216916"/>
                  </a:lnTo>
                  <a:lnTo>
                    <a:pt x="140970" y="212979"/>
                  </a:lnTo>
                  <a:lnTo>
                    <a:pt x="140970" y="2089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5614035" y="2270759"/>
              <a:ext cx="191770" cy="681989"/>
            </a:xfrm>
            <a:custGeom>
              <a:rect b="b" l="l" r="r" t="t"/>
              <a:pathLst>
                <a:path extrusionOk="0" h="681989" w="191770">
                  <a:moveTo>
                    <a:pt x="191389" y="655320"/>
                  </a:moveTo>
                  <a:lnTo>
                    <a:pt x="187706" y="651764"/>
                  </a:lnTo>
                  <a:lnTo>
                    <a:pt x="178816" y="651764"/>
                  </a:lnTo>
                  <a:lnTo>
                    <a:pt x="175260" y="655320"/>
                  </a:lnTo>
                  <a:lnTo>
                    <a:pt x="175260" y="656209"/>
                  </a:lnTo>
                  <a:lnTo>
                    <a:pt x="173228" y="657948"/>
                  </a:lnTo>
                  <a:lnTo>
                    <a:pt x="166497" y="658622"/>
                  </a:lnTo>
                  <a:lnTo>
                    <a:pt x="151625" y="658279"/>
                  </a:lnTo>
                  <a:lnTo>
                    <a:pt x="136321" y="653542"/>
                  </a:lnTo>
                  <a:lnTo>
                    <a:pt x="134518" y="652995"/>
                  </a:lnTo>
                  <a:lnTo>
                    <a:pt x="134112" y="652780"/>
                  </a:lnTo>
                  <a:lnTo>
                    <a:pt x="117843" y="644652"/>
                  </a:lnTo>
                  <a:lnTo>
                    <a:pt x="116370" y="643915"/>
                  </a:lnTo>
                  <a:lnTo>
                    <a:pt x="115836" y="643509"/>
                  </a:lnTo>
                  <a:lnTo>
                    <a:pt x="98018" y="629920"/>
                  </a:lnTo>
                  <a:lnTo>
                    <a:pt x="97104" y="629234"/>
                  </a:lnTo>
                  <a:lnTo>
                    <a:pt x="96659" y="628777"/>
                  </a:lnTo>
                  <a:lnTo>
                    <a:pt x="80137" y="611886"/>
                  </a:lnTo>
                  <a:lnTo>
                    <a:pt x="80518" y="612267"/>
                  </a:lnTo>
                  <a:lnTo>
                    <a:pt x="80175" y="611886"/>
                  </a:lnTo>
                  <a:lnTo>
                    <a:pt x="66268" y="596392"/>
                  </a:lnTo>
                  <a:lnTo>
                    <a:pt x="65849" y="595934"/>
                  </a:lnTo>
                  <a:lnTo>
                    <a:pt x="65239" y="594995"/>
                  </a:lnTo>
                  <a:lnTo>
                    <a:pt x="55232" y="579882"/>
                  </a:lnTo>
                  <a:lnTo>
                    <a:pt x="54800" y="579234"/>
                  </a:lnTo>
                  <a:lnTo>
                    <a:pt x="54381" y="578358"/>
                  </a:lnTo>
                  <a:lnTo>
                    <a:pt x="44577" y="557911"/>
                  </a:lnTo>
                  <a:lnTo>
                    <a:pt x="45085" y="558927"/>
                  </a:lnTo>
                  <a:lnTo>
                    <a:pt x="44704" y="557911"/>
                  </a:lnTo>
                  <a:lnTo>
                    <a:pt x="34239" y="529336"/>
                  </a:lnTo>
                  <a:lnTo>
                    <a:pt x="33997" y="528688"/>
                  </a:lnTo>
                  <a:lnTo>
                    <a:pt x="33858" y="528066"/>
                  </a:lnTo>
                  <a:lnTo>
                    <a:pt x="25298" y="491998"/>
                  </a:lnTo>
                  <a:lnTo>
                    <a:pt x="25107" y="491185"/>
                  </a:lnTo>
                  <a:lnTo>
                    <a:pt x="25044" y="489712"/>
                  </a:lnTo>
                  <a:lnTo>
                    <a:pt x="23266" y="443865"/>
                  </a:lnTo>
                  <a:lnTo>
                    <a:pt x="23241" y="443484"/>
                  </a:lnTo>
                  <a:lnTo>
                    <a:pt x="23114" y="387096"/>
                  </a:lnTo>
                  <a:lnTo>
                    <a:pt x="23114" y="386207"/>
                  </a:lnTo>
                  <a:lnTo>
                    <a:pt x="22987" y="387096"/>
                  </a:lnTo>
                  <a:lnTo>
                    <a:pt x="27838" y="325374"/>
                  </a:lnTo>
                  <a:lnTo>
                    <a:pt x="27851" y="325120"/>
                  </a:lnTo>
                  <a:lnTo>
                    <a:pt x="27813" y="325374"/>
                  </a:lnTo>
                  <a:lnTo>
                    <a:pt x="27940" y="324104"/>
                  </a:lnTo>
                  <a:lnTo>
                    <a:pt x="27851" y="325120"/>
                  </a:lnTo>
                  <a:lnTo>
                    <a:pt x="28041" y="324104"/>
                  </a:lnTo>
                  <a:lnTo>
                    <a:pt x="39395" y="262509"/>
                  </a:lnTo>
                  <a:lnTo>
                    <a:pt x="39497" y="262001"/>
                  </a:lnTo>
                  <a:lnTo>
                    <a:pt x="39370" y="262509"/>
                  </a:lnTo>
                  <a:lnTo>
                    <a:pt x="53530" y="204216"/>
                  </a:lnTo>
                  <a:lnTo>
                    <a:pt x="53721" y="203454"/>
                  </a:lnTo>
                  <a:lnTo>
                    <a:pt x="53467" y="204216"/>
                  </a:lnTo>
                  <a:lnTo>
                    <a:pt x="68580" y="157099"/>
                  </a:lnTo>
                  <a:lnTo>
                    <a:pt x="68884" y="156337"/>
                  </a:lnTo>
                  <a:lnTo>
                    <a:pt x="82588" y="122301"/>
                  </a:lnTo>
                  <a:lnTo>
                    <a:pt x="82804" y="121793"/>
                  </a:lnTo>
                  <a:lnTo>
                    <a:pt x="82550" y="122301"/>
                  </a:lnTo>
                  <a:lnTo>
                    <a:pt x="94691" y="96266"/>
                  </a:lnTo>
                  <a:lnTo>
                    <a:pt x="94996" y="95631"/>
                  </a:lnTo>
                  <a:lnTo>
                    <a:pt x="94615" y="96266"/>
                  </a:lnTo>
                  <a:lnTo>
                    <a:pt x="107353" y="73533"/>
                  </a:lnTo>
                  <a:lnTo>
                    <a:pt x="107569" y="73152"/>
                  </a:lnTo>
                  <a:lnTo>
                    <a:pt x="107315" y="73533"/>
                  </a:lnTo>
                  <a:lnTo>
                    <a:pt x="118364" y="55499"/>
                  </a:lnTo>
                  <a:lnTo>
                    <a:pt x="118110" y="56007"/>
                  </a:lnTo>
                  <a:lnTo>
                    <a:pt x="118452" y="55499"/>
                  </a:lnTo>
                  <a:lnTo>
                    <a:pt x="128435" y="40894"/>
                  </a:lnTo>
                  <a:lnTo>
                    <a:pt x="128524" y="40767"/>
                  </a:lnTo>
                  <a:lnTo>
                    <a:pt x="128397" y="40894"/>
                  </a:lnTo>
                  <a:lnTo>
                    <a:pt x="131826" y="35953"/>
                  </a:lnTo>
                  <a:lnTo>
                    <a:pt x="131826" y="36576"/>
                  </a:lnTo>
                  <a:lnTo>
                    <a:pt x="135509" y="40259"/>
                  </a:lnTo>
                  <a:lnTo>
                    <a:pt x="144653" y="40259"/>
                  </a:lnTo>
                  <a:lnTo>
                    <a:pt x="148336" y="36576"/>
                  </a:lnTo>
                  <a:lnTo>
                    <a:pt x="148336" y="32512"/>
                  </a:lnTo>
                  <a:lnTo>
                    <a:pt x="149390" y="17805"/>
                  </a:lnTo>
                  <a:lnTo>
                    <a:pt x="151638" y="15621"/>
                  </a:lnTo>
                  <a:lnTo>
                    <a:pt x="151638" y="10033"/>
                  </a:lnTo>
                  <a:lnTo>
                    <a:pt x="151638" y="4445"/>
                  </a:lnTo>
                  <a:lnTo>
                    <a:pt x="147066" y="0"/>
                  </a:lnTo>
                  <a:lnTo>
                    <a:pt x="136017" y="0"/>
                  </a:lnTo>
                  <a:lnTo>
                    <a:pt x="135356" y="635"/>
                  </a:lnTo>
                  <a:lnTo>
                    <a:pt x="134493" y="635"/>
                  </a:lnTo>
                  <a:lnTo>
                    <a:pt x="130048" y="5207"/>
                  </a:lnTo>
                  <a:lnTo>
                    <a:pt x="130048" y="6553"/>
                  </a:lnTo>
                  <a:lnTo>
                    <a:pt x="127762" y="8890"/>
                  </a:lnTo>
                  <a:lnTo>
                    <a:pt x="128016" y="8763"/>
                  </a:lnTo>
                  <a:lnTo>
                    <a:pt x="120396" y="16637"/>
                  </a:lnTo>
                  <a:lnTo>
                    <a:pt x="119380" y="17780"/>
                  </a:lnTo>
                  <a:lnTo>
                    <a:pt x="111379" y="28956"/>
                  </a:lnTo>
                  <a:lnTo>
                    <a:pt x="100584" y="44450"/>
                  </a:lnTo>
                  <a:lnTo>
                    <a:pt x="89281" y="62484"/>
                  </a:lnTo>
                  <a:lnTo>
                    <a:pt x="89154" y="62865"/>
                  </a:lnTo>
                  <a:lnTo>
                    <a:pt x="76073" y="85852"/>
                  </a:lnTo>
                  <a:lnTo>
                    <a:pt x="75692" y="86487"/>
                  </a:lnTo>
                  <a:lnTo>
                    <a:pt x="62992" y="113030"/>
                  </a:lnTo>
                  <a:lnTo>
                    <a:pt x="48260" y="148844"/>
                  </a:lnTo>
                  <a:lnTo>
                    <a:pt x="47879" y="149606"/>
                  </a:lnTo>
                  <a:lnTo>
                    <a:pt x="32258" y="197485"/>
                  </a:lnTo>
                  <a:lnTo>
                    <a:pt x="32131" y="198247"/>
                  </a:lnTo>
                  <a:lnTo>
                    <a:pt x="17526" y="257175"/>
                  </a:lnTo>
                  <a:lnTo>
                    <a:pt x="5461" y="321183"/>
                  </a:lnTo>
                  <a:lnTo>
                    <a:pt x="5334" y="322326"/>
                  </a:lnTo>
                  <a:lnTo>
                    <a:pt x="127" y="385318"/>
                  </a:lnTo>
                  <a:lnTo>
                    <a:pt x="0" y="443865"/>
                  </a:lnTo>
                  <a:lnTo>
                    <a:pt x="1651" y="492887"/>
                  </a:lnTo>
                  <a:lnTo>
                    <a:pt x="11303" y="534797"/>
                  </a:lnTo>
                  <a:lnTo>
                    <a:pt x="23241" y="568071"/>
                  </a:lnTo>
                  <a:lnTo>
                    <a:pt x="33655" y="590042"/>
                  </a:lnTo>
                  <a:lnTo>
                    <a:pt x="62865" y="628142"/>
                  </a:lnTo>
                  <a:lnTo>
                    <a:pt x="102997" y="663575"/>
                  </a:lnTo>
                  <a:lnTo>
                    <a:pt x="146558" y="681101"/>
                  </a:lnTo>
                  <a:lnTo>
                    <a:pt x="150114" y="681609"/>
                  </a:lnTo>
                  <a:lnTo>
                    <a:pt x="166624" y="681101"/>
                  </a:lnTo>
                  <a:lnTo>
                    <a:pt x="172593" y="681101"/>
                  </a:lnTo>
                  <a:lnTo>
                    <a:pt x="174459" y="679272"/>
                  </a:lnTo>
                  <a:lnTo>
                    <a:pt x="180340" y="677545"/>
                  </a:lnTo>
                  <a:lnTo>
                    <a:pt x="186944" y="671703"/>
                  </a:lnTo>
                  <a:lnTo>
                    <a:pt x="189280" y="666318"/>
                  </a:lnTo>
                  <a:lnTo>
                    <a:pt x="191389" y="664210"/>
                  </a:lnTo>
                  <a:lnTo>
                    <a:pt x="191389" y="659765"/>
                  </a:lnTo>
                  <a:lnTo>
                    <a:pt x="191389" y="655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6" name="Google Shape;656;p5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914517" y="2469387"/>
              <a:ext cx="172212" cy="244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7" name="Google Shape;657;p56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061965" y="2670809"/>
              <a:ext cx="259969" cy="167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56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3981830" y="2567812"/>
              <a:ext cx="165227" cy="2181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56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592068" y="2754502"/>
              <a:ext cx="134874" cy="12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56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371467" y="2453386"/>
              <a:ext cx="240792" cy="328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6"/>
            <p:cNvSpPr/>
            <p:nvPr/>
          </p:nvSpPr>
          <p:spPr>
            <a:xfrm>
              <a:off x="3415649" y="2543175"/>
              <a:ext cx="48260" cy="262255"/>
            </a:xfrm>
            <a:custGeom>
              <a:rect b="b" l="l" r="r" t="t"/>
              <a:pathLst>
                <a:path extrusionOk="0" h="262255" w="48260">
                  <a:moveTo>
                    <a:pt x="38329" y="259079"/>
                  </a:moveTo>
                  <a:lnTo>
                    <a:pt x="37099" y="259079"/>
                  </a:lnTo>
                  <a:lnTo>
                    <a:pt x="36845" y="259461"/>
                  </a:lnTo>
                  <a:lnTo>
                    <a:pt x="36581" y="259461"/>
                  </a:lnTo>
                  <a:lnTo>
                    <a:pt x="32781" y="262254"/>
                  </a:lnTo>
                  <a:lnTo>
                    <a:pt x="36464" y="260858"/>
                  </a:lnTo>
                  <a:lnTo>
                    <a:pt x="37930" y="259461"/>
                  </a:lnTo>
                  <a:lnTo>
                    <a:pt x="36845" y="259461"/>
                  </a:lnTo>
                  <a:lnTo>
                    <a:pt x="36638" y="259419"/>
                  </a:lnTo>
                  <a:lnTo>
                    <a:pt x="37973" y="259419"/>
                  </a:lnTo>
                  <a:lnTo>
                    <a:pt x="38329" y="259079"/>
                  </a:lnTo>
                  <a:close/>
                </a:path>
                <a:path extrusionOk="0" h="262255" w="48260">
                  <a:moveTo>
                    <a:pt x="37099" y="259079"/>
                  </a:moveTo>
                  <a:lnTo>
                    <a:pt x="36638" y="259419"/>
                  </a:lnTo>
                  <a:lnTo>
                    <a:pt x="36845" y="259461"/>
                  </a:lnTo>
                  <a:lnTo>
                    <a:pt x="37099" y="259079"/>
                  </a:lnTo>
                  <a:close/>
                </a:path>
                <a:path extrusionOk="0" h="262255" w="48260">
                  <a:moveTo>
                    <a:pt x="40147" y="217804"/>
                  </a:moveTo>
                  <a:lnTo>
                    <a:pt x="16652" y="217804"/>
                  </a:lnTo>
                  <a:lnTo>
                    <a:pt x="16779" y="248920"/>
                  </a:lnTo>
                  <a:lnTo>
                    <a:pt x="16906" y="251840"/>
                  </a:lnTo>
                  <a:lnTo>
                    <a:pt x="17414" y="254253"/>
                  </a:lnTo>
                  <a:lnTo>
                    <a:pt x="17795" y="255650"/>
                  </a:lnTo>
                  <a:lnTo>
                    <a:pt x="36638" y="259419"/>
                  </a:lnTo>
                  <a:lnTo>
                    <a:pt x="37099" y="259079"/>
                  </a:lnTo>
                  <a:lnTo>
                    <a:pt x="38329" y="259079"/>
                  </a:lnTo>
                  <a:lnTo>
                    <a:pt x="41925" y="255650"/>
                  </a:lnTo>
                  <a:lnTo>
                    <a:pt x="38877" y="255650"/>
                  </a:lnTo>
                  <a:lnTo>
                    <a:pt x="36902" y="245651"/>
                  </a:lnTo>
                  <a:lnTo>
                    <a:pt x="35232" y="244855"/>
                  </a:lnTo>
                  <a:lnTo>
                    <a:pt x="26177" y="244855"/>
                  </a:lnTo>
                  <a:lnTo>
                    <a:pt x="31511" y="239395"/>
                  </a:lnTo>
                  <a:lnTo>
                    <a:pt x="38369" y="233679"/>
                  </a:lnTo>
                  <a:lnTo>
                    <a:pt x="40147" y="233679"/>
                  </a:lnTo>
                  <a:lnTo>
                    <a:pt x="40147" y="217804"/>
                  </a:lnTo>
                  <a:close/>
                </a:path>
                <a:path extrusionOk="0" h="262255" w="48260">
                  <a:moveTo>
                    <a:pt x="40093" y="245363"/>
                  </a:moveTo>
                  <a:lnTo>
                    <a:pt x="36845" y="245363"/>
                  </a:lnTo>
                  <a:lnTo>
                    <a:pt x="37099" y="245745"/>
                  </a:lnTo>
                  <a:lnTo>
                    <a:pt x="36921" y="245745"/>
                  </a:lnTo>
                  <a:lnTo>
                    <a:pt x="38877" y="255650"/>
                  </a:lnTo>
                  <a:lnTo>
                    <a:pt x="39258" y="254253"/>
                  </a:lnTo>
                  <a:lnTo>
                    <a:pt x="39766" y="251840"/>
                  </a:lnTo>
                  <a:lnTo>
                    <a:pt x="39976" y="249427"/>
                  </a:lnTo>
                  <a:lnTo>
                    <a:pt x="40084" y="245745"/>
                  </a:lnTo>
                  <a:lnTo>
                    <a:pt x="37099" y="245745"/>
                  </a:lnTo>
                  <a:lnTo>
                    <a:pt x="36902" y="245651"/>
                  </a:lnTo>
                  <a:lnTo>
                    <a:pt x="40086" y="245651"/>
                  </a:lnTo>
                  <a:lnTo>
                    <a:pt x="40093" y="245363"/>
                  </a:lnTo>
                  <a:close/>
                </a:path>
                <a:path extrusionOk="0" h="262255" w="48260">
                  <a:moveTo>
                    <a:pt x="40147" y="234800"/>
                  </a:moveTo>
                  <a:lnTo>
                    <a:pt x="38877" y="255650"/>
                  </a:lnTo>
                  <a:lnTo>
                    <a:pt x="41925" y="255650"/>
                  </a:lnTo>
                  <a:lnTo>
                    <a:pt x="44719" y="249427"/>
                  </a:lnTo>
                  <a:lnTo>
                    <a:pt x="45227" y="248158"/>
                  </a:lnTo>
                  <a:lnTo>
                    <a:pt x="47640" y="239522"/>
                  </a:lnTo>
                  <a:lnTo>
                    <a:pt x="40147" y="234800"/>
                  </a:lnTo>
                  <a:close/>
                </a:path>
                <a:path extrusionOk="0" h="262255" w="48260">
                  <a:moveTo>
                    <a:pt x="36845" y="245363"/>
                  </a:moveTo>
                  <a:lnTo>
                    <a:pt x="36902" y="245651"/>
                  </a:lnTo>
                  <a:lnTo>
                    <a:pt x="37099" y="245745"/>
                  </a:lnTo>
                  <a:lnTo>
                    <a:pt x="36845" y="245363"/>
                  </a:lnTo>
                  <a:close/>
                </a:path>
                <a:path extrusionOk="0" h="262255" w="48260">
                  <a:moveTo>
                    <a:pt x="40147" y="241935"/>
                  </a:moveTo>
                  <a:lnTo>
                    <a:pt x="33035" y="241935"/>
                  </a:lnTo>
                  <a:lnTo>
                    <a:pt x="30957" y="242820"/>
                  </a:lnTo>
                  <a:lnTo>
                    <a:pt x="36902" y="245651"/>
                  </a:lnTo>
                  <a:lnTo>
                    <a:pt x="36845" y="245363"/>
                  </a:lnTo>
                  <a:lnTo>
                    <a:pt x="40093" y="245363"/>
                  </a:lnTo>
                  <a:lnTo>
                    <a:pt x="40147" y="241935"/>
                  </a:lnTo>
                  <a:close/>
                </a:path>
                <a:path extrusionOk="0" h="262255" w="48260">
                  <a:moveTo>
                    <a:pt x="38369" y="233679"/>
                  </a:moveTo>
                  <a:lnTo>
                    <a:pt x="31511" y="239395"/>
                  </a:lnTo>
                  <a:lnTo>
                    <a:pt x="26177" y="244855"/>
                  </a:lnTo>
                  <a:lnTo>
                    <a:pt x="30957" y="242820"/>
                  </a:lnTo>
                  <a:lnTo>
                    <a:pt x="29098" y="241935"/>
                  </a:lnTo>
                  <a:lnTo>
                    <a:pt x="40147" y="241935"/>
                  </a:lnTo>
                  <a:lnTo>
                    <a:pt x="40147" y="234800"/>
                  </a:lnTo>
                  <a:lnTo>
                    <a:pt x="38369" y="233679"/>
                  </a:lnTo>
                  <a:close/>
                </a:path>
                <a:path extrusionOk="0" h="262255" w="48260">
                  <a:moveTo>
                    <a:pt x="30957" y="242820"/>
                  </a:moveTo>
                  <a:lnTo>
                    <a:pt x="26177" y="244855"/>
                  </a:lnTo>
                  <a:lnTo>
                    <a:pt x="35232" y="244855"/>
                  </a:lnTo>
                  <a:lnTo>
                    <a:pt x="30957" y="242820"/>
                  </a:lnTo>
                  <a:close/>
                </a:path>
                <a:path extrusionOk="0" h="262255" w="48260">
                  <a:moveTo>
                    <a:pt x="33035" y="241935"/>
                  </a:moveTo>
                  <a:lnTo>
                    <a:pt x="29098" y="241935"/>
                  </a:lnTo>
                  <a:lnTo>
                    <a:pt x="30957" y="242820"/>
                  </a:lnTo>
                  <a:lnTo>
                    <a:pt x="33035" y="241935"/>
                  </a:lnTo>
                  <a:close/>
                </a:path>
                <a:path extrusionOk="0" h="262255" w="48260">
                  <a:moveTo>
                    <a:pt x="40147" y="233679"/>
                  </a:moveTo>
                  <a:lnTo>
                    <a:pt x="38369" y="233679"/>
                  </a:lnTo>
                  <a:lnTo>
                    <a:pt x="40147" y="234800"/>
                  </a:lnTo>
                  <a:lnTo>
                    <a:pt x="40147" y="233679"/>
                  </a:lnTo>
                  <a:close/>
                </a:path>
                <a:path extrusionOk="0" h="262255" w="48260">
                  <a:moveTo>
                    <a:pt x="39477" y="207010"/>
                  </a:moveTo>
                  <a:lnTo>
                    <a:pt x="15890" y="207010"/>
                  </a:lnTo>
                  <a:lnTo>
                    <a:pt x="16652" y="218566"/>
                  </a:lnTo>
                  <a:lnTo>
                    <a:pt x="16652" y="217804"/>
                  </a:lnTo>
                  <a:lnTo>
                    <a:pt x="40147" y="217804"/>
                  </a:lnTo>
                  <a:lnTo>
                    <a:pt x="40147" y="217170"/>
                  </a:lnTo>
                  <a:lnTo>
                    <a:pt x="39477" y="207010"/>
                  </a:lnTo>
                  <a:close/>
                </a:path>
                <a:path extrusionOk="0" h="262255" w="48260">
                  <a:moveTo>
                    <a:pt x="32921" y="124078"/>
                  </a:moveTo>
                  <a:lnTo>
                    <a:pt x="9540" y="124078"/>
                  </a:lnTo>
                  <a:lnTo>
                    <a:pt x="10937" y="143510"/>
                  </a:lnTo>
                  <a:lnTo>
                    <a:pt x="12334" y="162305"/>
                  </a:lnTo>
                  <a:lnTo>
                    <a:pt x="12334" y="162560"/>
                  </a:lnTo>
                  <a:lnTo>
                    <a:pt x="14239" y="179197"/>
                  </a:lnTo>
                  <a:lnTo>
                    <a:pt x="14799" y="192404"/>
                  </a:lnTo>
                  <a:lnTo>
                    <a:pt x="14874" y="194310"/>
                  </a:lnTo>
                  <a:lnTo>
                    <a:pt x="15890" y="207263"/>
                  </a:lnTo>
                  <a:lnTo>
                    <a:pt x="15890" y="207010"/>
                  </a:lnTo>
                  <a:lnTo>
                    <a:pt x="39477" y="207010"/>
                  </a:lnTo>
                  <a:lnTo>
                    <a:pt x="39385" y="205359"/>
                  </a:lnTo>
                  <a:lnTo>
                    <a:pt x="38276" y="192786"/>
                  </a:lnTo>
                  <a:lnTo>
                    <a:pt x="37607" y="177291"/>
                  </a:lnTo>
                  <a:lnTo>
                    <a:pt x="37480" y="176657"/>
                  </a:lnTo>
                  <a:lnTo>
                    <a:pt x="35743" y="160400"/>
                  </a:lnTo>
                  <a:lnTo>
                    <a:pt x="34305" y="141732"/>
                  </a:lnTo>
                  <a:lnTo>
                    <a:pt x="32921" y="124078"/>
                  </a:lnTo>
                  <a:close/>
                </a:path>
                <a:path extrusionOk="0" h="262255" w="48260">
                  <a:moveTo>
                    <a:pt x="38242" y="192404"/>
                  </a:moveTo>
                  <a:lnTo>
                    <a:pt x="38242" y="192786"/>
                  </a:lnTo>
                  <a:lnTo>
                    <a:pt x="38242" y="192404"/>
                  </a:lnTo>
                  <a:close/>
                </a:path>
                <a:path extrusionOk="0" h="262255" w="48260">
                  <a:moveTo>
                    <a:pt x="14112" y="178435"/>
                  </a:moveTo>
                  <a:lnTo>
                    <a:pt x="14150" y="179197"/>
                  </a:lnTo>
                  <a:lnTo>
                    <a:pt x="14112" y="178435"/>
                  </a:lnTo>
                  <a:close/>
                </a:path>
                <a:path extrusionOk="0" h="262255" w="48260">
                  <a:moveTo>
                    <a:pt x="35702" y="160020"/>
                  </a:moveTo>
                  <a:lnTo>
                    <a:pt x="35702" y="160400"/>
                  </a:lnTo>
                  <a:lnTo>
                    <a:pt x="35702" y="160020"/>
                  </a:lnTo>
                  <a:close/>
                </a:path>
                <a:path extrusionOk="0" h="262255" w="48260">
                  <a:moveTo>
                    <a:pt x="27953" y="62102"/>
                  </a:moveTo>
                  <a:lnTo>
                    <a:pt x="5222" y="62102"/>
                  </a:lnTo>
                  <a:lnTo>
                    <a:pt x="5349" y="63119"/>
                  </a:lnTo>
                  <a:lnTo>
                    <a:pt x="6492" y="82296"/>
                  </a:lnTo>
                  <a:lnTo>
                    <a:pt x="7770" y="101346"/>
                  </a:lnTo>
                  <a:lnTo>
                    <a:pt x="7889" y="103377"/>
                  </a:lnTo>
                  <a:lnTo>
                    <a:pt x="9540" y="124205"/>
                  </a:lnTo>
                  <a:lnTo>
                    <a:pt x="32921" y="124078"/>
                  </a:lnTo>
                  <a:lnTo>
                    <a:pt x="32781" y="122300"/>
                  </a:lnTo>
                  <a:lnTo>
                    <a:pt x="30899" y="101600"/>
                  </a:lnTo>
                  <a:lnTo>
                    <a:pt x="29352" y="80645"/>
                  </a:lnTo>
                  <a:lnTo>
                    <a:pt x="27953" y="62102"/>
                  </a:lnTo>
                  <a:close/>
                </a:path>
                <a:path extrusionOk="0" h="262255" w="48260">
                  <a:moveTo>
                    <a:pt x="30876" y="101346"/>
                  </a:moveTo>
                  <a:lnTo>
                    <a:pt x="30876" y="101600"/>
                  </a:lnTo>
                  <a:lnTo>
                    <a:pt x="30876" y="101346"/>
                  </a:lnTo>
                  <a:close/>
                </a:path>
                <a:path extrusionOk="0" h="262255" w="48260">
                  <a:moveTo>
                    <a:pt x="5242" y="62408"/>
                  </a:moveTo>
                  <a:lnTo>
                    <a:pt x="5286" y="63119"/>
                  </a:lnTo>
                  <a:lnTo>
                    <a:pt x="5242" y="62408"/>
                  </a:lnTo>
                  <a:close/>
                </a:path>
                <a:path extrusionOk="0" h="262255" w="48260">
                  <a:moveTo>
                    <a:pt x="23353" y="28955"/>
                  </a:moveTo>
                  <a:lnTo>
                    <a:pt x="1285" y="28955"/>
                  </a:lnTo>
                  <a:lnTo>
                    <a:pt x="2555" y="44069"/>
                  </a:lnTo>
                  <a:lnTo>
                    <a:pt x="2555" y="44703"/>
                  </a:lnTo>
                  <a:lnTo>
                    <a:pt x="5242" y="62408"/>
                  </a:lnTo>
                  <a:lnTo>
                    <a:pt x="5222" y="62102"/>
                  </a:lnTo>
                  <a:lnTo>
                    <a:pt x="27953" y="62102"/>
                  </a:lnTo>
                  <a:lnTo>
                    <a:pt x="27828" y="60451"/>
                  </a:lnTo>
                  <a:lnTo>
                    <a:pt x="27701" y="59562"/>
                  </a:lnTo>
                  <a:lnTo>
                    <a:pt x="24759" y="41910"/>
                  </a:lnTo>
                  <a:lnTo>
                    <a:pt x="24710" y="41275"/>
                  </a:lnTo>
                  <a:lnTo>
                    <a:pt x="23353" y="28955"/>
                  </a:lnTo>
                  <a:close/>
                </a:path>
                <a:path extrusionOk="0" h="262255" w="48260">
                  <a:moveTo>
                    <a:pt x="24710" y="41275"/>
                  </a:moveTo>
                  <a:lnTo>
                    <a:pt x="24780" y="41910"/>
                  </a:lnTo>
                  <a:lnTo>
                    <a:pt x="24710" y="41275"/>
                  </a:lnTo>
                  <a:close/>
                </a:path>
                <a:path extrusionOk="0" h="262255" w="48260">
                  <a:moveTo>
                    <a:pt x="902" y="26165"/>
                  </a:moveTo>
                  <a:lnTo>
                    <a:pt x="1285" y="29463"/>
                  </a:lnTo>
                  <a:lnTo>
                    <a:pt x="1285" y="28955"/>
                  </a:lnTo>
                  <a:lnTo>
                    <a:pt x="23353" y="28955"/>
                  </a:lnTo>
                  <a:lnTo>
                    <a:pt x="23129" y="26924"/>
                  </a:lnTo>
                  <a:lnTo>
                    <a:pt x="23091" y="26288"/>
                  </a:lnTo>
                  <a:lnTo>
                    <a:pt x="10048" y="26288"/>
                  </a:lnTo>
                  <a:lnTo>
                    <a:pt x="902" y="26165"/>
                  </a:lnTo>
                  <a:close/>
                </a:path>
                <a:path extrusionOk="0" h="262255" w="48260">
                  <a:moveTo>
                    <a:pt x="417" y="10313"/>
                  </a:moveTo>
                  <a:lnTo>
                    <a:pt x="614" y="23690"/>
                  </a:lnTo>
                  <a:lnTo>
                    <a:pt x="902" y="26165"/>
                  </a:lnTo>
                  <a:lnTo>
                    <a:pt x="10048" y="26288"/>
                  </a:lnTo>
                  <a:lnTo>
                    <a:pt x="19319" y="26162"/>
                  </a:lnTo>
                  <a:lnTo>
                    <a:pt x="19437" y="18161"/>
                  </a:lnTo>
                  <a:lnTo>
                    <a:pt x="14493" y="18161"/>
                  </a:lnTo>
                  <a:lnTo>
                    <a:pt x="13604" y="17907"/>
                  </a:lnTo>
                  <a:lnTo>
                    <a:pt x="13721" y="17730"/>
                  </a:lnTo>
                  <a:lnTo>
                    <a:pt x="417" y="10313"/>
                  </a:lnTo>
                  <a:close/>
                </a:path>
                <a:path extrusionOk="0" h="262255" w="48260">
                  <a:moveTo>
                    <a:pt x="20494" y="8889"/>
                  </a:moveTo>
                  <a:lnTo>
                    <a:pt x="19573" y="8889"/>
                  </a:lnTo>
                  <a:lnTo>
                    <a:pt x="19319" y="26162"/>
                  </a:lnTo>
                  <a:lnTo>
                    <a:pt x="10048" y="26288"/>
                  </a:lnTo>
                  <a:lnTo>
                    <a:pt x="23091" y="26288"/>
                  </a:lnTo>
                  <a:lnTo>
                    <a:pt x="21673" y="17017"/>
                  </a:lnTo>
                  <a:lnTo>
                    <a:pt x="21478" y="17017"/>
                  </a:lnTo>
                  <a:lnTo>
                    <a:pt x="21351" y="10795"/>
                  </a:lnTo>
                  <a:lnTo>
                    <a:pt x="21351" y="10160"/>
                  </a:lnTo>
                  <a:lnTo>
                    <a:pt x="20494" y="8889"/>
                  </a:lnTo>
                  <a:close/>
                </a:path>
                <a:path extrusionOk="0" h="262255" w="48260">
                  <a:moveTo>
                    <a:pt x="614" y="23690"/>
                  </a:moveTo>
                  <a:lnTo>
                    <a:pt x="650" y="26162"/>
                  </a:lnTo>
                  <a:lnTo>
                    <a:pt x="902" y="26165"/>
                  </a:lnTo>
                  <a:lnTo>
                    <a:pt x="614" y="23690"/>
                  </a:lnTo>
                  <a:close/>
                </a:path>
                <a:path extrusionOk="0" h="262255" w="48260">
                  <a:moveTo>
                    <a:pt x="142" y="10160"/>
                  </a:moveTo>
                  <a:lnTo>
                    <a:pt x="15" y="10795"/>
                  </a:lnTo>
                  <a:lnTo>
                    <a:pt x="15" y="18541"/>
                  </a:lnTo>
                  <a:lnTo>
                    <a:pt x="614" y="23690"/>
                  </a:lnTo>
                  <a:lnTo>
                    <a:pt x="417" y="10313"/>
                  </a:lnTo>
                  <a:lnTo>
                    <a:pt x="142" y="10160"/>
                  </a:lnTo>
                  <a:close/>
                </a:path>
                <a:path extrusionOk="0" h="262255" w="48260">
                  <a:moveTo>
                    <a:pt x="13721" y="17730"/>
                  </a:moveTo>
                  <a:lnTo>
                    <a:pt x="13604" y="17907"/>
                  </a:lnTo>
                  <a:lnTo>
                    <a:pt x="14493" y="18161"/>
                  </a:lnTo>
                  <a:lnTo>
                    <a:pt x="13721" y="17730"/>
                  </a:lnTo>
                  <a:close/>
                </a:path>
                <a:path extrusionOk="0" h="262255" w="48260">
                  <a:moveTo>
                    <a:pt x="19573" y="8889"/>
                  </a:moveTo>
                  <a:lnTo>
                    <a:pt x="13721" y="17730"/>
                  </a:lnTo>
                  <a:lnTo>
                    <a:pt x="14493" y="18161"/>
                  </a:lnTo>
                  <a:lnTo>
                    <a:pt x="19437" y="18161"/>
                  </a:lnTo>
                  <a:lnTo>
                    <a:pt x="19573" y="8889"/>
                  </a:lnTo>
                  <a:close/>
                </a:path>
                <a:path extrusionOk="0" h="262255" w="48260">
                  <a:moveTo>
                    <a:pt x="14493" y="0"/>
                  </a:moveTo>
                  <a:lnTo>
                    <a:pt x="13604" y="253"/>
                  </a:lnTo>
                  <a:lnTo>
                    <a:pt x="396" y="8889"/>
                  </a:lnTo>
                  <a:lnTo>
                    <a:pt x="417" y="10313"/>
                  </a:lnTo>
                  <a:lnTo>
                    <a:pt x="13721" y="17730"/>
                  </a:lnTo>
                  <a:lnTo>
                    <a:pt x="19573" y="8889"/>
                  </a:lnTo>
                  <a:lnTo>
                    <a:pt x="20494" y="8889"/>
                  </a:lnTo>
                  <a:lnTo>
                    <a:pt x="14493" y="0"/>
                  </a:lnTo>
                  <a:close/>
                </a:path>
                <a:path extrusionOk="0" h="262255" w="48260">
                  <a:moveTo>
                    <a:pt x="21478" y="15748"/>
                  </a:moveTo>
                  <a:lnTo>
                    <a:pt x="21478" y="17017"/>
                  </a:lnTo>
                  <a:lnTo>
                    <a:pt x="21673" y="17017"/>
                  </a:lnTo>
                  <a:lnTo>
                    <a:pt x="21478" y="15748"/>
                  </a:lnTo>
                  <a:close/>
                </a:path>
                <a:path extrusionOk="0" h="262255" w="48260">
                  <a:moveTo>
                    <a:pt x="15" y="9905"/>
                  </a:moveTo>
                  <a:lnTo>
                    <a:pt x="0" y="10795"/>
                  </a:lnTo>
                  <a:lnTo>
                    <a:pt x="15" y="9905"/>
                  </a:lnTo>
                  <a:close/>
                </a:path>
                <a:path extrusionOk="0" h="262255" w="48260">
                  <a:moveTo>
                    <a:pt x="21478" y="9905"/>
                  </a:moveTo>
                  <a:lnTo>
                    <a:pt x="21351" y="10795"/>
                  </a:lnTo>
                  <a:lnTo>
                    <a:pt x="21478" y="99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62" name="Google Shape;662;p56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3415537" y="2541523"/>
              <a:ext cx="146558" cy="26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56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2989071" y="2515615"/>
              <a:ext cx="390143" cy="365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6"/>
            <p:cNvSpPr/>
            <p:nvPr/>
          </p:nvSpPr>
          <p:spPr>
            <a:xfrm>
              <a:off x="2225421" y="2484500"/>
              <a:ext cx="472439" cy="432435"/>
            </a:xfrm>
            <a:custGeom>
              <a:rect b="b" l="l" r="r" t="t"/>
              <a:pathLst>
                <a:path extrusionOk="0" h="432435" w="472439">
                  <a:moveTo>
                    <a:pt x="21602" y="152273"/>
                  </a:moveTo>
                  <a:lnTo>
                    <a:pt x="21590" y="152781"/>
                  </a:lnTo>
                  <a:lnTo>
                    <a:pt x="21602" y="152273"/>
                  </a:lnTo>
                  <a:close/>
                </a:path>
                <a:path extrusionOk="0" h="432435" w="472439">
                  <a:moveTo>
                    <a:pt x="21653" y="150393"/>
                  </a:moveTo>
                  <a:lnTo>
                    <a:pt x="21590" y="150749"/>
                  </a:lnTo>
                  <a:lnTo>
                    <a:pt x="21653" y="150393"/>
                  </a:lnTo>
                  <a:close/>
                </a:path>
                <a:path extrusionOk="0" h="432435" w="472439">
                  <a:moveTo>
                    <a:pt x="171069" y="317754"/>
                  </a:moveTo>
                  <a:lnTo>
                    <a:pt x="170180" y="316877"/>
                  </a:lnTo>
                  <a:lnTo>
                    <a:pt x="168783" y="306578"/>
                  </a:lnTo>
                  <a:lnTo>
                    <a:pt x="168783" y="306451"/>
                  </a:lnTo>
                  <a:lnTo>
                    <a:pt x="165874" y="287909"/>
                  </a:lnTo>
                  <a:lnTo>
                    <a:pt x="163182" y="267843"/>
                  </a:lnTo>
                  <a:lnTo>
                    <a:pt x="163068" y="266954"/>
                  </a:lnTo>
                  <a:lnTo>
                    <a:pt x="163068" y="267843"/>
                  </a:lnTo>
                  <a:lnTo>
                    <a:pt x="161747" y="246634"/>
                  </a:lnTo>
                  <a:lnTo>
                    <a:pt x="161671" y="245872"/>
                  </a:lnTo>
                  <a:lnTo>
                    <a:pt x="161671" y="245237"/>
                  </a:lnTo>
                  <a:lnTo>
                    <a:pt x="161671" y="171831"/>
                  </a:lnTo>
                  <a:lnTo>
                    <a:pt x="161544" y="148717"/>
                  </a:lnTo>
                  <a:lnTo>
                    <a:pt x="161429" y="102616"/>
                  </a:lnTo>
                  <a:lnTo>
                    <a:pt x="165481" y="98552"/>
                  </a:lnTo>
                  <a:lnTo>
                    <a:pt x="165481" y="93599"/>
                  </a:lnTo>
                  <a:lnTo>
                    <a:pt x="165481" y="88773"/>
                  </a:lnTo>
                  <a:lnTo>
                    <a:pt x="163715" y="86956"/>
                  </a:lnTo>
                  <a:lnTo>
                    <a:pt x="162102" y="82169"/>
                  </a:lnTo>
                  <a:lnTo>
                    <a:pt x="162052" y="82029"/>
                  </a:lnTo>
                  <a:lnTo>
                    <a:pt x="162052" y="76708"/>
                  </a:lnTo>
                  <a:lnTo>
                    <a:pt x="161798" y="76466"/>
                  </a:lnTo>
                  <a:lnTo>
                    <a:pt x="161798" y="76073"/>
                  </a:lnTo>
                  <a:lnTo>
                    <a:pt x="156845" y="71247"/>
                  </a:lnTo>
                  <a:lnTo>
                    <a:pt x="156591" y="71247"/>
                  </a:lnTo>
                  <a:lnTo>
                    <a:pt x="156337" y="70993"/>
                  </a:lnTo>
                  <a:lnTo>
                    <a:pt x="143891" y="70993"/>
                  </a:lnTo>
                  <a:lnTo>
                    <a:pt x="138938" y="75946"/>
                  </a:lnTo>
                  <a:lnTo>
                    <a:pt x="138938" y="82169"/>
                  </a:lnTo>
                  <a:lnTo>
                    <a:pt x="138811" y="110617"/>
                  </a:lnTo>
                  <a:lnTo>
                    <a:pt x="138684" y="148717"/>
                  </a:lnTo>
                  <a:lnTo>
                    <a:pt x="138557" y="171831"/>
                  </a:lnTo>
                  <a:lnTo>
                    <a:pt x="138557" y="246634"/>
                  </a:lnTo>
                  <a:lnTo>
                    <a:pt x="139954" y="269367"/>
                  </a:lnTo>
                  <a:lnTo>
                    <a:pt x="140081" y="270129"/>
                  </a:lnTo>
                  <a:lnTo>
                    <a:pt x="143002" y="291084"/>
                  </a:lnTo>
                  <a:lnTo>
                    <a:pt x="143002" y="291211"/>
                  </a:lnTo>
                  <a:lnTo>
                    <a:pt x="145923" y="310007"/>
                  </a:lnTo>
                  <a:lnTo>
                    <a:pt x="145923" y="310261"/>
                  </a:lnTo>
                  <a:lnTo>
                    <a:pt x="148590" y="325310"/>
                  </a:lnTo>
                  <a:lnTo>
                    <a:pt x="148590" y="330327"/>
                  </a:lnTo>
                  <a:lnTo>
                    <a:pt x="149199" y="330936"/>
                  </a:lnTo>
                  <a:lnTo>
                    <a:pt x="150241" y="340233"/>
                  </a:lnTo>
                  <a:lnTo>
                    <a:pt x="150241" y="344932"/>
                  </a:lnTo>
                  <a:lnTo>
                    <a:pt x="151320" y="346024"/>
                  </a:lnTo>
                  <a:lnTo>
                    <a:pt x="152400" y="351536"/>
                  </a:lnTo>
                  <a:lnTo>
                    <a:pt x="154813" y="355981"/>
                  </a:lnTo>
                  <a:lnTo>
                    <a:pt x="157480" y="358559"/>
                  </a:lnTo>
                  <a:lnTo>
                    <a:pt x="157480" y="358902"/>
                  </a:lnTo>
                  <a:lnTo>
                    <a:pt x="158877" y="360299"/>
                  </a:lnTo>
                  <a:lnTo>
                    <a:pt x="162306" y="360299"/>
                  </a:lnTo>
                  <a:lnTo>
                    <a:pt x="163703" y="358902"/>
                  </a:lnTo>
                  <a:lnTo>
                    <a:pt x="163703" y="358432"/>
                  </a:lnTo>
                  <a:lnTo>
                    <a:pt x="166243" y="355981"/>
                  </a:lnTo>
                  <a:lnTo>
                    <a:pt x="168783" y="351536"/>
                  </a:lnTo>
                  <a:lnTo>
                    <a:pt x="169773" y="346062"/>
                  </a:lnTo>
                  <a:lnTo>
                    <a:pt x="170942" y="344932"/>
                  </a:lnTo>
                  <a:lnTo>
                    <a:pt x="170942" y="339344"/>
                  </a:lnTo>
                  <a:lnTo>
                    <a:pt x="170942" y="339217"/>
                  </a:lnTo>
                  <a:lnTo>
                    <a:pt x="171005" y="330390"/>
                  </a:lnTo>
                  <a:lnTo>
                    <a:pt x="171069" y="323977"/>
                  </a:lnTo>
                  <a:lnTo>
                    <a:pt x="171069" y="317754"/>
                  </a:lnTo>
                  <a:close/>
                </a:path>
                <a:path extrusionOk="0" h="432435" w="472439">
                  <a:moveTo>
                    <a:pt x="201676" y="405892"/>
                  </a:moveTo>
                  <a:lnTo>
                    <a:pt x="198247" y="402463"/>
                  </a:lnTo>
                  <a:lnTo>
                    <a:pt x="194932" y="402463"/>
                  </a:lnTo>
                  <a:lnTo>
                    <a:pt x="183388" y="400177"/>
                  </a:lnTo>
                  <a:lnTo>
                    <a:pt x="181864" y="399923"/>
                  </a:lnTo>
                  <a:lnTo>
                    <a:pt x="163957" y="399161"/>
                  </a:lnTo>
                  <a:lnTo>
                    <a:pt x="142367" y="398907"/>
                  </a:lnTo>
                  <a:lnTo>
                    <a:pt x="141732" y="398907"/>
                  </a:lnTo>
                  <a:lnTo>
                    <a:pt x="108966" y="400431"/>
                  </a:lnTo>
                  <a:lnTo>
                    <a:pt x="108331" y="400431"/>
                  </a:lnTo>
                  <a:lnTo>
                    <a:pt x="93599" y="401828"/>
                  </a:lnTo>
                  <a:lnTo>
                    <a:pt x="92710" y="401955"/>
                  </a:lnTo>
                  <a:lnTo>
                    <a:pt x="80899" y="404241"/>
                  </a:lnTo>
                  <a:lnTo>
                    <a:pt x="72478" y="406400"/>
                  </a:lnTo>
                  <a:lnTo>
                    <a:pt x="67818" y="406400"/>
                  </a:lnTo>
                  <a:lnTo>
                    <a:pt x="65519" y="408698"/>
                  </a:lnTo>
                  <a:lnTo>
                    <a:pt x="65189" y="408813"/>
                  </a:lnTo>
                  <a:lnTo>
                    <a:pt x="61087" y="408813"/>
                  </a:lnTo>
                  <a:lnTo>
                    <a:pt x="59309" y="410591"/>
                  </a:lnTo>
                  <a:lnTo>
                    <a:pt x="56261" y="410591"/>
                  </a:lnTo>
                  <a:lnTo>
                    <a:pt x="51562" y="415163"/>
                  </a:lnTo>
                  <a:lnTo>
                    <a:pt x="51562" y="415417"/>
                  </a:lnTo>
                  <a:lnTo>
                    <a:pt x="50165" y="416814"/>
                  </a:lnTo>
                  <a:lnTo>
                    <a:pt x="50165" y="427863"/>
                  </a:lnTo>
                  <a:lnTo>
                    <a:pt x="54610" y="432308"/>
                  </a:lnTo>
                  <a:lnTo>
                    <a:pt x="65659" y="432308"/>
                  </a:lnTo>
                  <a:lnTo>
                    <a:pt x="66548" y="431419"/>
                  </a:lnTo>
                  <a:lnTo>
                    <a:pt x="70866" y="431419"/>
                  </a:lnTo>
                  <a:lnTo>
                    <a:pt x="72301" y="430022"/>
                  </a:lnTo>
                  <a:lnTo>
                    <a:pt x="72771" y="430022"/>
                  </a:lnTo>
                  <a:lnTo>
                    <a:pt x="74472" y="428358"/>
                  </a:lnTo>
                  <a:lnTo>
                    <a:pt x="75285" y="428117"/>
                  </a:lnTo>
                  <a:lnTo>
                    <a:pt x="79756" y="428117"/>
                  </a:lnTo>
                  <a:lnTo>
                    <a:pt x="81127" y="426783"/>
                  </a:lnTo>
                  <a:lnTo>
                    <a:pt x="84988" y="425958"/>
                  </a:lnTo>
                  <a:lnTo>
                    <a:pt x="85598" y="425831"/>
                  </a:lnTo>
                  <a:lnTo>
                    <a:pt x="96024" y="424053"/>
                  </a:lnTo>
                  <a:lnTo>
                    <a:pt x="96354" y="424002"/>
                  </a:lnTo>
                  <a:lnTo>
                    <a:pt x="97091" y="423926"/>
                  </a:lnTo>
                  <a:lnTo>
                    <a:pt x="110490" y="422656"/>
                  </a:lnTo>
                  <a:lnTo>
                    <a:pt x="109982" y="422656"/>
                  </a:lnTo>
                  <a:lnTo>
                    <a:pt x="125730" y="421894"/>
                  </a:lnTo>
                  <a:lnTo>
                    <a:pt x="142621" y="421259"/>
                  </a:lnTo>
                  <a:lnTo>
                    <a:pt x="163576" y="421005"/>
                  </a:lnTo>
                  <a:lnTo>
                    <a:pt x="163957" y="421005"/>
                  </a:lnTo>
                  <a:lnTo>
                    <a:pt x="181864" y="420243"/>
                  </a:lnTo>
                  <a:lnTo>
                    <a:pt x="183388" y="419989"/>
                  </a:lnTo>
                  <a:lnTo>
                    <a:pt x="194932" y="417703"/>
                  </a:lnTo>
                  <a:lnTo>
                    <a:pt x="198247" y="417703"/>
                  </a:lnTo>
                  <a:lnTo>
                    <a:pt x="201676" y="414274"/>
                  </a:lnTo>
                  <a:lnTo>
                    <a:pt x="201676" y="410083"/>
                  </a:lnTo>
                  <a:lnTo>
                    <a:pt x="201676" y="405892"/>
                  </a:lnTo>
                  <a:close/>
                </a:path>
                <a:path extrusionOk="0" h="432435" w="472439">
                  <a:moveTo>
                    <a:pt x="304546" y="20701"/>
                  </a:moveTo>
                  <a:lnTo>
                    <a:pt x="303339" y="19443"/>
                  </a:lnTo>
                  <a:lnTo>
                    <a:pt x="303136" y="18796"/>
                  </a:lnTo>
                  <a:lnTo>
                    <a:pt x="301371" y="13335"/>
                  </a:lnTo>
                  <a:lnTo>
                    <a:pt x="298069" y="9144"/>
                  </a:lnTo>
                  <a:lnTo>
                    <a:pt x="291465" y="5003"/>
                  </a:lnTo>
                  <a:lnTo>
                    <a:pt x="287401" y="889"/>
                  </a:lnTo>
                  <a:lnTo>
                    <a:pt x="282829" y="889"/>
                  </a:lnTo>
                  <a:lnTo>
                    <a:pt x="272338" y="304"/>
                  </a:lnTo>
                  <a:lnTo>
                    <a:pt x="272034" y="0"/>
                  </a:lnTo>
                  <a:lnTo>
                    <a:pt x="266954" y="0"/>
                  </a:lnTo>
                  <a:lnTo>
                    <a:pt x="265303" y="0"/>
                  </a:lnTo>
                  <a:lnTo>
                    <a:pt x="260731" y="0"/>
                  </a:lnTo>
                  <a:lnTo>
                    <a:pt x="260134" y="596"/>
                  </a:lnTo>
                  <a:lnTo>
                    <a:pt x="244348" y="2413"/>
                  </a:lnTo>
                  <a:lnTo>
                    <a:pt x="190500" y="17653"/>
                  </a:lnTo>
                  <a:lnTo>
                    <a:pt x="160909" y="29718"/>
                  </a:lnTo>
                  <a:lnTo>
                    <a:pt x="130302" y="44069"/>
                  </a:lnTo>
                  <a:lnTo>
                    <a:pt x="129794" y="44323"/>
                  </a:lnTo>
                  <a:lnTo>
                    <a:pt x="99822" y="60579"/>
                  </a:lnTo>
                  <a:lnTo>
                    <a:pt x="99314" y="60833"/>
                  </a:lnTo>
                  <a:lnTo>
                    <a:pt x="48514" y="93980"/>
                  </a:lnTo>
                  <a:lnTo>
                    <a:pt x="14351" y="124333"/>
                  </a:lnTo>
                  <a:lnTo>
                    <a:pt x="14351" y="124206"/>
                  </a:lnTo>
                  <a:lnTo>
                    <a:pt x="7823" y="130556"/>
                  </a:lnTo>
                  <a:lnTo>
                    <a:pt x="6223" y="130556"/>
                  </a:lnTo>
                  <a:lnTo>
                    <a:pt x="1270" y="135509"/>
                  </a:lnTo>
                  <a:lnTo>
                    <a:pt x="1270" y="140639"/>
                  </a:lnTo>
                  <a:lnTo>
                    <a:pt x="127" y="146558"/>
                  </a:lnTo>
                  <a:lnTo>
                    <a:pt x="63" y="146964"/>
                  </a:lnTo>
                  <a:lnTo>
                    <a:pt x="0" y="152273"/>
                  </a:lnTo>
                  <a:lnTo>
                    <a:pt x="254" y="155194"/>
                  </a:lnTo>
                  <a:lnTo>
                    <a:pt x="381" y="154051"/>
                  </a:lnTo>
                  <a:lnTo>
                    <a:pt x="381" y="163068"/>
                  </a:lnTo>
                  <a:lnTo>
                    <a:pt x="1524" y="164211"/>
                  </a:lnTo>
                  <a:lnTo>
                    <a:pt x="1524" y="164973"/>
                  </a:lnTo>
                  <a:lnTo>
                    <a:pt x="2667" y="166116"/>
                  </a:lnTo>
                  <a:lnTo>
                    <a:pt x="2667" y="166243"/>
                  </a:lnTo>
                  <a:lnTo>
                    <a:pt x="6985" y="170561"/>
                  </a:lnTo>
                  <a:lnTo>
                    <a:pt x="7645" y="170561"/>
                  </a:lnTo>
                  <a:lnTo>
                    <a:pt x="8636" y="171577"/>
                  </a:lnTo>
                  <a:lnTo>
                    <a:pt x="12001" y="171577"/>
                  </a:lnTo>
                  <a:lnTo>
                    <a:pt x="27698" y="177634"/>
                  </a:lnTo>
                  <a:lnTo>
                    <a:pt x="29718" y="179705"/>
                  </a:lnTo>
                  <a:lnTo>
                    <a:pt x="39370" y="179705"/>
                  </a:lnTo>
                  <a:lnTo>
                    <a:pt x="43180" y="175768"/>
                  </a:lnTo>
                  <a:lnTo>
                    <a:pt x="43180" y="171069"/>
                  </a:lnTo>
                  <a:lnTo>
                    <a:pt x="43180" y="166243"/>
                  </a:lnTo>
                  <a:lnTo>
                    <a:pt x="39370" y="162433"/>
                  </a:lnTo>
                  <a:lnTo>
                    <a:pt x="36550" y="162433"/>
                  </a:lnTo>
                  <a:lnTo>
                    <a:pt x="21844" y="156044"/>
                  </a:lnTo>
                  <a:lnTo>
                    <a:pt x="21844" y="155702"/>
                  </a:lnTo>
                  <a:lnTo>
                    <a:pt x="21463" y="155321"/>
                  </a:lnTo>
                  <a:lnTo>
                    <a:pt x="21463" y="154051"/>
                  </a:lnTo>
                  <a:lnTo>
                    <a:pt x="21577" y="152400"/>
                  </a:lnTo>
                  <a:lnTo>
                    <a:pt x="21590" y="152273"/>
                  </a:lnTo>
                  <a:lnTo>
                    <a:pt x="21590" y="150749"/>
                  </a:lnTo>
                  <a:lnTo>
                    <a:pt x="21666" y="149352"/>
                  </a:lnTo>
                  <a:lnTo>
                    <a:pt x="21666" y="149148"/>
                  </a:lnTo>
                  <a:lnTo>
                    <a:pt x="21653" y="150393"/>
                  </a:lnTo>
                  <a:lnTo>
                    <a:pt x="21945" y="148869"/>
                  </a:lnTo>
                  <a:lnTo>
                    <a:pt x="23241" y="147574"/>
                  </a:lnTo>
                  <a:lnTo>
                    <a:pt x="23241" y="146100"/>
                  </a:lnTo>
                  <a:lnTo>
                    <a:pt x="25831" y="143637"/>
                  </a:lnTo>
                  <a:lnTo>
                    <a:pt x="29591" y="140081"/>
                  </a:lnTo>
                  <a:lnTo>
                    <a:pt x="42392" y="127635"/>
                  </a:lnTo>
                  <a:lnTo>
                    <a:pt x="42926" y="127127"/>
                  </a:lnTo>
                  <a:lnTo>
                    <a:pt x="42291" y="127635"/>
                  </a:lnTo>
                  <a:lnTo>
                    <a:pt x="46266" y="124333"/>
                  </a:lnTo>
                  <a:lnTo>
                    <a:pt x="61099" y="112014"/>
                  </a:lnTo>
                  <a:lnTo>
                    <a:pt x="61722" y="111506"/>
                  </a:lnTo>
                  <a:lnTo>
                    <a:pt x="60960" y="112014"/>
                  </a:lnTo>
                  <a:lnTo>
                    <a:pt x="84709" y="95758"/>
                  </a:lnTo>
                  <a:lnTo>
                    <a:pt x="85090" y="95504"/>
                  </a:lnTo>
                  <a:lnTo>
                    <a:pt x="84582" y="95758"/>
                  </a:lnTo>
                  <a:lnTo>
                    <a:pt x="110451" y="79883"/>
                  </a:lnTo>
                  <a:lnTo>
                    <a:pt x="110871" y="79629"/>
                  </a:lnTo>
                  <a:lnTo>
                    <a:pt x="110363" y="79883"/>
                  </a:lnTo>
                  <a:lnTo>
                    <a:pt x="139725" y="64008"/>
                  </a:lnTo>
                  <a:lnTo>
                    <a:pt x="140208" y="63754"/>
                  </a:lnTo>
                  <a:lnTo>
                    <a:pt x="139979" y="63881"/>
                  </a:lnTo>
                  <a:lnTo>
                    <a:pt x="140233" y="63754"/>
                  </a:lnTo>
                  <a:lnTo>
                    <a:pt x="169760" y="49911"/>
                  </a:lnTo>
                  <a:lnTo>
                    <a:pt x="170307" y="49657"/>
                  </a:lnTo>
                  <a:lnTo>
                    <a:pt x="198120" y="38354"/>
                  </a:lnTo>
                  <a:lnTo>
                    <a:pt x="197612" y="38608"/>
                  </a:lnTo>
                  <a:lnTo>
                    <a:pt x="198348" y="38354"/>
                  </a:lnTo>
                  <a:lnTo>
                    <a:pt x="247650" y="23495"/>
                  </a:lnTo>
                  <a:lnTo>
                    <a:pt x="248158" y="23368"/>
                  </a:lnTo>
                  <a:lnTo>
                    <a:pt x="247269" y="23495"/>
                  </a:lnTo>
                  <a:lnTo>
                    <a:pt x="267169" y="20320"/>
                  </a:lnTo>
                  <a:lnTo>
                    <a:pt x="272034" y="20320"/>
                  </a:lnTo>
                  <a:lnTo>
                    <a:pt x="272376" y="19977"/>
                  </a:lnTo>
                  <a:lnTo>
                    <a:pt x="280606" y="19456"/>
                  </a:lnTo>
                  <a:lnTo>
                    <a:pt x="289420" y="22796"/>
                  </a:lnTo>
                  <a:lnTo>
                    <a:pt x="293116" y="26276"/>
                  </a:lnTo>
                  <a:lnTo>
                    <a:pt x="293116" y="26924"/>
                  </a:lnTo>
                  <a:lnTo>
                    <a:pt x="295656" y="29464"/>
                  </a:lnTo>
                  <a:lnTo>
                    <a:pt x="302006" y="29464"/>
                  </a:lnTo>
                  <a:lnTo>
                    <a:pt x="304546" y="26924"/>
                  </a:lnTo>
                  <a:lnTo>
                    <a:pt x="304546" y="23749"/>
                  </a:lnTo>
                  <a:lnTo>
                    <a:pt x="304546" y="20701"/>
                  </a:lnTo>
                  <a:close/>
                </a:path>
                <a:path extrusionOk="0" h="432435" w="472439">
                  <a:moveTo>
                    <a:pt x="458470" y="264541"/>
                  </a:moveTo>
                  <a:lnTo>
                    <a:pt x="456946" y="263017"/>
                  </a:lnTo>
                  <a:lnTo>
                    <a:pt x="455422" y="263017"/>
                  </a:lnTo>
                  <a:lnTo>
                    <a:pt x="444754" y="262001"/>
                  </a:lnTo>
                  <a:lnTo>
                    <a:pt x="442468" y="262001"/>
                  </a:lnTo>
                  <a:lnTo>
                    <a:pt x="428383" y="264287"/>
                  </a:lnTo>
                  <a:lnTo>
                    <a:pt x="423545" y="264287"/>
                  </a:lnTo>
                  <a:lnTo>
                    <a:pt x="422656" y="265150"/>
                  </a:lnTo>
                  <a:lnTo>
                    <a:pt x="411962" y="266700"/>
                  </a:lnTo>
                  <a:lnTo>
                    <a:pt x="407924" y="266700"/>
                  </a:lnTo>
                  <a:lnTo>
                    <a:pt x="400989" y="266700"/>
                  </a:lnTo>
                  <a:lnTo>
                    <a:pt x="398653" y="264287"/>
                  </a:lnTo>
                  <a:lnTo>
                    <a:pt x="387604" y="264287"/>
                  </a:lnTo>
                  <a:lnTo>
                    <a:pt x="385648" y="266293"/>
                  </a:lnTo>
                  <a:lnTo>
                    <a:pt x="384429" y="266700"/>
                  </a:lnTo>
                  <a:lnTo>
                    <a:pt x="381889" y="266700"/>
                  </a:lnTo>
                  <a:lnTo>
                    <a:pt x="381762" y="266827"/>
                  </a:lnTo>
                  <a:lnTo>
                    <a:pt x="379095" y="266827"/>
                  </a:lnTo>
                  <a:lnTo>
                    <a:pt x="374396" y="271399"/>
                  </a:lnTo>
                  <a:lnTo>
                    <a:pt x="374396" y="283083"/>
                  </a:lnTo>
                  <a:lnTo>
                    <a:pt x="379095" y="287655"/>
                  </a:lnTo>
                  <a:lnTo>
                    <a:pt x="381762" y="287655"/>
                  </a:lnTo>
                  <a:lnTo>
                    <a:pt x="381889" y="287782"/>
                  </a:lnTo>
                  <a:lnTo>
                    <a:pt x="412496" y="287782"/>
                  </a:lnTo>
                  <a:lnTo>
                    <a:pt x="414655" y="287655"/>
                  </a:lnTo>
                  <a:lnTo>
                    <a:pt x="418934" y="286766"/>
                  </a:lnTo>
                  <a:lnTo>
                    <a:pt x="429933" y="284480"/>
                  </a:lnTo>
                  <a:lnTo>
                    <a:pt x="434721" y="284480"/>
                  </a:lnTo>
                  <a:lnTo>
                    <a:pt x="436626" y="282524"/>
                  </a:lnTo>
                  <a:lnTo>
                    <a:pt x="446659" y="279146"/>
                  </a:lnTo>
                  <a:lnTo>
                    <a:pt x="450469" y="276606"/>
                  </a:lnTo>
                  <a:lnTo>
                    <a:pt x="456539" y="269875"/>
                  </a:lnTo>
                  <a:lnTo>
                    <a:pt x="456946" y="269875"/>
                  </a:lnTo>
                  <a:lnTo>
                    <a:pt x="458470" y="268351"/>
                  </a:lnTo>
                  <a:lnTo>
                    <a:pt x="458470" y="266446"/>
                  </a:lnTo>
                  <a:lnTo>
                    <a:pt x="458470" y="264541"/>
                  </a:lnTo>
                  <a:close/>
                </a:path>
                <a:path extrusionOk="0" h="432435" w="472439">
                  <a:moveTo>
                    <a:pt x="472313" y="218059"/>
                  </a:moveTo>
                  <a:lnTo>
                    <a:pt x="469646" y="215265"/>
                  </a:lnTo>
                  <a:lnTo>
                    <a:pt x="467334" y="215265"/>
                  </a:lnTo>
                  <a:lnTo>
                    <a:pt x="463169" y="213741"/>
                  </a:lnTo>
                  <a:lnTo>
                    <a:pt x="461391" y="213360"/>
                  </a:lnTo>
                  <a:lnTo>
                    <a:pt x="459435" y="213106"/>
                  </a:lnTo>
                  <a:lnTo>
                    <a:pt x="457149" y="212813"/>
                  </a:lnTo>
                  <a:lnTo>
                    <a:pt x="456565" y="212217"/>
                  </a:lnTo>
                  <a:lnTo>
                    <a:pt x="452628" y="212217"/>
                  </a:lnTo>
                  <a:lnTo>
                    <a:pt x="451993" y="212217"/>
                  </a:lnTo>
                  <a:lnTo>
                    <a:pt x="440944" y="211582"/>
                  </a:lnTo>
                  <a:lnTo>
                    <a:pt x="439039" y="211582"/>
                  </a:lnTo>
                  <a:lnTo>
                    <a:pt x="427736" y="213106"/>
                  </a:lnTo>
                  <a:lnTo>
                    <a:pt x="427863" y="212979"/>
                  </a:lnTo>
                  <a:lnTo>
                    <a:pt x="416052" y="214503"/>
                  </a:lnTo>
                  <a:lnTo>
                    <a:pt x="416179" y="214503"/>
                  </a:lnTo>
                  <a:lnTo>
                    <a:pt x="403225" y="215900"/>
                  </a:lnTo>
                  <a:lnTo>
                    <a:pt x="402971" y="215900"/>
                  </a:lnTo>
                  <a:lnTo>
                    <a:pt x="389255" y="217805"/>
                  </a:lnTo>
                  <a:lnTo>
                    <a:pt x="390156" y="217678"/>
                  </a:lnTo>
                  <a:lnTo>
                    <a:pt x="378841" y="217678"/>
                  </a:lnTo>
                  <a:lnTo>
                    <a:pt x="368427" y="217805"/>
                  </a:lnTo>
                  <a:lnTo>
                    <a:pt x="362712" y="217805"/>
                  </a:lnTo>
                  <a:lnTo>
                    <a:pt x="361188" y="217932"/>
                  </a:lnTo>
                  <a:lnTo>
                    <a:pt x="361061" y="217932"/>
                  </a:lnTo>
                  <a:lnTo>
                    <a:pt x="359918" y="216789"/>
                  </a:lnTo>
                  <a:lnTo>
                    <a:pt x="349250" y="216789"/>
                  </a:lnTo>
                  <a:lnTo>
                    <a:pt x="344932" y="221107"/>
                  </a:lnTo>
                  <a:lnTo>
                    <a:pt x="344932" y="222377"/>
                  </a:lnTo>
                  <a:lnTo>
                    <a:pt x="344805" y="222504"/>
                  </a:lnTo>
                  <a:lnTo>
                    <a:pt x="344805" y="229108"/>
                  </a:lnTo>
                  <a:lnTo>
                    <a:pt x="344805" y="233299"/>
                  </a:lnTo>
                  <a:lnTo>
                    <a:pt x="349123" y="237744"/>
                  </a:lnTo>
                  <a:lnTo>
                    <a:pt x="350774" y="237744"/>
                  </a:lnTo>
                  <a:lnTo>
                    <a:pt x="350901" y="237871"/>
                  </a:lnTo>
                  <a:lnTo>
                    <a:pt x="355473" y="237871"/>
                  </a:lnTo>
                  <a:lnTo>
                    <a:pt x="355600" y="237998"/>
                  </a:lnTo>
                  <a:lnTo>
                    <a:pt x="361188" y="237998"/>
                  </a:lnTo>
                  <a:lnTo>
                    <a:pt x="362712" y="237998"/>
                  </a:lnTo>
                  <a:lnTo>
                    <a:pt x="366649" y="237998"/>
                  </a:lnTo>
                  <a:lnTo>
                    <a:pt x="368300" y="237998"/>
                  </a:lnTo>
                  <a:lnTo>
                    <a:pt x="378841" y="238125"/>
                  </a:lnTo>
                  <a:lnTo>
                    <a:pt x="391922" y="238125"/>
                  </a:lnTo>
                  <a:lnTo>
                    <a:pt x="405638" y="236220"/>
                  </a:lnTo>
                  <a:lnTo>
                    <a:pt x="405384" y="236347"/>
                  </a:lnTo>
                  <a:lnTo>
                    <a:pt x="406552" y="236220"/>
                  </a:lnTo>
                  <a:lnTo>
                    <a:pt x="418338" y="234950"/>
                  </a:lnTo>
                  <a:lnTo>
                    <a:pt x="418465" y="234823"/>
                  </a:lnTo>
                  <a:lnTo>
                    <a:pt x="430403" y="233426"/>
                  </a:lnTo>
                  <a:lnTo>
                    <a:pt x="440944" y="231394"/>
                  </a:lnTo>
                  <a:lnTo>
                    <a:pt x="444627" y="231140"/>
                  </a:lnTo>
                  <a:lnTo>
                    <a:pt x="451993" y="230632"/>
                  </a:lnTo>
                  <a:lnTo>
                    <a:pt x="452628" y="230632"/>
                  </a:lnTo>
                  <a:lnTo>
                    <a:pt x="456565" y="230632"/>
                  </a:lnTo>
                  <a:lnTo>
                    <a:pt x="457149" y="230047"/>
                  </a:lnTo>
                  <a:lnTo>
                    <a:pt x="461391" y="229489"/>
                  </a:lnTo>
                  <a:lnTo>
                    <a:pt x="463169" y="229108"/>
                  </a:lnTo>
                  <a:lnTo>
                    <a:pt x="467334" y="227584"/>
                  </a:lnTo>
                  <a:lnTo>
                    <a:pt x="469646" y="227584"/>
                  </a:lnTo>
                  <a:lnTo>
                    <a:pt x="472313" y="224790"/>
                  </a:lnTo>
                  <a:lnTo>
                    <a:pt x="472313" y="221488"/>
                  </a:lnTo>
                  <a:lnTo>
                    <a:pt x="472313" y="2180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5" name="Google Shape;665;p56"/>
          <p:cNvSpPr txBox="1"/>
          <p:nvPr/>
        </p:nvSpPr>
        <p:spPr>
          <a:xfrm>
            <a:off x="2126350" y="2055250"/>
            <a:ext cx="96834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asdasdasdasdasdadasdsadasdasdasdasdasdasdasdasdasdasdasdasdasdasdsasadasdadasdasdadasdasdas</a:t>
            </a:r>
            <a:endParaRPr b="1" i="0" sz="35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6"/>
          <p:cNvSpPr txBox="1"/>
          <p:nvPr/>
        </p:nvSpPr>
        <p:spPr>
          <a:xfrm>
            <a:off x="2440275" y="2366225"/>
            <a:ext cx="8364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6"/>
          <p:cNvSpPr txBox="1"/>
          <p:nvPr/>
        </p:nvSpPr>
        <p:spPr>
          <a:xfrm>
            <a:off x="1088000" y="4337225"/>
            <a:ext cx="10613100" cy="15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6"/>
          <p:cNvSpPr txBox="1"/>
          <p:nvPr/>
        </p:nvSpPr>
        <p:spPr>
          <a:xfrm>
            <a:off x="2802500" y="4844325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att-i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7"/>
          <p:cNvSpPr txBox="1"/>
          <p:nvPr/>
        </p:nvSpPr>
        <p:spPr>
          <a:xfrm>
            <a:off x="737950" y="1658475"/>
            <a:ext cx="11060100" cy="5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light source with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15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radius of influence 80 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located at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(4,2,3)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which you are called to calculate the illumination of a point on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xz plane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is set at origin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light is reflected back from point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 of the plane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ambient, diffuse and specular coefficient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given at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0.4, 0.2, 0.3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above phenomenon, represent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reflected ray 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unit vector.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intensity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shininess factor of 99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         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given point in the above scenario.  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is at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given point according to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phong’s model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factor.     </a:t>
            </a:r>
            <a:endParaRPr b="1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57"/>
          <p:cNvSpPr txBox="1"/>
          <p:nvPr/>
        </p:nvSpPr>
        <p:spPr>
          <a:xfrm>
            <a:off x="4469500" y="395575"/>
            <a:ext cx="336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5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8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58"/>
          <p:cNvSpPr txBox="1"/>
          <p:nvPr>
            <p:ph idx="1" type="body"/>
          </p:nvPr>
        </p:nvSpPr>
        <p:spPr>
          <a:xfrm>
            <a:off x="609600" y="1143000"/>
            <a:ext cx="113793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Color is constructed by adding certain amounts of red, green, and blue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 sources have three “types” of color: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Surface has two sets of reflection coefficient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Color of the specular component is often the same as that of the light source – mirror like, so the specular reflection coefficient: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e.g.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Glossy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red apple when illuminated by a yellow light is yellow rather than red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4" name="Google Shape;684;p58"/>
          <p:cNvPicPr preferRelativeResize="0"/>
          <p:nvPr/>
        </p:nvPicPr>
        <p:blipFill rotWithShape="1">
          <a:blip r:embed="rId3">
            <a:alphaModFix/>
          </a:blip>
          <a:srcRect b="52000" l="14286" r="39524" t="44951"/>
          <a:stretch/>
        </p:blipFill>
        <p:spPr>
          <a:xfrm>
            <a:off x="1016000" y="2666365"/>
            <a:ext cx="10464800" cy="457834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9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/>
          </a:p>
        </p:txBody>
      </p:sp>
      <p:pic>
        <p:nvPicPr>
          <p:cNvPr descr="D:\fatema\url.jpg" id="691" name="Google Shape;691;p59"/>
          <p:cNvPicPr preferRelativeResize="0"/>
          <p:nvPr/>
        </p:nvPicPr>
        <p:blipFill rotWithShape="1">
          <a:blip r:embed="rId3">
            <a:alphaModFix/>
          </a:blip>
          <a:srcRect b="0" l="42306" r="0" t="20697"/>
          <a:stretch/>
        </p:blipFill>
        <p:spPr>
          <a:xfrm>
            <a:off x="3048000" y="1143000"/>
            <a:ext cx="6542474" cy="50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0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By “color” of a surface we mean the color that is reflected from it when the illuminated by white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based on the color of the surface itself.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specular reflection coefficient is based on the color of the light source (and the roughness property of the surface)</a:t>
            </a:r>
            <a:endParaRPr/>
          </a:p>
        </p:txBody>
      </p:sp>
      <p:sp>
        <p:nvSpPr>
          <p:cNvPr id="700" name="Google Shape;700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61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61"/>
          <p:cNvSpPr txBox="1"/>
          <p:nvPr/>
        </p:nvSpPr>
        <p:spPr>
          <a:xfrm>
            <a:off x="3352800" y="28194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5638800" y="27432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61"/>
          <p:cNvSpPr txBox="1"/>
          <p:nvPr/>
        </p:nvSpPr>
        <p:spPr>
          <a:xfrm>
            <a:off x="38100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61"/>
          <p:cNvSpPr txBox="1"/>
          <p:nvPr/>
        </p:nvSpPr>
        <p:spPr>
          <a:xfrm>
            <a:off x="64008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61"/>
          <p:cNvSpPr txBox="1"/>
          <p:nvPr/>
        </p:nvSpPr>
        <p:spPr>
          <a:xfrm>
            <a:off x="4343400" y="2133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2" name="Google Shape;712;p61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61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61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61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6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63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4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6" name="Google Shape;736;p64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7" name="Google Shape;737;p64"/>
          <p:cNvGrpSpPr/>
          <p:nvPr/>
        </p:nvGrpSpPr>
        <p:grpSpPr>
          <a:xfrm>
            <a:off x="5105400" y="2895600"/>
            <a:ext cx="4648200" cy="2971800"/>
            <a:chOff x="768" y="1008"/>
            <a:chExt cx="4992" cy="2958"/>
          </a:xfrm>
        </p:grpSpPr>
        <p:sp>
          <p:nvSpPr>
            <p:cNvPr id="738" name="Google Shape;738;p64"/>
            <p:cNvSpPr txBox="1"/>
            <p:nvPr/>
          </p:nvSpPr>
          <p:spPr>
            <a:xfrm>
              <a:off x="768" y="3504"/>
              <a:ext cx="4992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39" name="Google Shape;739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0" name="Google Shape;740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5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65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65"/>
          <p:cNvSpPr txBox="1"/>
          <p:nvPr/>
        </p:nvSpPr>
        <p:spPr>
          <a:xfrm>
            <a:off x="3352800" y="28194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65"/>
          <p:cNvSpPr txBox="1"/>
          <p:nvPr/>
        </p:nvSpPr>
        <p:spPr>
          <a:xfrm>
            <a:off x="5638800" y="27432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65"/>
          <p:cNvSpPr txBox="1"/>
          <p:nvPr/>
        </p:nvSpPr>
        <p:spPr>
          <a:xfrm>
            <a:off x="38100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65"/>
          <p:cNvSpPr txBox="1"/>
          <p:nvPr/>
        </p:nvSpPr>
        <p:spPr>
          <a:xfrm>
            <a:off x="64008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65"/>
          <p:cNvSpPr txBox="1"/>
          <p:nvPr/>
        </p:nvSpPr>
        <p:spPr>
          <a:xfrm>
            <a:off x="4343400" y="2133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2" name="Google Shape;752;p65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65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65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65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66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7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67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68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77" name="Google Shape;777;p68"/>
          <p:cNvGrpSpPr/>
          <p:nvPr/>
        </p:nvGrpSpPr>
        <p:grpSpPr>
          <a:xfrm>
            <a:off x="5105400" y="2895600"/>
            <a:ext cx="4748762" cy="3110444"/>
            <a:chOff x="768" y="1008"/>
            <a:chExt cx="5100" cy="3096"/>
          </a:xfrm>
        </p:grpSpPr>
        <p:sp>
          <p:nvSpPr>
            <p:cNvPr id="778" name="Google Shape;778;p68"/>
            <p:cNvSpPr txBox="1"/>
            <p:nvPr/>
          </p:nvSpPr>
          <p:spPr>
            <a:xfrm>
              <a:off x="768" y="3504"/>
              <a:ext cx="51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79" name="Google Shape;779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0" name="Google Shape;780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69"/>
          <p:cNvSpPr txBox="1"/>
          <p:nvPr>
            <p:ph idx="4294967295" type="body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Introduce vertex normals at each</a:t>
            </a:r>
            <a:b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only for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Think of as a better approximation of the real surface that the polygons approximate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Finds color value for each point in the polygon individually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 (do not confuse with Phong Lighting Model)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7543800" y="1358900"/>
            <a:ext cx="2314575" cy="927100"/>
            <a:chOff x="3312" y="3456"/>
            <a:chExt cx="1458" cy="584"/>
          </a:xfrm>
        </p:grpSpPr>
        <p:sp>
          <p:nvSpPr>
            <p:cNvPr id="788" name="Google Shape;788;p69"/>
            <p:cNvSpPr/>
            <p:nvPr/>
          </p:nvSpPr>
          <p:spPr>
            <a:xfrm>
              <a:off x="3312" y="3456"/>
              <a:ext cx="1458" cy="584"/>
            </a:xfrm>
            <a:custGeom>
              <a:rect b="b" l="l" r="r" t="t"/>
              <a:pathLst>
                <a:path extrusionOk="0" h="584" w="1296">
                  <a:moveTo>
                    <a:pt x="0" y="584"/>
                  </a:moveTo>
                  <a:cubicBezTo>
                    <a:pt x="442" y="0"/>
                    <a:pt x="1065" y="229"/>
                    <a:pt x="1296" y="584"/>
                  </a:cubicBezTo>
                </a:path>
              </a:pathLst>
            </a:cu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312" y="3752"/>
              <a:ext cx="1458" cy="288"/>
            </a:xfrm>
            <a:custGeom>
              <a:rect b="b" l="l" r="r" t="t"/>
              <a:pathLst>
                <a:path extrusionOk="0" h="288" w="1296">
                  <a:moveTo>
                    <a:pt x="0" y="288"/>
                  </a:moveTo>
                  <a:lnTo>
                    <a:pt x="384" y="0"/>
                  </a:lnTo>
                  <a:lnTo>
                    <a:pt x="912" y="0"/>
                  </a:lnTo>
                  <a:lnTo>
                    <a:pt x="1296" y="288"/>
                  </a:lnTo>
                  <a:lnTo>
                    <a:pt x="1248" y="288"/>
                  </a:lnTo>
                </a:path>
              </a:pathLst>
            </a:cu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0" name="Google Shape;790;p69"/>
            <p:cNvCxnSpPr/>
            <p:nvPr/>
          </p:nvCxnSpPr>
          <p:spPr>
            <a:xfrm flipH="1" rot="10800000">
              <a:off x="4356" y="354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91" name="Google Shape;791;p69"/>
            <p:cNvSpPr/>
            <p:nvPr/>
          </p:nvSpPr>
          <p:spPr>
            <a:xfrm>
              <a:off x="3614" y="3503"/>
              <a:ext cx="130" cy="201"/>
            </a:xfrm>
            <a:custGeom>
              <a:rect b="b" l="l" r="r" t="t"/>
              <a:pathLst>
                <a:path extrusionOk="0" h="201" w="116">
                  <a:moveTo>
                    <a:pt x="116" y="201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2" name="Google Shape;792;p69"/>
            <p:cNvCxnSpPr/>
            <p:nvPr/>
          </p:nvCxnSpPr>
          <p:spPr>
            <a:xfrm rot="10800000">
              <a:off x="3366" y="370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93" name="Google Shape;793;p69"/>
            <p:cNvCxnSpPr/>
            <p:nvPr/>
          </p:nvCxnSpPr>
          <p:spPr>
            <a:xfrm rot="10800000">
              <a:off x="4014" y="3512"/>
              <a:ext cx="0" cy="240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94" name="Google Shape;794;p69"/>
            <p:cNvCxnSpPr/>
            <p:nvPr/>
          </p:nvCxnSpPr>
          <p:spPr>
            <a:xfrm flipH="1" rot="10800000">
              <a:off x="4608" y="3752"/>
              <a:ext cx="162" cy="144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95" name="Google Shape;795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70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Most common approach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Perform Phong lighting at the vertices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Linearly interpolate the resulting colors over faces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edges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scanline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d_gouraud" id="803" name="Google Shape;80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895600"/>
            <a:ext cx="3276600" cy="298324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1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4038600" y="1143000"/>
            <a:ext cx="3657600" cy="2362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1"/>
          <p:cNvSpPr/>
          <p:nvPr/>
        </p:nvSpPr>
        <p:spPr>
          <a:xfrm>
            <a:off x="5181600" y="1524000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1"/>
          <p:cNvSpPr/>
          <p:nvPr/>
        </p:nvSpPr>
        <p:spPr>
          <a:xfrm>
            <a:off x="5562600" y="2895600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71"/>
          <p:cNvCxnSpPr/>
          <p:nvPr/>
        </p:nvCxnSpPr>
        <p:spPr>
          <a:xfrm>
            <a:off x="3927475" y="151288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71"/>
          <p:cNvCxnSpPr/>
          <p:nvPr/>
        </p:nvCxnSpPr>
        <p:spPr>
          <a:xfrm>
            <a:off x="3927475" y="214153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71"/>
          <p:cNvCxnSpPr/>
          <p:nvPr/>
        </p:nvCxnSpPr>
        <p:spPr>
          <a:xfrm>
            <a:off x="5550260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71"/>
          <p:cNvSpPr txBox="1"/>
          <p:nvPr/>
        </p:nvSpPr>
        <p:spPr>
          <a:xfrm>
            <a:off x="5943600" y="3581400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1"/>
          <p:cNvSpPr txBox="1"/>
          <p:nvPr/>
        </p:nvSpPr>
        <p:spPr>
          <a:xfrm>
            <a:off x="3505200" y="2667000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3487738" y="1312863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3352800" y="3048000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5334000" y="3581400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5812625" y="3061337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6705600" y="2286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5715000" y="12192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4419600" y="1905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3522663" y="1919288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662" y="3950496"/>
            <a:ext cx="5595938" cy="915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855585"/>
            <a:ext cx="5372528" cy="8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5743534"/>
            <a:ext cx="5975445" cy="920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9" name="Google Shape;829;p71"/>
          <p:cNvCxnSpPr/>
          <p:nvPr/>
        </p:nvCxnSpPr>
        <p:spPr>
          <a:xfrm>
            <a:off x="6126481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71"/>
          <p:cNvCxnSpPr/>
          <p:nvPr/>
        </p:nvCxnSpPr>
        <p:spPr>
          <a:xfrm rot="10800000">
            <a:off x="3886200" y="3276600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71"/>
          <p:cNvCxnSpPr>
            <a:endCxn id="815" idx="0"/>
          </p:cNvCxnSpPr>
          <p:nvPr/>
        </p:nvCxnSpPr>
        <p:spPr>
          <a:xfrm>
            <a:off x="3886200" y="2895600"/>
            <a:ext cx="16641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2" name="Google Shape;832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200" y="2514600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8" y="2667000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1"/>
          <p:cNvSpPr/>
          <p:nvPr/>
        </p:nvSpPr>
        <p:spPr>
          <a:xfrm>
            <a:off x="5715000" y="2819400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5" name="Google Shape;835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62600" y="2446337"/>
            <a:ext cx="661987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1"/>
          <p:cNvSpPr txBox="1"/>
          <p:nvPr/>
        </p:nvSpPr>
        <p:spPr>
          <a:xfrm>
            <a:off x="7579525" y="6223033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2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4038600" y="1138237"/>
            <a:ext cx="3657600" cy="236829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72"/>
          <p:cNvSpPr/>
          <p:nvPr/>
        </p:nvSpPr>
        <p:spPr>
          <a:xfrm>
            <a:off x="5181600" y="1528664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72"/>
          <p:cNvSpPr/>
          <p:nvPr/>
        </p:nvSpPr>
        <p:spPr>
          <a:xfrm>
            <a:off x="5562600" y="2890837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6" name="Google Shape;846;p72"/>
          <p:cNvCxnSpPr/>
          <p:nvPr/>
        </p:nvCxnSpPr>
        <p:spPr>
          <a:xfrm>
            <a:off x="3927475" y="1517552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72"/>
          <p:cNvCxnSpPr/>
          <p:nvPr/>
        </p:nvCxnSpPr>
        <p:spPr>
          <a:xfrm>
            <a:off x="3927475" y="2136775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72"/>
          <p:cNvCxnSpPr/>
          <p:nvPr/>
        </p:nvCxnSpPr>
        <p:spPr>
          <a:xfrm>
            <a:off x="5550260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72"/>
          <p:cNvSpPr txBox="1"/>
          <p:nvPr/>
        </p:nvSpPr>
        <p:spPr>
          <a:xfrm>
            <a:off x="5943600" y="3586064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3505200" y="2670048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3487738" y="1308100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3352800" y="3043237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>
            <a:off x="5334000" y="3586064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6172200" y="3130549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6705600" y="22812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>
            <a:off x="5715000" y="12144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72"/>
          <p:cNvSpPr txBox="1"/>
          <p:nvPr/>
        </p:nvSpPr>
        <p:spPr>
          <a:xfrm>
            <a:off x="4419600" y="1909664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>
            <a:off x="3522663" y="1914525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9" name="Google Shape;85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4114800"/>
            <a:ext cx="6356350" cy="9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/>
          <p:nvPr/>
        </p:nvSpPr>
        <p:spPr>
          <a:xfrm>
            <a:off x="6324600" y="5334000"/>
            <a:ext cx="4305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1" name="Google Shape;861;p72"/>
          <p:cNvCxnSpPr/>
          <p:nvPr/>
        </p:nvCxnSpPr>
        <p:spPr>
          <a:xfrm>
            <a:off x="6126481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72"/>
          <p:cNvCxnSpPr/>
          <p:nvPr/>
        </p:nvCxnSpPr>
        <p:spPr>
          <a:xfrm rot="10800000">
            <a:off x="3886200" y="3281264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72"/>
          <p:cNvCxnSpPr/>
          <p:nvPr/>
        </p:nvCxnSpPr>
        <p:spPr>
          <a:xfrm>
            <a:off x="3886200" y="2890837"/>
            <a:ext cx="166406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4" name="Google Shape;86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721" y="2887564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9038" y="2671664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2"/>
          <p:cNvSpPr/>
          <p:nvPr/>
        </p:nvSpPr>
        <p:spPr>
          <a:xfrm>
            <a:off x="57150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7" name="Google Shape;867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800" y="2451001"/>
            <a:ext cx="682625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2"/>
          <p:cNvSpPr/>
          <p:nvPr/>
        </p:nvSpPr>
        <p:spPr>
          <a:xfrm>
            <a:off x="58674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9" name="Google Shape;869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5257800"/>
            <a:ext cx="2743200" cy="462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2"/>
          <p:cNvSpPr/>
          <p:nvPr/>
        </p:nvSpPr>
        <p:spPr>
          <a:xfrm>
            <a:off x="5410200" y="26716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1" name="Google Shape;871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6600" y="2430364"/>
            <a:ext cx="808038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87638" y="5926138"/>
            <a:ext cx="3179762" cy="487362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2"/>
          <p:cNvSpPr txBox="1"/>
          <p:nvPr/>
        </p:nvSpPr>
        <p:spPr>
          <a:xfrm>
            <a:off x="7548200" y="4672792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of 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73"/>
          <p:cNvSpPr txBox="1"/>
          <p:nvPr>
            <p:ph idx="4294967295" type="body"/>
          </p:nvPr>
        </p:nvSpPr>
        <p:spPr>
          <a:xfrm>
            <a:off x="1981200" y="11430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Often appears dull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Lacks accurate specular component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1" name="Google Shape;881;p73"/>
          <p:cNvGrpSpPr/>
          <p:nvPr/>
        </p:nvGrpSpPr>
        <p:grpSpPr>
          <a:xfrm>
            <a:off x="3861825" y="2667000"/>
            <a:ext cx="5197399" cy="2716530"/>
            <a:chOff x="2362200" y="3352800"/>
            <a:chExt cx="5197399" cy="2716530"/>
          </a:xfrm>
        </p:grpSpPr>
        <p:sp>
          <p:nvSpPr>
            <p:cNvPr id="882" name="Google Shape;882;p73"/>
            <p:cNvSpPr/>
            <p:nvPr/>
          </p:nvSpPr>
          <p:spPr>
            <a:xfrm>
              <a:off x="2895600" y="3657600"/>
              <a:ext cx="1752600" cy="2133600"/>
            </a:xfrm>
            <a:custGeom>
              <a:rect b="b" l="l" r="r" t="t"/>
              <a:pathLst>
                <a:path extrusionOk="0" h="1344" w="1104">
                  <a:moveTo>
                    <a:pt x="0" y="1344"/>
                  </a:moveTo>
                  <a:lnTo>
                    <a:pt x="480" y="0"/>
                  </a:lnTo>
                  <a:lnTo>
                    <a:pt x="1104" y="768"/>
                  </a:lnTo>
                  <a:lnTo>
                    <a:pt x="0" y="1344"/>
                  </a:lnTo>
                  <a:close/>
                </a:path>
              </a:pathLst>
            </a:custGeom>
            <a:solidFill>
              <a:srgbClr val="808080"/>
            </a:solidFill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73"/>
            <p:cNvSpPr txBox="1"/>
            <p:nvPr/>
          </p:nvSpPr>
          <p:spPr>
            <a:xfrm>
              <a:off x="3673475" y="33528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4" name="Google Shape;884;p73"/>
            <p:cNvSpPr txBox="1"/>
            <p:nvPr/>
          </p:nvSpPr>
          <p:spPr>
            <a:xfrm>
              <a:off x="2362200" y="55626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5" name="Google Shape;885;p73"/>
            <p:cNvSpPr txBox="1"/>
            <p:nvPr/>
          </p:nvSpPr>
          <p:spPr>
            <a:xfrm>
              <a:off x="4572000" y="46482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6" name="Google Shape;886;p73"/>
            <p:cNvCxnSpPr/>
            <p:nvPr/>
          </p:nvCxnSpPr>
          <p:spPr>
            <a:xfrm>
              <a:off x="2971800" y="4724400"/>
              <a:ext cx="1828800" cy="0"/>
            </a:xfrm>
            <a:prstGeom prst="straightConnector1">
              <a:avLst/>
            </a:pr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sp>
          <p:nvSpPr>
            <p:cNvPr id="887" name="Google Shape;887;p73"/>
            <p:cNvSpPr/>
            <p:nvPr/>
          </p:nvSpPr>
          <p:spPr>
            <a:xfrm>
              <a:off x="3657600" y="45720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66FF33"/>
                </a:gs>
                <a:gs pos="100000">
                  <a:srgbClr val="2F761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8" name="Google Shape;888;p73"/>
            <p:cNvCxnSpPr/>
            <p:nvPr/>
          </p:nvCxnSpPr>
          <p:spPr>
            <a:xfrm rot="10800000">
              <a:off x="3886200" y="4876800"/>
              <a:ext cx="533400" cy="685800"/>
            </a:xfrm>
            <a:prstGeom prst="straightConnector1">
              <a:avLst/>
            </a:prstGeom>
            <a:noFill/>
            <a:ln cap="flat" cmpd="sng" w="25400">
              <a:solidFill>
                <a:srgbClr val="99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89" name="Google Shape;889;p73"/>
            <p:cNvSpPr txBox="1"/>
            <p:nvPr/>
          </p:nvSpPr>
          <p:spPr>
            <a:xfrm>
              <a:off x="4238625" y="5610225"/>
              <a:ext cx="3320974" cy="459105"/>
            </a:xfrm>
            <a:prstGeom prst="rect">
              <a:avLst/>
            </a:prstGeom>
            <a:noFill/>
            <a:ln cap="flat" cmpd="sng" w="25400">
              <a:solidFill>
                <a:srgbClr val="8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4486C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24486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Can’t shade the spot light</a:t>
              </a:r>
              <a:endParaRPr b="0" i="0" sz="2400" u="none" cap="none" strike="noStrike">
                <a:solidFill>
                  <a:srgbClr val="24486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0" name="Google Shape;890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4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3810000" y="4800600"/>
            <a:ext cx="685800" cy="33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97" name="Google Shape;897;p74"/>
          <p:cNvGrpSpPr/>
          <p:nvPr/>
        </p:nvGrpSpPr>
        <p:grpSpPr>
          <a:xfrm>
            <a:off x="1981200" y="2057400"/>
            <a:ext cx="3777343" cy="2743200"/>
            <a:chOff x="2133600" y="2282825"/>
            <a:chExt cx="4957761" cy="3716338"/>
          </a:xfrm>
        </p:grpSpPr>
        <p:cxnSp>
          <p:nvCxnSpPr>
            <p:cNvPr id="898" name="Google Shape;898;p74"/>
            <p:cNvCxnSpPr/>
            <p:nvPr/>
          </p:nvCxnSpPr>
          <p:spPr>
            <a:xfrm rot="10800000">
              <a:off x="2514600" y="3044825"/>
              <a:ext cx="0" cy="2819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899" name="Google Shape;899;p74"/>
            <p:cNvCxnSpPr/>
            <p:nvPr/>
          </p:nvCxnSpPr>
          <p:spPr>
            <a:xfrm>
              <a:off x="2514600" y="5864225"/>
              <a:ext cx="3581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sp>
          <p:nvSpPr>
            <p:cNvPr id="900" name="Google Shape;900;p74"/>
            <p:cNvSpPr/>
            <p:nvPr/>
          </p:nvSpPr>
          <p:spPr>
            <a:xfrm>
              <a:off x="3333750" y="3005446"/>
              <a:ext cx="2895599" cy="2590800"/>
            </a:xfrm>
            <a:custGeom>
              <a:rect b="b" l="l" r="r" t="t"/>
              <a:pathLst>
                <a:path extrusionOk="0" h="1632" w="1824">
                  <a:moveTo>
                    <a:pt x="0" y="816"/>
                  </a:moveTo>
                  <a:lnTo>
                    <a:pt x="768" y="0"/>
                  </a:lnTo>
                  <a:lnTo>
                    <a:pt x="1824" y="720"/>
                  </a:lnTo>
                  <a:lnTo>
                    <a:pt x="1200" y="163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1" name="Google Shape;901;p74"/>
            <p:cNvCxnSpPr/>
            <p:nvPr/>
          </p:nvCxnSpPr>
          <p:spPr>
            <a:xfrm rot="10800000">
              <a:off x="2814638" y="3497263"/>
              <a:ext cx="530225" cy="8413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2" name="Google Shape;902;p74"/>
            <p:cNvCxnSpPr/>
            <p:nvPr/>
          </p:nvCxnSpPr>
          <p:spPr>
            <a:xfrm rot="10800000">
              <a:off x="4343400" y="2282825"/>
              <a:ext cx="228600" cy="7620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3" name="Google Shape;903;p74"/>
            <p:cNvCxnSpPr/>
            <p:nvPr/>
          </p:nvCxnSpPr>
          <p:spPr>
            <a:xfrm flipH="1" rot="10800000">
              <a:off x="6248400" y="3273425"/>
              <a:ext cx="152400" cy="914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4" name="Google Shape;904;p74"/>
            <p:cNvCxnSpPr/>
            <p:nvPr/>
          </p:nvCxnSpPr>
          <p:spPr>
            <a:xfrm rot="10800000">
              <a:off x="5257800" y="4645025"/>
              <a:ext cx="0" cy="990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5" name="Google Shape;905;p74"/>
            <p:cNvCxnSpPr/>
            <p:nvPr/>
          </p:nvCxnSpPr>
          <p:spPr>
            <a:xfrm>
              <a:off x="3640138" y="4545013"/>
              <a:ext cx="2362200" cy="0"/>
            </a:xfrm>
            <a:prstGeom prst="straightConnector1">
              <a:avLst/>
            </a:prstGeom>
            <a:noFill/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6" name="Google Shape;906;p74"/>
            <p:cNvCxnSpPr/>
            <p:nvPr/>
          </p:nvCxnSpPr>
          <p:spPr>
            <a:xfrm>
              <a:off x="4741863" y="5770563"/>
              <a:ext cx="0" cy="228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7" name="Google Shape;907;p74"/>
            <p:cNvCxnSpPr/>
            <p:nvPr/>
          </p:nvCxnSpPr>
          <p:spPr>
            <a:xfrm>
              <a:off x="2438400" y="4545013"/>
              <a:ext cx="152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8" name="Google Shape;908;p74"/>
            <p:cNvSpPr txBox="1"/>
            <p:nvPr/>
          </p:nvSpPr>
          <p:spPr>
            <a:xfrm>
              <a:off x="2133600" y="4340226"/>
              <a:ext cx="53340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p74"/>
            <p:cNvSpPr txBox="1"/>
            <p:nvPr/>
          </p:nvSpPr>
          <p:spPr>
            <a:xfrm>
              <a:off x="4733924" y="4760384"/>
              <a:ext cx="12001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p74"/>
            <p:cNvSpPr txBox="1"/>
            <p:nvPr/>
          </p:nvSpPr>
          <p:spPr>
            <a:xfrm>
              <a:off x="6234111" y="2902215"/>
              <a:ext cx="8572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p74"/>
            <p:cNvSpPr txBox="1"/>
            <p:nvPr/>
          </p:nvSpPr>
          <p:spPr>
            <a:xfrm>
              <a:off x="4572001" y="2282825"/>
              <a:ext cx="1062037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p74"/>
            <p:cNvSpPr txBox="1"/>
            <p:nvPr/>
          </p:nvSpPr>
          <p:spPr>
            <a:xfrm>
              <a:off x="2733675" y="3005446"/>
              <a:ext cx="890588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13" name="Google Shape;913;p74"/>
            <p:cNvGrpSpPr/>
            <p:nvPr/>
          </p:nvGrpSpPr>
          <p:grpSpPr>
            <a:xfrm>
              <a:off x="3333750" y="3108325"/>
              <a:ext cx="904875" cy="1460500"/>
              <a:chOff x="2100" y="952"/>
              <a:chExt cx="570" cy="920"/>
            </a:xfrm>
          </p:grpSpPr>
          <p:cxnSp>
            <p:nvCxnSpPr>
              <p:cNvPr id="914" name="Google Shape;914;p74"/>
              <p:cNvCxnSpPr/>
              <p:nvPr/>
            </p:nvCxnSpPr>
            <p:spPr>
              <a:xfrm rot="10800000">
                <a:off x="2160" y="1200"/>
                <a:ext cx="144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15" name="Google Shape;915;p74"/>
              <p:cNvSpPr txBox="1"/>
              <p:nvPr/>
            </p:nvSpPr>
            <p:spPr>
              <a:xfrm>
                <a:off x="2100" y="952"/>
                <a:ext cx="570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left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6" name="Google Shape;916;p74"/>
            <p:cNvGrpSpPr/>
            <p:nvPr/>
          </p:nvGrpSpPr>
          <p:grpSpPr>
            <a:xfrm>
              <a:off x="5410214" y="3197225"/>
              <a:ext cx="1112051" cy="1341438"/>
              <a:chOff x="3408" y="1008"/>
              <a:chExt cx="384" cy="845"/>
            </a:xfrm>
          </p:grpSpPr>
          <p:cxnSp>
            <p:nvCxnSpPr>
              <p:cNvPr id="917" name="Google Shape;917;p74"/>
              <p:cNvCxnSpPr/>
              <p:nvPr/>
            </p:nvCxnSpPr>
            <p:spPr>
              <a:xfrm flipH="1" rot="10800000">
                <a:off x="3608" y="1181"/>
                <a:ext cx="48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18" name="Google Shape;918;p74"/>
              <p:cNvSpPr txBox="1"/>
              <p:nvPr/>
            </p:nvSpPr>
            <p:spPr>
              <a:xfrm>
                <a:off x="3408" y="1008"/>
                <a:ext cx="384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right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9" name="Google Shape;919;p74"/>
            <p:cNvGrpSpPr/>
            <p:nvPr/>
          </p:nvGrpSpPr>
          <p:grpSpPr>
            <a:xfrm>
              <a:off x="4133853" y="3417887"/>
              <a:ext cx="814388" cy="1133475"/>
              <a:chOff x="2604" y="1147"/>
              <a:chExt cx="513" cy="714"/>
            </a:xfrm>
          </p:grpSpPr>
          <p:cxnSp>
            <p:nvCxnSpPr>
              <p:cNvPr id="920" name="Google Shape;920;p74"/>
              <p:cNvCxnSpPr/>
              <p:nvPr/>
            </p:nvCxnSpPr>
            <p:spPr>
              <a:xfrm rot="10800000">
                <a:off x="2980" y="1237"/>
                <a:ext cx="0" cy="62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21" name="Google Shape;921;p74"/>
              <p:cNvSpPr txBox="1"/>
              <p:nvPr/>
            </p:nvSpPr>
            <p:spPr>
              <a:xfrm>
                <a:off x="2604" y="1147"/>
                <a:ext cx="513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2" name="Google Shape;922;p74"/>
          <p:cNvSpPr txBox="1"/>
          <p:nvPr/>
        </p:nvSpPr>
        <p:spPr>
          <a:xfrm>
            <a:off x="1981200" y="1143000"/>
            <a:ext cx="79248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Interpolate normal vectors of face vertices at each pixel, then perform Phong lighting at each pixel.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74"/>
          <p:cNvSpPr txBox="1"/>
          <p:nvPr/>
        </p:nvSpPr>
        <p:spPr>
          <a:xfrm>
            <a:off x="5562600" y="2296180"/>
            <a:ext cx="3200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4" name="Google Shape;924;p74"/>
          <p:cNvCxnSpPr/>
          <p:nvPr/>
        </p:nvCxnSpPr>
        <p:spPr>
          <a:xfrm>
            <a:off x="8610600" y="260098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74"/>
          <p:cNvSpPr txBox="1"/>
          <p:nvPr/>
        </p:nvSpPr>
        <p:spPr>
          <a:xfrm>
            <a:off x="8610600" y="19913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8534400" y="2677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5562600" y="3505200"/>
            <a:ext cx="34290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8" name="Google Shape;928;p74"/>
          <p:cNvCxnSpPr/>
          <p:nvPr/>
        </p:nvCxnSpPr>
        <p:spPr>
          <a:xfrm>
            <a:off x="8763000" y="381000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4"/>
          <p:cNvSpPr txBox="1"/>
          <p:nvPr/>
        </p:nvSpPr>
        <p:spPr>
          <a:xfrm>
            <a:off x="8686800" y="32105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4"/>
          <p:cNvSpPr txBox="1"/>
          <p:nvPr/>
        </p:nvSpPr>
        <p:spPr>
          <a:xfrm>
            <a:off x="8686800" y="3820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74"/>
          <p:cNvSpPr txBox="1"/>
          <p:nvPr/>
        </p:nvSpPr>
        <p:spPr>
          <a:xfrm>
            <a:off x="4724400" y="4800600"/>
            <a:ext cx="381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2" name="Google Shape;932;p74"/>
          <p:cNvCxnSpPr/>
          <p:nvPr/>
        </p:nvCxnSpPr>
        <p:spPr>
          <a:xfrm>
            <a:off x="8305800" y="5105400"/>
            <a:ext cx="1752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74"/>
          <p:cNvSpPr txBox="1"/>
          <p:nvPr/>
        </p:nvSpPr>
        <p:spPr>
          <a:xfrm>
            <a:off x="8382000" y="4495800"/>
            <a:ext cx="1981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8382000" y="5029200"/>
            <a:ext cx="2057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74"/>
          <p:cNvSpPr/>
          <p:nvPr/>
        </p:nvSpPr>
        <p:spPr>
          <a:xfrm>
            <a:off x="2819400" y="5715000"/>
            <a:ext cx="662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d_phong_h1" id="941" name="Google Shape;94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2" id="942" name="Google Shape;94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3" id="943" name="Google Shape;943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4" id="944" name="Google Shape;944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5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vs 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75"/>
          <p:cNvSpPr txBox="1"/>
          <p:nvPr/>
        </p:nvSpPr>
        <p:spPr>
          <a:xfrm>
            <a:off x="2209800" y="1143000"/>
            <a:ext cx="8153400" cy="119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 is more smooth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highlight does not fall on a vertex, Gouraud shading may miss it completely, but Phong shading does not.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609600" y="274673"/>
            <a:ext cx="109728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b="0"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Chapter: 16.1.1 - 16.1.4, 16.1.6, 16.2.1 - 16.2.5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4" name="Google Shape;954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