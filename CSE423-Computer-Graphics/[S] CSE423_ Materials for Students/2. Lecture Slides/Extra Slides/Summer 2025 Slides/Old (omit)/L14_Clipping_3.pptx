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gWkl2xNa+lSCSt46DJqNhfBKLD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8659AC-B47F-4E3A-8AE1-0C17D7702CD8}">
  <a:tblStyle styleId="{548659AC-B47F-4E3A-8AE1-0C17D7702C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575AAE-B364-4B4C-BE25-1590E95548E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8990B7-10D9-479C-99B7-09262927CDC0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5281c70e1a_0_1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g25281c70e1a_0_1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5281c70e1a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g25281c70e1a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5281c70e1a_0_1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g25281c70e1a_0_1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5281c70e1a_0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g25281c70e1a_0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5281c70e1a_0_1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g25281c70e1a_0_1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5281c70e1a_0_1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g25281c70e1a_0_1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5281c70e1a_0_1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g25281c70e1a_0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5281c70e1a_0_1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g25281c70e1a_0_1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5281c70e1a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g25281c70e1a_0_1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5281c70e1a_0_1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g25281c70e1a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281c70e1a_0_10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25281c70e1a_0_10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9" name="Google Shape;89;g25281c70e1a_0_10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25281c70e1a_0_10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25281c70e1a_0_10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281c70e1a_0_10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25281c70e1a_0_10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g25281c70e1a_0_10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25281c70e1a_0_10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25281c70e1a_0_10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281c70e1a_0_10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25281c70e1a_0_10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g25281c70e1a_0_10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25281c70e1a_0_10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5281c70e1a_0_10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281c70e1a_0_10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25281c70e1a_0_10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25281c70e1a_0_10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g25281c70e1a_0_10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25281c70e1a_0_10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25281c70e1a_0_10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281c70e1a_0_104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5281c70e1a_0_104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g25281c70e1a_0_104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g25281c70e1a_0_104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g25281c70e1a_0_104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g25281c70e1a_0_10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25281c70e1a_0_10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5281c70e1a_0_10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281c70e1a_0_10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25281c70e1a_0_10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25281c70e1a_0_10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25281c70e1a_0_10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281c70e1a_0_10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25281c70e1a_0_10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25281c70e1a_0_10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281c70e1a_0_10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25281c70e1a_0_106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g25281c70e1a_0_106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3" name="Google Shape;133;g25281c70e1a_0_10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25281c70e1a_0_10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25281c70e1a_0_10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281c70e1a_0_107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25281c70e1a_0_107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25281c70e1a_0_107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0" name="Google Shape;140;g25281c70e1a_0_10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5281c70e1a_0_10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25281c70e1a_0_10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281c70e1a_0_10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25281c70e1a_0_108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25281c70e1a_0_10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5281c70e1a_0_10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25281c70e1a_0_10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281c70e1a_0_1086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25281c70e1a_0_1086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25281c70e1a_0_10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25281c70e1a_0_10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25281c70e1a_0_10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5281c70e1a_0_10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g25281c70e1a_0_10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25281c70e1a_0_10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g25281c70e1a_0_10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25281c70e1a_0_10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5281c70e1a_0_14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Clipping</a:t>
            </a:r>
            <a:endParaRPr/>
          </a:p>
        </p:txBody>
      </p:sp>
      <p:sp>
        <p:nvSpPr>
          <p:cNvPr id="1221" name="Google Shape;1221;g25281c70e1a_0_14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Google Shape;1226;g25281c70e1a_0_1177"/>
          <p:cNvPicPr preferRelativeResize="0"/>
          <p:nvPr/>
        </p:nvPicPr>
        <p:blipFill rotWithShape="1">
          <a:blip r:embed="rId3">
            <a:alphaModFix/>
          </a:blip>
          <a:srcRect l="19327" t="21874" r="19179" b="13543"/>
          <a:stretch/>
        </p:blipFill>
        <p:spPr>
          <a:xfrm>
            <a:off x="1219200" y="1066800"/>
            <a:ext cx="10667999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g25281c70e1a_0_1177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5281c70e1a_0_1182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3" name="Google Shape;1233;g25281c70e1a_0_1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72849"/>
            <a:ext cx="9143999" cy="378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g25281c70e1a_0_118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Divide and Conquer Strategy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Clip against a single infinite clip edge and get new vertices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Repeat for next clip edge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Adding Vertices to Output List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5281c70e1a_0_1188"/>
          <p:cNvSpPr txBox="1">
            <a:spLocks noGrp="1"/>
          </p:cNvSpPr>
          <p:nvPr>
            <p:ph type="body" idx="1"/>
          </p:nvPr>
        </p:nvSpPr>
        <p:spPr>
          <a:xfrm>
            <a:off x="1072896" y="914400"/>
            <a:ext cx="109728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u="sng"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/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Polygon described by an input of list of vertices: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…,v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600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Convex clip region C</a:t>
            </a:r>
            <a:endParaRPr/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u="sng"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endParaRPr/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Inputlist :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…,v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For each clip edge e in E do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 🡨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600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 🡨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j 🡨 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While (j&lt;n)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 do, if both S &amp; P inside the clip region, 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	            Add p to output list 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else if S inside &amp; P outside, then 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Find intersection point i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Add i to output list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else if S outside and P inside, then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find intersection point i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add i to output list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add P to output list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else if S and P both outside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do nothing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	S 🡨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 🡨 v</a:t>
            </a: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endParaRPr/>
          </a:p>
          <a:p>
            <a:pPr marL="914400" lvl="1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aseline="-250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 ++</a:t>
            </a:r>
            <a:endParaRPr sz="1600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inputlist 🡨 current output list</a:t>
            </a:r>
            <a:endParaRPr sz="1600"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g25281c70e1a_0_1188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41" name="Google Shape;1241;g25281c70e1a_0_1188"/>
          <p:cNvCxnSpPr>
            <a:stCxn id="1239" idx="0"/>
            <a:endCxn id="1239" idx="2"/>
          </p:cNvCxnSpPr>
          <p:nvPr/>
        </p:nvCxnSpPr>
        <p:spPr>
          <a:xfrm>
            <a:off x="6559296" y="914400"/>
            <a:ext cx="0" cy="5486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6" name="Google Shape;1246;g25281c70e1a_0_1194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7" name="Google Shape;1247;g25281c70e1a_0_1194"/>
          <p:cNvSpPr txBox="1">
            <a:spLocks noGrp="1"/>
          </p:cNvSpPr>
          <p:nvPr>
            <p:ph type="body" idx="1"/>
          </p:nvPr>
        </p:nvSpPr>
        <p:spPr>
          <a:xfrm>
            <a:off x="609600" y="91440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a, b, c, d, e, f, g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g, P = a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1, 2, c, d, e, f, 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48" name="Google Shape;1248;g25281c70e1a_0_1194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9" name="Google Shape;1249;g25281c70e1a_0_1194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0" name="Google Shape;1250;g25281c70e1a_0_1194"/>
          <p:cNvCxnSpPr/>
          <p:nvPr/>
        </p:nvCxnSpPr>
        <p:spPr>
          <a:xfrm rot="5400000">
            <a:off x="6870100" y="2171100"/>
            <a:ext cx="25146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1" name="Google Shape;1251;g25281c70e1a_0_1194"/>
          <p:cNvCxnSpPr/>
          <p:nvPr/>
        </p:nvCxnSpPr>
        <p:spPr>
          <a:xfrm rot="5400000">
            <a:off x="9104850" y="2171550"/>
            <a:ext cx="25155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2" name="Google Shape;1252;g25281c70e1a_0_1194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3" name="Google Shape;1253;g25281c70e1a_0_1194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4" name="Google Shape;1254;g25281c70e1a_0_1194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5" name="Google Shape;1255;g25281c70e1a_0_1194"/>
          <p:cNvCxnSpPr/>
          <p:nvPr/>
        </p:nvCxnSpPr>
        <p:spPr>
          <a:xfrm rot="10800000">
            <a:off x="7135103" y="2895688"/>
            <a:ext cx="44703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6" name="Google Shape;1256;g25281c70e1a_0_1194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7" name="Google Shape;1257;g25281c70e1a_0_1194"/>
          <p:cNvCxnSpPr>
            <a:stCxn id="1258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9" name="Google Shape;1259;g25281c70e1a_0_1194"/>
          <p:cNvCxnSpPr/>
          <p:nvPr/>
        </p:nvCxnSpPr>
        <p:spPr>
          <a:xfrm rot="10800000" flipH="1">
            <a:off x="8432800" y="1828800"/>
            <a:ext cx="2336700" cy="6858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0" name="Google Shape;1260;g25281c70e1a_0_1194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g25281c70e1a_0_1194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g25281c70e1a_0_1194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g25281c70e1a_0_1194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g25281c70e1a_0_1194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25281c70e1a_0_1194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g25281c70e1a_0_1194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6" name="Google Shape;1266;g25281c70e1a_0_1194"/>
          <p:cNvGraphicFramePr/>
          <p:nvPr/>
        </p:nvGraphicFramePr>
        <p:xfrm>
          <a:off x="1625600" y="2971800"/>
          <a:ext cx="8839200" cy="3170000"/>
        </p:xfrm>
        <a:graphic>
          <a:graphicData uri="http://schemas.openxmlformats.org/drawingml/2006/table">
            <a:tbl>
              <a:tblPr firstRow="1" bandRow="1">
                <a:noFill/>
                <a:tableStyleId>{7E8990B7-10D9-479C-99B7-09262927CDC0}</a:tableStyleId>
              </a:tblPr>
              <a:tblGrid>
                <a:gridCol w="126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g, a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 inside, a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b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2,c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outside, c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c, 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d, 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f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f, 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67" name="Google Shape;1267;g25281c70e1a_0_1194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g25281c70e1a_0_1194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g25281c70e1a_0_1194"/>
          <p:cNvSpPr/>
          <p:nvPr/>
        </p:nvSpPr>
        <p:spPr>
          <a:xfrm>
            <a:off x="1727200" y="3429000"/>
            <a:ext cx="8737500" cy="304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g25281c70e1a_0_1194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5" name="Google Shape;1275;g25281c70e1a_0_1222"/>
          <p:cNvCxnSpPr/>
          <p:nvPr/>
        </p:nvCxnSpPr>
        <p:spPr>
          <a:xfrm rot="5400000">
            <a:off x="9066750" y="2209650"/>
            <a:ext cx="25917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6" name="Google Shape;1276;g25281c70e1a_0_1222"/>
          <p:cNvSpPr txBox="1">
            <a:spLocks noGrp="1"/>
          </p:cNvSpPr>
          <p:nvPr>
            <p:ph type="body" idx="1"/>
          </p:nvPr>
        </p:nvSpPr>
        <p:spPr>
          <a:xfrm>
            <a:off x="609600" y="914400"/>
            <a:ext cx="109728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 of previous iteration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1, 2, c, d, e, f, g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g, P = 1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3, 1, 4, 5, d, e, f, 6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7" name="Google Shape;1277;g25281c70e1a_0_1222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8" name="Google Shape;1278;g25281c70e1a_0_1222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9" name="Google Shape;1279;g25281c70e1a_0_1222"/>
          <p:cNvCxnSpPr/>
          <p:nvPr/>
        </p:nvCxnSpPr>
        <p:spPr>
          <a:xfrm rot="5400000">
            <a:off x="6870100" y="2171100"/>
            <a:ext cx="25146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0" name="Google Shape;1280;g25281c70e1a_0_1222"/>
          <p:cNvCxnSpPr/>
          <p:nvPr/>
        </p:nvCxnSpPr>
        <p:spPr>
          <a:xfrm rot="5400000">
            <a:off x="9105909" y="2171550"/>
            <a:ext cx="2515500" cy="1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1" name="Google Shape;1281;g25281c70e1a_0_1222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282" name="Google Shape;1282;g25281c70e1a_0_1222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283" name="Google Shape;1283;g25281c70e1a_0_1222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284" name="Google Shape;1284;g25281c70e1a_0_1222"/>
          <p:cNvCxnSpPr/>
          <p:nvPr/>
        </p:nvCxnSpPr>
        <p:spPr>
          <a:xfrm rot="10800000">
            <a:off x="7135103" y="2894100"/>
            <a:ext cx="44703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5" name="Google Shape;1285;g25281c70e1a_0_1222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6" name="Google Shape;1286;g25281c70e1a_0_1222"/>
          <p:cNvCxnSpPr>
            <a:stCxn id="1287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8" name="Google Shape;1288;g25281c70e1a_0_1222"/>
          <p:cNvCxnSpPr/>
          <p:nvPr/>
        </p:nvCxnSpPr>
        <p:spPr>
          <a:xfrm rot="10800000" flipH="1">
            <a:off x="8432800" y="1828800"/>
            <a:ext cx="2336700" cy="6858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9" name="Google Shape;1289;g25281c70e1a_0_1222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g25281c70e1a_0_1222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g25281c70e1a_0_1222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g25281c70e1a_0_1222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g25281c70e1a_0_1222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g25281c70e1a_0_1222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g25281c70e1a_0_1222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g25281c70e1a_0_1222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g25281c70e1a_0_1222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g25281c70e1a_0_1222"/>
          <p:cNvSpPr/>
          <p:nvPr/>
        </p:nvSpPr>
        <p:spPr>
          <a:xfrm>
            <a:off x="10363200" y="1371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g25281c70e1a_0_1222"/>
          <p:cNvSpPr/>
          <p:nvPr/>
        </p:nvSpPr>
        <p:spPr>
          <a:xfrm>
            <a:off x="9956800" y="990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25281c70e1a_0_1222"/>
          <p:cNvSpPr/>
          <p:nvPr/>
        </p:nvSpPr>
        <p:spPr>
          <a:xfrm>
            <a:off x="9855200" y="2590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g25281c70e1a_0_1222"/>
          <p:cNvSpPr/>
          <p:nvPr/>
        </p:nvSpPr>
        <p:spPr>
          <a:xfrm>
            <a:off x="9855200" y="1752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g25281c70e1a_0_1222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2" name="Google Shape;1302;g25281c70e1a_0_1222"/>
          <p:cNvGraphicFramePr/>
          <p:nvPr/>
        </p:nvGraphicFramePr>
        <p:xfrm>
          <a:off x="1625600" y="2971800"/>
          <a:ext cx="8839200" cy="3170000"/>
        </p:xfrm>
        <a:graphic>
          <a:graphicData uri="http://schemas.openxmlformats.org/drawingml/2006/table">
            <a:tbl>
              <a:tblPr firstRow="1" bandRow="1">
                <a:noFill/>
                <a:tableStyleId>{7E8990B7-10D9-479C-99B7-09262927CDC0}</a:tableStyleId>
              </a:tblPr>
              <a:tblGrid>
                <a:gridCol w="126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g,1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 outside, 1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1, 2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inside, 2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 c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c, 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inside, c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d, 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f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f, 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inside, g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3" name="Google Shape;1303;g25281c70e1a_0_1222"/>
          <p:cNvSpPr/>
          <p:nvPr/>
        </p:nvSpPr>
        <p:spPr>
          <a:xfrm>
            <a:off x="1727200" y="3429000"/>
            <a:ext cx="8737500" cy="304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g25281c70e1a_0_1222"/>
          <p:cNvCxnSpPr/>
          <p:nvPr/>
        </p:nvCxnSpPr>
        <p:spPr>
          <a:xfrm rot="-5400000">
            <a:off x="10603451" y="227550"/>
            <a:ext cx="900" cy="19824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5" name="Google Shape;1305;g25281c70e1a_0_1222"/>
          <p:cNvCxnSpPr/>
          <p:nvPr/>
        </p:nvCxnSpPr>
        <p:spPr>
          <a:xfrm>
            <a:off x="9675003" y="1227826"/>
            <a:ext cx="1117500" cy="6096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6" name="Google Shape;1306;g25281c70e1a_0_1222"/>
          <p:cNvCxnSpPr/>
          <p:nvPr/>
        </p:nvCxnSpPr>
        <p:spPr>
          <a:xfrm rot="5400000">
            <a:off x="10745267" y="2056350"/>
            <a:ext cx="16764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1" name="Google Shape;1311;g25281c70e1a_0_1257"/>
          <p:cNvCxnSpPr/>
          <p:nvPr/>
        </p:nvCxnSpPr>
        <p:spPr>
          <a:xfrm rot="5400000">
            <a:off x="6870100" y="2171100"/>
            <a:ext cx="25146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2" name="Google Shape;1312;g25281c70e1a_0_1257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3" name="Google Shape;1313;g25281c70e1a_0_1257"/>
          <p:cNvSpPr txBox="1">
            <a:spLocks noGrp="1"/>
          </p:cNvSpPr>
          <p:nvPr>
            <p:ph type="body" idx="1"/>
          </p:nvPr>
        </p:nvSpPr>
        <p:spPr>
          <a:xfrm>
            <a:off x="609600" y="914400"/>
            <a:ext cx="109728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 of previous iteration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3, 1, 4, 5, d, e, f, 6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6, P = 3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3, 1, 4, 7, 8, e, 9, 10,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4" name="Google Shape;1314;g25281c70e1a_0_1257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5" name="Google Shape;1315;g25281c70e1a_0_1257"/>
          <p:cNvCxnSpPr/>
          <p:nvPr/>
        </p:nvCxnSpPr>
        <p:spPr>
          <a:xfrm rot="5400000">
            <a:off x="9181050" y="2095350"/>
            <a:ext cx="2363100" cy="1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6" name="Google Shape;1316;g25281c70e1a_0_1257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g25281c70e1a_0_1257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8" name="Google Shape;1318;g25281c70e1a_0_1257"/>
          <p:cNvGraphicFramePr/>
          <p:nvPr/>
        </p:nvGraphicFramePr>
        <p:xfrm>
          <a:off x="1625600" y="2971800"/>
          <a:ext cx="8839200" cy="3566250"/>
        </p:xfrm>
        <a:graphic>
          <a:graphicData uri="http://schemas.openxmlformats.org/drawingml/2006/table">
            <a:tbl>
              <a:tblPr firstRow="1" bandRow="1">
                <a:noFill/>
                <a:tableStyleId>{7E8990B7-10D9-479C-99B7-09262927CDC0}</a:tableStyleId>
              </a:tblPr>
              <a:tblGrid>
                <a:gridCol w="126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6, 3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3, 1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1, 4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4, 5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inside, 5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 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d, 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 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inside, d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f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inside, f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f, 6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10, 6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inside, f outside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19" name="Google Shape;1319;g25281c70e1a_0_1257"/>
          <p:cNvSpPr/>
          <p:nvPr/>
        </p:nvSpPr>
        <p:spPr>
          <a:xfrm>
            <a:off x="1727200" y="3429000"/>
            <a:ext cx="8737500" cy="304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0" name="Google Shape;1320;g25281c70e1a_0_1257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1" name="Google Shape;1321;g25281c70e1a_0_1257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22" name="Google Shape;1322;g25281c70e1a_0_1257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23" name="Google Shape;1323;g25281c70e1a_0_1257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24" name="Google Shape;1324;g25281c70e1a_0_1257"/>
          <p:cNvCxnSpPr/>
          <p:nvPr/>
        </p:nvCxnSpPr>
        <p:spPr>
          <a:xfrm rot="10800000">
            <a:off x="7135103" y="2894100"/>
            <a:ext cx="44703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25" name="Google Shape;1325;g25281c70e1a_0_1257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6" name="Google Shape;1326;g25281c70e1a_0_1257"/>
          <p:cNvCxnSpPr>
            <a:stCxn id="1327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8" name="Google Shape;1328;g25281c70e1a_0_1257"/>
          <p:cNvCxnSpPr/>
          <p:nvPr/>
        </p:nvCxnSpPr>
        <p:spPr>
          <a:xfrm rot="10800000" flipH="1">
            <a:off x="8432800" y="1828800"/>
            <a:ext cx="2336700" cy="6858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29" name="Google Shape;1329;g25281c70e1a_0_1257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g25281c70e1a_0_1257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g25281c70e1a_0_1257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g25281c70e1a_0_1257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g25281c70e1a_0_1257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g25281c70e1a_0_1257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g25281c70e1a_0_1257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g25281c70e1a_0_1257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g25281c70e1a_0_1257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g25281c70e1a_0_1257"/>
          <p:cNvSpPr/>
          <p:nvPr/>
        </p:nvSpPr>
        <p:spPr>
          <a:xfrm>
            <a:off x="10363200" y="1371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g25281c70e1a_0_1257"/>
          <p:cNvSpPr/>
          <p:nvPr/>
        </p:nvSpPr>
        <p:spPr>
          <a:xfrm>
            <a:off x="9956800" y="990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g25281c70e1a_0_1257"/>
          <p:cNvSpPr/>
          <p:nvPr/>
        </p:nvSpPr>
        <p:spPr>
          <a:xfrm>
            <a:off x="9855200" y="2590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g25281c70e1a_0_1257"/>
          <p:cNvSpPr/>
          <p:nvPr/>
        </p:nvSpPr>
        <p:spPr>
          <a:xfrm>
            <a:off x="9855200" y="1752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1" name="Google Shape;1341;g25281c70e1a_0_1257"/>
          <p:cNvCxnSpPr/>
          <p:nvPr/>
        </p:nvCxnSpPr>
        <p:spPr>
          <a:xfrm rot="-5400000">
            <a:off x="10603451" y="227550"/>
            <a:ext cx="900" cy="19824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42" name="Google Shape;1342;g25281c70e1a_0_1257"/>
          <p:cNvCxnSpPr/>
          <p:nvPr/>
        </p:nvCxnSpPr>
        <p:spPr>
          <a:xfrm>
            <a:off x="9675003" y="1227826"/>
            <a:ext cx="687900" cy="3723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3" name="Google Shape;1343;g25281c70e1a_0_1257"/>
          <p:cNvCxnSpPr/>
          <p:nvPr/>
        </p:nvCxnSpPr>
        <p:spPr>
          <a:xfrm rot="5400000">
            <a:off x="9523950" y="2056350"/>
            <a:ext cx="16764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4" name="Google Shape;1344;g25281c70e1a_0_1257"/>
          <p:cNvCxnSpPr/>
          <p:nvPr/>
        </p:nvCxnSpPr>
        <p:spPr>
          <a:xfrm rot="10800000">
            <a:off x="7121599" y="2886901"/>
            <a:ext cx="3230100" cy="87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5" name="Google Shape;1345;g25281c70e1a_0_1257"/>
          <p:cNvCxnSpPr/>
          <p:nvPr/>
        </p:nvCxnSpPr>
        <p:spPr>
          <a:xfrm rot="10800000">
            <a:off x="9652012" y="1219202"/>
            <a:ext cx="713100" cy="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6" name="Google Shape;1346;g25281c70e1a_0_1257"/>
          <p:cNvCxnSpPr/>
          <p:nvPr/>
        </p:nvCxnSpPr>
        <p:spPr>
          <a:xfrm rot="10800000" flipH="1">
            <a:off x="8432800" y="1963948"/>
            <a:ext cx="1930500" cy="5334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7" name="Google Shape;1347;g25281c70e1a_0_1257"/>
          <p:cNvSpPr/>
          <p:nvPr/>
        </p:nvSpPr>
        <p:spPr>
          <a:xfrm>
            <a:off x="10363200" y="22860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g25281c70e1a_0_1257"/>
          <p:cNvSpPr/>
          <p:nvPr/>
        </p:nvSpPr>
        <p:spPr>
          <a:xfrm>
            <a:off x="7213600" y="2209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g25281c70e1a_0_1257"/>
          <p:cNvSpPr/>
          <p:nvPr/>
        </p:nvSpPr>
        <p:spPr>
          <a:xfrm>
            <a:off x="8331200" y="2057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g25281c70e1a_0_1257"/>
          <p:cNvSpPr/>
          <p:nvPr/>
        </p:nvSpPr>
        <p:spPr>
          <a:xfrm>
            <a:off x="9144000" y="22860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5" name="Google Shape;1355;g25281c70e1a_0_1300"/>
          <p:cNvCxnSpPr/>
          <p:nvPr/>
        </p:nvCxnSpPr>
        <p:spPr>
          <a:xfrm rot="5400000">
            <a:off x="6983950" y="2056350"/>
            <a:ext cx="2286000" cy="2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6" name="Google Shape;1356;g25281c70e1a_0_1300"/>
          <p:cNvSpPr txBox="1">
            <a:spLocks noGrp="1"/>
          </p:cNvSpPr>
          <p:nvPr>
            <p:ph type="body" idx="1"/>
          </p:nvPr>
        </p:nvSpPr>
        <p:spPr>
          <a:xfrm>
            <a:off x="609600" y="914400"/>
            <a:ext cx="109728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 of previous iteration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3, 1, 4, 7, 8, e, 9, 10, 6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6, P = 3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3, 1, 4, 7, 11, 12, e,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      9, 10, 6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57" name="Google Shape;1357;g25281c70e1a_0_1300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8" name="Google Shape;1358;g25281c70e1a_0_1300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9" name="Google Shape;1359;g25281c70e1a_0_1300"/>
          <p:cNvCxnSpPr/>
          <p:nvPr/>
        </p:nvCxnSpPr>
        <p:spPr>
          <a:xfrm rot="5400000">
            <a:off x="7022050" y="2019150"/>
            <a:ext cx="2210700" cy="1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0" name="Google Shape;1360;g25281c70e1a_0_1300"/>
          <p:cNvCxnSpPr/>
          <p:nvPr/>
        </p:nvCxnSpPr>
        <p:spPr>
          <a:xfrm rot="5400000">
            <a:off x="9257250" y="2019150"/>
            <a:ext cx="2210700" cy="1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1" name="Google Shape;1361;g25281c70e1a_0_1300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62" name="Google Shape;1362;g25281c70e1a_0_1300"/>
          <p:cNvCxnSpPr>
            <a:stCxn id="1363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64" name="Google Shape;1364;g25281c70e1a_0_1300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g25281c70e1a_0_1300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g25281c70e1a_0_1300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g25281c70e1a_0_1300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g25281c70e1a_0_1300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g25281c70e1a_0_1300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g25281c70e1a_0_1300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g25281c70e1a_0_1300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g25281c70e1a_0_1300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g25281c70e1a_0_1300"/>
          <p:cNvSpPr/>
          <p:nvPr/>
        </p:nvSpPr>
        <p:spPr>
          <a:xfrm>
            <a:off x="10363200" y="1371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g25281c70e1a_0_1300"/>
          <p:cNvSpPr/>
          <p:nvPr/>
        </p:nvSpPr>
        <p:spPr>
          <a:xfrm>
            <a:off x="9956800" y="990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g25281c70e1a_0_1300"/>
          <p:cNvSpPr/>
          <p:nvPr/>
        </p:nvSpPr>
        <p:spPr>
          <a:xfrm>
            <a:off x="9855200" y="2590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g25281c70e1a_0_1300"/>
          <p:cNvSpPr/>
          <p:nvPr/>
        </p:nvSpPr>
        <p:spPr>
          <a:xfrm>
            <a:off x="9855200" y="1752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g25281c70e1a_0_1300"/>
          <p:cNvSpPr/>
          <p:nvPr/>
        </p:nvSpPr>
        <p:spPr>
          <a:xfrm>
            <a:off x="10363200" y="22860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g25281c70e1a_0_1300"/>
          <p:cNvSpPr/>
          <p:nvPr/>
        </p:nvSpPr>
        <p:spPr>
          <a:xfrm>
            <a:off x="7213600" y="2209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g25281c70e1a_0_1300"/>
          <p:cNvSpPr/>
          <p:nvPr/>
        </p:nvSpPr>
        <p:spPr>
          <a:xfrm>
            <a:off x="8331200" y="2057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g25281c70e1a_0_1300"/>
          <p:cNvSpPr/>
          <p:nvPr/>
        </p:nvSpPr>
        <p:spPr>
          <a:xfrm>
            <a:off x="9144000" y="22860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g25281c70e1a_0_1300"/>
          <p:cNvSpPr/>
          <p:nvPr/>
        </p:nvSpPr>
        <p:spPr>
          <a:xfrm>
            <a:off x="7573995" y="22860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g25281c70e1a_0_1300"/>
          <p:cNvSpPr/>
          <p:nvPr/>
        </p:nvSpPr>
        <p:spPr>
          <a:xfrm>
            <a:off x="7518400" y="17526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g25281c70e1a_0_1300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3" name="Google Shape;1383;g25281c70e1a_0_1300"/>
          <p:cNvGraphicFramePr/>
          <p:nvPr/>
        </p:nvGraphicFramePr>
        <p:xfrm>
          <a:off x="1625600" y="2971800"/>
          <a:ext cx="8839200" cy="3657700"/>
        </p:xfrm>
        <a:graphic>
          <a:graphicData uri="http://schemas.openxmlformats.org/drawingml/2006/table">
            <a:tbl>
              <a:tblPr firstRow="1" bandRow="1">
                <a:noFill/>
                <a:tableStyleId>{7E8990B7-10D9-479C-99B7-09262927CDC0}</a:tableStyleId>
              </a:tblPr>
              <a:tblGrid>
                <a:gridCol w="126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7, 8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inside, 8 outside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 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 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inside, 8 outside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9, 10 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84" name="Google Shape;1384;g25281c70e1a_0_1300"/>
          <p:cNvSpPr/>
          <p:nvPr/>
        </p:nvSpPr>
        <p:spPr>
          <a:xfrm>
            <a:off x="1727200" y="3352800"/>
            <a:ext cx="8737500" cy="304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5" name="Google Shape;1385;g25281c70e1a_0_1300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86" name="Google Shape;1386;g25281c70e1a_0_1300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87" name="Google Shape;1387;g25281c70e1a_0_1300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88" name="Google Shape;1388;g25281c70e1a_0_1300"/>
          <p:cNvCxnSpPr/>
          <p:nvPr/>
        </p:nvCxnSpPr>
        <p:spPr>
          <a:xfrm rot="10800000">
            <a:off x="7135103" y="2894100"/>
            <a:ext cx="44703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89" name="Google Shape;1389;g25281c70e1a_0_1300"/>
          <p:cNvCxnSpPr/>
          <p:nvPr/>
        </p:nvCxnSpPr>
        <p:spPr>
          <a:xfrm rot="10800000" flipH="1">
            <a:off x="8432800" y="1828800"/>
            <a:ext cx="2336700" cy="6858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90" name="Google Shape;1390;g25281c70e1a_0_1300"/>
          <p:cNvCxnSpPr/>
          <p:nvPr/>
        </p:nvCxnSpPr>
        <p:spPr>
          <a:xfrm>
            <a:off x="9675003" y="1227826"/>
            <a:ext cx="687900" cy="3723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1" name="Google Shape;1391;g25281c70e1a_0_1300"/>
          <p:cNvCxnSpPr/>
          <p:nvPr/>
        </p:nvCxnSpPr>
        <p:spPr>
          <a:xfrm rot="5400000">
            <a:off x="9829809" y="1760970"/>
            <a:ext cx="10668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2" name="Google Shape;1392;g25281c70e1a_0_1300"/>
          <p:cNvCxnSpPr/>
          <p:nvPr/>
        </p:nvCxnSpPr>
        <p:spPr>
          <a:xfrm rot="10800000">
            <a:off x="7823299" y="2285924"/>
            <a:ext cx="2528400" cy="87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3" name="Google Shape;1393;g25281c70e1a_0_1300"/>
          <p:cNvCxnSpPr/>
          <p:nvPr/>
        </p:nvCxnSpPr>
        <p:spPr>
          <a:xfrm rot="10800000">
            <a:off x="9652012" y="1219202"/>
            <a:ext cx="713100" cy="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4" name="Google Shape;1394;g25281c70e1a_0_1300"/>
          <p:cNvCxnSpPr/>
          <p:nvPr/>
        </p:nvCxnSpPr>
        <p:spPr>
          <a:xfrm rot="10800000" flipH="1">
            <a:off x="9245600" y="1963800"/>
            <a:ext cx="1106100" cy="322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5" name="Google Shape;1395;g25281c70e1a_0_1300"/>
          <p:cNvCxnSpPr/>
          <p:nvPr/>
        </p:nvCxnSpPr>
        <p:spPr>
          <a:xfrm rot="5400000">
            <a:off x="8167167" y="2018250"/>
            <a:ext cx="5334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6" name="Google Shape;1396;g25281c70e1a_0_1300"/>
          <p:cNvCxnSpPr/>
          <p:nvPr/>
        </p:nvCxnSpPr>
        <p:spPr>
          <a:xfrm rot="-5400000">
            <a:off x="7861300" y="1714500"/>
            <a:ext cx="533400" cy="6096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7" name="Google Shape;1397;g25281c70e1a_0_1300"/>
          <p:cNvCxnSpPr/>
          <p:nvPr/>
        </p:nvCxnSpPr>
        <p:spPr>
          <a:xfrm rot="5400000">
            <a:off x="9526067" y="2056350"/>
            <a:ext cx="16764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98" name="Google Shape;1398;g25281c70e1a_0_1300"/>
          <p:cNvCxnSpPr/>
          <p:nvPr/>
        </p:nvCxnSpPr>
        <p:spPr>
          <a:xfrm rot="-5720228">
            <a:off x="8165806" y="1722482"/>
            <a:ext cx="228993" cy="304316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9" name="Google Shape;1399;g25281c70e1a_0_1300"/>
          <p:cNvCxnSpPr/>
          <p:nvPr/>
        </p:nvCxnSpPr>
        <p:spPr>
          <a:xfrm rot="10800000">
            <a:off x="7823299" y="2285923"/>
            <a:ext cx="2528400" cy="87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00" name="Google Shape;1400;g25281c70e1a_0_1300"/>
          <p:cNvCxnSpPr/>
          <p:nvPr/>
        </p:nvCxnSpPr>
        <p:spPr>
          <a:xfrm rot="10800000">
            <a:off x="8139503" y="2294714"/>
            <a:ext cx="2246700" cy="1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1" name="Google Shape;1401;g25281c70e1a_0_1300"/>
          <p:cNvCxnSpPr/>
          <p:nvPr/>
        </p:nvCxnSpPr>
        <p:spPr>
          <a:xfrm rot="5400000">
            <a:off x="7975159" y="2133794"/>
            <a:ext cx="305700" cy="21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5281c70e1a_0_1350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11582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Analytical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Intersect circle’s extent (square of size of circle’s diameter) with clip rectangle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Run the algorithm of polygon clipping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 intersect : trivial reject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Intersect : divide into quadrants (and later octants if needed) and repeat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Compute intersection by solving equations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During Scan Conversion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circle is relatively small or scan conversion is fast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After extent checking scissor on a pixel by pixel basis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Similar Approach for Ellipses!</a:t>
            </a:r>
            <a:endParaRPr/>
          </a:p>
        </p:txBody>
      </p:sp>
      <p:sp>
        <p:nvSpPr>
          <p:cNvPr id="1407" name="Google Shape;1407;g25281c70e1a_0_1350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Clipping Circles (and Ellipses)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5281c70e1a_0_1355"/>
          <p:cNvSpPr txBox="1">
            <a:spLocks noGrp="1"/>
          </p:cNvSpPr>
          <p:nvPr>
            <p:ph type="body" idx="1"/>
          </p:nvPr>
        </p:nvSpPr>
        <p:spPr>
          <a:xfrm>
            <a:off x="609600" y="762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Thank you ☺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Widescreen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Noto Sans Symbols</vt:lpstr>
      <vt:lpstr>Times New Roman</vt:lpstr>
      <vt:lpstr>Office Theme</vt:lpstr>
      <vt:lpstr>Clipping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Clipping</dc:title>
  <dc:creator>USER</dc:creator>
  <cp:lastModifiedBy>Tamkin Mahmud Tan</cp:lastModifiedBy>
  <cp:revision>1</cp:revision>
  <dcterms:created xsi:type="dcterms:W3CDTF">2020-08-27T13:53:13Z</dcterms:created>
  <dcterms:modified xsi:type="dcterms:W3CDTF">2023-07-09T17:58:59Z</dcterms:modified>
</cp:coreProperties>
</file>