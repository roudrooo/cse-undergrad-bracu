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1" r:id="rId4"/>
    <p:sldId id="258" r:id="rId5"/>
    <p:sldId id="270" r:id="rId6"/>
    <p:sldId id="272" r:id="rId7"/>
    <p:sldId id="344" r:id="rId8"/>
    <p:sldId id="345" r:id="rId9"/>
    <p:sldId id="376" r:id="rId10"/>
    <p:sldId id="277" r:id="rId11"/>
    <p:sldId id="372" r:id="rId12"/>
    <p:sldId id="384" r:id="rId13"/>
    <p:sldId id="373" r:id="rId14"/>
    <p:sldId id="385" r:id="rId15"/>
    <p:sldId id="374" r:id="rId16"/>
    <p:sldId id="383" r:id="rId17"/>
    <p:sldId id="386" r:id="rId18"/>
    <p:sldId id="387" r:id="rId19"/>
    <p:sldId id="388" r:id="rId20"/>
    <p:sldId id="389" r:id="rId21"/>
    <p:sldId id="390" r:id="rId22"/>
    <p:sldId id="391" r:id="rId23"/>
    <p:sldId id="392" r:id="rId24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entury Schoolbook" panose="02040604050505020304" pitchFamily="18" charset="0"/>
      <p:regular r:id="rId30"/>
      <p:bold r:id="rId31"/>
      <p:italic r:id="rId32"/>
      <p:boldItalic r:id="rId33"/>
    </p:embeddedFont>
    <p:embeddedFont>
      <p:font typeface="Corbel" panose="020B0503020204020204" pitchFamily="34" charset="0"/>
      <p:regular r:id="rId34"/>
      <p:bold r:id="rId35"/>
      <p:italic r:id="rId36"/>
      <p:boldItalic r:id="rId37"/>
    </p:embeddedFont>
    <p:embeddedFont>
      <p:font typeface="Libre Franklin Thin" pitchFamily="2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JD9kmv37mHun8x7vlqC9HxlWD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prstGeom prst="rect">
            <a:avLst/>
          </a:prstGeom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AC3FDD4C-FB66-4741-9512-CFB0408E6970}" type="slidenum">
              <a:rPr lang="en-US" sz="1300" b="0" smtClean="0"/>
              <a:pPr eaLnBrk="1" hangingPunct="1"/>
              <a:t>2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3878196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prstGeom prst="rect">
            <a:avLst/>
          </a:prstGeom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BF0B0730-6526-41FD-AEA7-6F309DC02A4D}" type="slidenum">
              <a:rPr lang="en-US" sz="1300" b="0" smtClean="0"/>
              <a:pPr eaLnBrk="1" hangingPunct="1"/>
              <a:t>3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3330762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DeepFakes</a:t>
            </a:r>
            <a:r>
              <a:rPr lang="en-US" dirty="0"/>
              <a:t>, Any Display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7171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prstGeom prst="rect">
            <a:avLst/>
          </a:prstGeom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F2C077FC-B1A7-4A88-90BA-49F6A4BE700C}" type="slidenum">
              <a:rPr lang="en-US" sz="1300" b="0" smtClean="0"/>
              <a:pPr eaLnBrk="1" hangingPunct="1"/>
              <a:t>10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2909450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755CFE-EE9A-4507-84AC-EA59E989883C}" type="slidenum">
              <a:rPr lang="en-US"/>
              <a:pPr/>
              <a:t>15</a:t>
            </a:fld>
            <a:endParaRPr lang="th-TH"/>
          </a:p>
        </p:txBody>
      </p:sp>
      <p:sp>
        <p:nvSpPr>
          <p:cNvPr id="2273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79413" y="687388"/>
            <a:ext cx="6094412" cy="3429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761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778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6"/>
          <p:cNvGrpSpPr/>
          <p:nvPr/>
        </p:nvGrpSpPr>
        <p:grpSpPr>
          <a:xfrm>
            <a:off x="-1" y="-2313"/>
            <a:ext cx="12192001" cy="6924496"/>
            <a:chOff x="-1" y="-2313"/>
            <a:chExt cx="12192001" cy="6924496"/>
          </a:xfrm>
        </p:grpSpPr>
        <p:sp>
          <p:nvSpPr>
            <p:cNvPr id="19" name="Google Shape;19;p16"/>
            <p:cNvSpPr/>
            <p:nvPr/>
          </p:nvSpPr>
          <p:spPr>
            <a:xfrm>
              <a:off x="233" y="-2312"/>
              <a:ext cx="12191767" cy="6864080"/>
            </a:xfrm>
            <a:custGeom>
              <a:avLst/>
              <a:gdLst/>
              <a:ahLst/>
              <a:cxnLst/>
              <a:rect l="l" t="t" r="r" b="b"/>
              <a:pathLst>
                <a:path w="3840" h="2161" extrusionOk="0">
                  <a:moveTo>
                    <a:pt x="2652" y="274"/>
                  </a:moveTo>
                  <a:cubicBezTo>
                    <a:pt x="2722" y="253"/>
                    <a:pt x="2771" y="204"/>
                    <a:pt x="2817" y="150"/>
                  </a:cubicBezTo>
                  <a:cubicBezTo>
                    <a:pt x="2824" y="142"/>
                    <a:pt x="2831" y="133"/>
                    <a:pt x="2838" y="125"/>
                  </a:cubicBezTo>
                  <a:cubicBezTo>
                    <a:pt x="2839" y="124"/>
                    <a:pt x="2841" y="124"/>
                    <a:pt x="2846" y="124"/>
                  </a:cubicBezTo>
                  <a:cubicBezTo>
                    <a:pt x="2865" y="210"/>
                    <a:pt x="2890" y="295"/>
                    <a:pt x="2947" y="368"/>
                  </a:cubicBezTo>
                  <a:cubicBezTo>
                    <a:pt x="3012" y="310"/>
                    <a:pt x="3030" y="234"/>
                    <a:pt x="3034" y="155"/>
                  </a:cubicBezTo>
                  <a:cubicBezTo>
                    <a:pt x="3036" y="97"/>
                    <a:pt x="3021" y="46"/>
                    <a:pt x="2987" y="0"/>
                  </a:cubicBezTo>
                  <a:cubicBezTo>
                    <a:pt x="2796" y="0"/>
                    <a:pt x="2796" y="0"/>
                    <a:pt x="2796" y="0"/>
                  </a:cubicBezTo>
                  <a:cubicBezTo>
                    <a:pt x="2802" y="1"/>
                    <a:pt x="2808" y="4"/>
                    <a:pt x="2814" y="7"/>
                  </a:cubicBezTo>
                  <a:cubicBezTo>
                    <a:pt x="2778" y="53"/>
                    <a:pt x="2744" y="97"/>
                    <a:pt x="2710" y="141"/>
                  </a:cubicBezTo>
                  <a:cubicBezTo>
                    <a:pt x="2712" y="143"/>
                    <a:pt x="2714" y="144"/>
                    <a:pt x="2716" y="146"/>
                  </a:cubicBezTo>
                  <a:cubicBezTo>
                    <a:pt x="2754" y="107"/>
                    <a:pt x="2793" y="68"/>
                    <a:pt x="2838" y="22"/>
                  </a:cubicBezTo>
                  <a:cubicBezTo>
                    <a:pt x="2838" y="96"/>
                    <a:pt x="2800" y="142"/>
                    <a:pt x="2760" y="183"/>
                  </a:cubicBezTo>
                  <a:cubicBezTo>
                    <a:pt x="2721" y="222"/>
                    <a:pt x="2677" y="257"/>
                    <a:pt x="2613" y="257"/>
                  </a:cubicBezTo>
                  <a:cubicBezTo>
                    <a:pt x="2640" y="155"/>
                    <a:pt x="2694" y="74"/>
                    <a:pt x="2771" y="7"/>
                  </a:cubicBezTo>
                  <a:cubicBezTo>
                    <a:pt x="2775" y="3"/>
                    <a:pt x="2779" y="1"/>
                    <a:pt x="2783" y="0"/>
                  </a:cubicBezTo>
                  <a:cubicBezTo>
                    <a:pt x="2597" y="0"/>
                    <a:pt x="2597" y="0"/>
                    <a:pt x="2597" y="0"/>
                  </a:cubicBezTo>
                  <a:cubicBezTo>
                    <a:pt x="2634" y="15"/>
                    <a:pt x="2673" y="23"/>
                    <a:pt x="2716" y="21"/>
                  </a:cubicBezTo>
                  <a:cubicBezTo>
                    <a:pt x="2717" y="20"/>
                    <a:pt x="2718" y="23"/>
                    <a:pt x="2719" y="24"/>
                  </a:cubicBezTo>
                  <a:cubicBezTo>
                    <a:pt x="2653" y="98"/>
                    <a:pt x="2601" y="196"/>
                    <a:pt x="2588" y="270"/>
                  </a:cubicBezTo>
                  <a:cubicBezTo>
                    <a:pt x="2609" y="282"/>
                    <a:pt x="2630" y="280"/>
                    <a:pt x="2652" y="274"/>
                  </a:cubicBezTo>
                  <a:close/>
                  <a:moveTo>
                    <a:pt x="2870" y="108"/>
                  </a:moveTo>
                  <a:cubicBezTo>
                    <a:pt x="2872" y="76"/>
                    <a:pt x="2870" y="37"/>
                    <a:pt x="2912" y="17"/>
                  </a:cubicBezTo>
                  <a:cubicBezTo>
                    <a:pt x="2931" y="57"/>
                    <a:pt x="2929" y="100"/>
                    <a:pt x="2943" y="138"/>
                  </a:cubicBezTo>
                  <a:cubicBezTo>
                    <a:pt x="2959" y="97"/>
                    <a:pt x="2940" y="56"/>
                    <a:pt x="2941" y="13"/>
                  </a:cubicBezTo>
                  <a:cubicBezTo>
                    <a:pt x="2970" y="25"/>
                    <a:pt x="2991" y="44"/>
                    <a:pt x="3000" y="71"/>
                  </a:cubicBezTo>
                  <a:cubicBezTo>
                    <a:pt x="3028" y="166"/>
                    <a:pt x="3007" y="252"/>
                    <a:pt x="2954" y="335"/>
                  </a:cubicBezTo>
                  <a:cubicBezTo>
                    <a:pt x="2908" y="280"/>
                    <a:pt x="2865" y="171"/>
                    <a:pt x="2870" y="108"/>
                  </a:cubicBezTo>
                  <a:close/>
                  <a:moveTo>
                    <a:pt x="3414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1" y="22"/>
                    <a:pt x="3362" y="41"/>
                    <a:pt x="3348" y="59"/>
                  </a:cubicBezTo>
                  <a:cubicBezTo>
                    <a:pt x="3302" y="115"/>
                    <a:pt x="3237" y="132"/>
                    <a:pt x="3169" y="144"/>
                  </a:cubicBezTo>
                  <a:cubicBezTo>
                    <a:pt x="3165" y="96"/>
                    <a:pt x="3176" y="44"/>
                    <a:pt x="3197" y="0"/>
                  </a:cubicBezTo>
                  <a:cubicBezTo>
                    <a:pt x="3171" y="0"/>
                    <a:pt x="3171" y="0"/>
                    <a:pt x="3171" y="0"/>
                  </a:cubicBezTo>
                  <a:cubicBezTo>
                    <a:pt x="3151" y="46"/>
                    <a:pt x="3143" y="98"/>
                    <a:pt x="3149" y="155"/>
                  </a:cubicBezTo>
                  <a:cubicBezTo>
                    <a:pt x="3231" y="183"/>
                    <a:pt x="3358" y="113"/>
                    <a:pt x="3414" y="0"/>
                  </a:cubicBezTo>
                  <a:close/>
                  <a:moveTo>
                    <a:pt x="77" y="680"/>
                  </a:moveTo>
                  <a:cubicBezTo>
                    <a:pt x="64" y="685"/>
                    <a:pt x="51" y="689"/>
                    <a:pt x="39" y="694"/>
                  </a:cubicBezTo>
                  <a:cubicBezTo>
                    <a:pt x="26" y="700"/>
                    <a:pt x="13" y="706"/>
                    <a:pt x="0" y="710"/>
                  </a:cubicBezTo>
                  <a:cubicBezTo>
                    <a:pt x="0" y="732"/>
                    <a:pt x="0" y="732"/>
                    <a:pt x="0" y="732"/>
                  </a:cubicBezTo>
                  <a:cubicBezTo>
                    <a:pt x="29" y="721"/>
                    <a:pt x="56" y="706"/>
                    <a:pt x="77" y="680"/>
                  </a:cubicBezTo>
                  <a:close/>
                  <a:moveTo>
                    <a:pt x="3289" y="0"/>
                  </a:moveTo>
                  <a:cubicBezTo>
                    <a:pt x="3279" y="13"/>
                    <a:pt x="3269" y="26"/>
                    <a:pt x="3260" y="40"/>
                  </a:cubicBezTo>
                  <a:cubicBezTo>
                    <a:pt x="3278" y="30"/>
                    <a:pt x="3296" y="16"/>
                    <a:pt x="3313" y="0"/>
                  </a:cubicBezTo>
                  <a:lnTo>
                    <a:pt x="3289" y="0"/>
                  </a:lnTo>
                  <a:close/>
                  <a:moveTo>
                    <a:pt x="3803" y="228"/>
                  </a:moveTo>
                  <a:cubicBezTo>
                    <a:pt x="3807" y="250"/>
                    <a:pt x="3809" y="270"/>
                    <a:pt x="3840" y="265"/>
                  </a:cubicBezTo>
                  <a:cubicBezTo>
                    <a:pt x="3840" y="261"/>
                    <a:pt x="3840" y="261"/>
                    <a:pt x="3840" y="261"/>
                  </a:cubicBezTo>
                  <a:cubicBezTo>
                    <a:pt x="3834" y="243"/>
                    <a:pt x="3828" y="228"/>
                    <a:pt x="3803" y="228"/>
                  </a:cubicBezTo>
                  <a:close/>
                  <a:moveTo>
                    <a:pt x="3788" y="152"/>
                  </a:moveTo>
                  <a:cubicBezTo>
                    <a:pt x="3765" y="165"/>
                    <a:pt x="3754" y="158"/>
                    <a:pt x="3747" y="141"/>
                  </a:cubicBezTo>
                  <a:cubicBezTo>
                    <a:pt x="3741" y="127"/>
                    <a:pt x="3731" y="114"/>
                    <a:pt x="3728" y="99"/>
                  </a:cubicBezTo>
                  <a:cubicBezTo>
                    <a:pt x="3722" y="76"/>
                    <a:pt x="3710" y="62"/>
                    <a:pt x="3685" y="60"/>
                  </a:cubicBezTo>
                  <a:cubicBezTo>
                    <a:pt x="3685" y="32"/>
                    <a:pt x="3673" y="14"/>
                    <a:pt x="3656" y="0"/>
                  </a:cubicBezTo>
                  <a:cubicBezTo>
                    <a:pt x="3596" y="0"/>
                    <a:pt x="3596" y="0"/>
                    <a:pt x="3596" y="0"/>
                  </a:cubicBezTo>
                  <a:cubicBezTo>
                    <a:pt x="3609" y="12"/>
                    <a:pt x="3620" y="25"/>
                    <a:pt x="3631" y="40"/>
                  </a:cubicBezTo>
                  <a:cubicBezTo>
                    <a:pt x="3646" y="60"/>
                    <a:pt x="3657" y="82"/>
                    <a:pt x="3685" y="89"/>
                  </a:cubicBezTo>
                  <a:cubicBezTo>
                    <a:pt x="3692" y="91"/>
                    <a:pt x="3700" y="100"/>
                    <a:pt x="3704" y="108"/>
                  </a:cubicBezTo>
                  <a:cubicBezTo>
                    <a:pt x="3760" y="203"/>
                    <a:pt x="3798" y="305"/>
                    <a:pt x="3820" y="413"/>
                  </a:cubicBezTo>
                  <a:cubicBezTo>
                    <a:pt x="3827" y="450"/>
                    <a:pt x="3825" y="488"/>
                    <a:pt x="3815" y="525"/>
                  </a:cubicBezTo>
                  <a:cubicBezTo>
                    <a:pt x="3811" y="539"/>
                    <a:pt x="3810" y="554"/>
                    <a:pt x="3807" y="568"/>
                  </a:cubicBezTo>
                  <a:cubicBezTo>
                    <a:pt x="3820" y="575"/>
                    <a:pt x="3830" y="577"/>
                    <a:pt x="3840" y="576"/>
                  </a:cubicBezTo>
                  <a:cubicBezTo>
                    <a:pt x="3840" y="343"/>
                    <a:pt x="3840" y="343"/>
                    <a:pt x="3840" y="343"/>
                  </a:cubicBezTo>
                  <a:cubicBezTo>
                    <a:pt x="3834" y="333"/>
                    <a:pt x="3829" y="322"/>
                    <a:pt x="3826" y="311"/>
                  </a:cubicBezTo>
                  <a:cubicBezTo>
                    <a:pt x="3810" y="261"/>
                    <a:pt x="3761" y="220"/>
                    <a:pt x="3788" y="152"/>
                  </a:cubicBezTo>
                  <a:close/>
                  <a:moveTo>
                    <a:pt x="3559" y="1512"/>
                  </a:moveTo>
                  <a:cubicBezTo>
                    <a:pt x="3526" y="1458"/>
                    <a:pt x="3479" y="1418"/>
                    <a:pt x="3424" y="1391"/>
                  </a:cubicBezTo>
                  <a:cubicBezTo>
                    <a:pt x="3381" y="1371"/>
                    <a:pt x="3333" y="1376"/>
                    <a:pt x="3287" y="1379"/>
                  </a:cubicBezTo>
                  <a:cubicBezTo>
                    <a:pt x="3246" y="1382"/>
                    <a:pt x="3208" y="1397"/>
                    <a:pt x="3172" y="1416"/>
                  </a:cubicBezTo>
                  <a:cubicBezTo>
                    <a:pt x="3159" y="1424"/>
                    <a:pt x="3145" y="1431"/>
                    <a:pt x="3126" y="1416"/>
                  </a:cubicBezTo>
                  <a:cubicBezTo>
                    <a:pt x="3185" y="1395"/>
                    <a:pt x="3225" y="1355"/>
                    <a:pt x="3260" y="1309"/>
                  </a:cubicBezTo>
                  <a:cubicBezTo>
                    <a:pt x="3297" y="1260"/>
                    <a:pt x="3310" y="1204"/>
                    <a:pt x="3318" y="1143"/>
                  </a:cubicBezTo>
                  <a:cubicBezTo>
                    <a:pt x="3236" y="1133"/>
                    <a:pt x="3166" y="1161"/>
                    <a:pt x="3103" y="1208"/>
                  </a:cubicBezTo>
                  <a:cubicBezTo>
                    <a:pt x="3041" y="1255"/>
                    <a:pt x="2998" y="1316"/>
                    <a:pt x="2990" y="1398"/>
                  </a:cubicBezTo>
                  <a:cubicBezTo>
                    <a:pt x="2841" y="1409"/>
                    <a:pt x="2710" y="1458"/>
                    <a:pt x="2597" y="1557"/>
                  </a:cubicBezTo>
                  <a:cubicBezTo>
                    <a:pt x="2618" y="1415"/>
                    <a:pt x="2674" y="1287"/>
                    <a:pt x="2740" y="1161"/>
                  </a:cubicBezTo>
                  <a:cubicBezTo>
                    <a:pt x="2766" y="1167"/>
                    <a:pt x="2788" y="1173"/>
                    <a:pt x="2811" y="1176"/>
                  </a:cubicBezTo>
                  <a:cubicBezTo>
                    <a:pt x="2886" y="1183"/>
                    <a:pt x="2957" y="1170"/>
                    <a:pt x="3022" y="1134"/>
                  </a:cubicBezTo>
                  <a:cubicBezTo>
                    <a:pt x="3053" y="1116"/>
                    <a:pt x="3079" y="1089"/>
                    <a:pt x="3105" y="1065"/>
                  </a:cubicBezTo>
                  <a:cubicBezTo>
                    <a:pt x="3116" y="1055"/>
                    <a:pt x="3113" y="1043"/>
                    <a:pt x="3104" y="1031"/>
                  </a:cubicBezTo>
                  <a:cubicBezTo>
                    <a:pt x="3081" y="999"/>
                    <a:pt x="3046" y="988"/>
                    <a:pt x="3012" y="977"/>
                  </a:cubicBezTo>
                  <a:cubicBezTo>
                    <a:pt x="2984" y="968"/>
                    <a:pt x="2955" y="968"/>
                    <a:pt x="2923" y="963"/>
                  </a:cubicBezTo>
                  <a:cubicBezTo>
                    <a:pt x="2962" y="910"/>
                    <a:pt x="3013" y="869"/>
                    <a:pt x="3065" y="824"/>
                  </a:cubicBezTo>
                  <a:cubicBezTo>
                    <a:pt x="3072" y="844"/>
                    <a:pt x="3076" y="863"/>
                    <a:pt x="3085" y="879"/>
                  </a:cubicBezTo>
                  <a:cubicBezTo>
                    <a:pt x="3108" y="919"/>
                    <a:pt x="3148" y="934"/>
                    <a:pt x="3190" y="938"/>
                  </a:cubicBezTo>
                  <a:cubicBezTo>
                    <a:pt x="3237" y="943"/>
                    <a:pt x="3283" y="935"/>
                    <a:pt x="3326" y="915"/>
                  </a:cubicBezTo>
                  <a:cubicBezTo>
                    <a:pt x="3348" y="904"/>
                    <a:pt x="3372" y="896"/>
                    <a:pt x="3396" y="887"/>
                  </a:cubicBezTo>
                  <a:cubicBezTo>
                    <a:pt x="3434" y="872"/>
                    <a:pt x="3474" y="864"/>
                    <a:pt x="3521" y="889"/>
                  </a:cubicBezTo>
                  <a:cubicBezTo>
                    <a:pt x="3503" y="843"/>
                    <a:pt x="3481" y="807"/>
                    <a:pt x="3448" y="787"/>
                  </a:cubicBezTo>
                  <a:cubicBezTo>
                    <a:pt x="3415" y="767"/>
                    <a:pt x="3375" y="761"/>
                    <a:pt x="3334" y="747"/>
                  </a:cubicBezTo>
                  <a:cubicBezTo>
                    <a:pt x="3401" y="673"/>
                    <a:pt x="3439" y="585"/>
                    <a:pt x="3461" y="484"/>
                  </a:cubicBezTo>
                  <a:cubicBezTo>
                    <a:pt x="3452" y="486"/>
                    <a:pt x="3446" y="486"/>
                    <a:pt x="3443" y="489"/>
                  </a:cubicBezTo>
                  <a:cubicBezTo>
                    <a:pt x="3406" y="525"/>
                    <a:pt x="3357" y="535"/>
                    <a:pt x="3311" y="549"/>
                  </a:cubicBezTo>
                  <a:cubicBezTo>
                    <a:pt x="3273" y="562"/>
                    <a:pt x="3233" y="570"/>
                    <a:pt x="3194" y="580"/>
                  </a:cubicBezTo>
                  <a:cubicBezTo>
                    <a:pt x="3181" y="555"/>
                    <a:pt x="3166" y="527"/>
                    <a:pt x="3153" y="498"/>
                  </a:cubicBezTo>
                  <a:cubicBezTo>
                    <a:pt x="3139" y="469"/>
                    <a:pt x="3127" y="440"/>
                    <a:pt x="3114" y="409"/>
                  </a:cubicBezTo>
                  <a:cubicBezTo>
                    <a:pt x="3041" y="440"/>
                    <a:pt x="3022" y="512"/>
                    <a:pt x="3003" y="581"/>
                  </a:cubicBezTo>
                  <a:cubicBezTo>
                    <a:pt x="2983" y="652"/>
                    <a:pt x="2986" y="723"/>
                    <a:pt x="3041" y="782"/>
                  </a:cubicBezTo>
                  <a:cubicBezTo>
                    <a:pt x="3007" y="807"/>
                    <a:pt x="2974" y="830"/>
                    <a:pt x="2944" y="854"/>
                  </a:cubicBezTo>
                  <a:cubicBezTo>
                    <a:pt x="2914" y="879"/>
                    <a:pt x="2886" y="906"/>
                    <a:pt x="2852" y="937"/>
                  </a:cubicBezTo>
                  <a:cubicBezTo>
                    <a:pt x="2855" y="813"/>
                    <a:pt x="2820" y="709"/>
                    <a:pt x="2724" y="630"/>
                  </a:cubicBezTo>
                  <a:cubicBezTo>
                    <a:pt x="2694" y="646"/>
                    <a:pt x="2682" y="675"/>
                    <a:pt x="2666" y="701"/>
                  </a:cubicBezTo>
                  <a:cubicBezTo>
                    <a:pt x="2626" y="765"/>
                    <a:pt x="2621" y="838"/>
                    <a:pt x="2628" y="912"/>
                  </a:cubicBezTo>
                  <a:cubicBezTo>
                    <a:pt x="2635" y="995"/>
                    <a:pt x="2666" y="1072"/>
                    <a:pt x="2699" y="1151"/>
                  </a:cubicBezTo>
                  <a:cubicBezTo>
                    <a:pt x="2639" y="1249"/>
                    <a:pt x="2586" y="1354"/>
                    <a:pt x="2552" y="1467"/>
                  </a:cubicBezTo>
                  <a:cubicBezTo>
                    <a:pt x="2518" y="1578"/>
                    <a:pt x="2495" y="1693"/>
                    <a:pt x="2467" y="1810"/>
                  </a:cubicBezTo>
                  <a:cubicBezTo>
                    <a:pt x="2456" y="1782"/>
                    <a:pt x="2446" y="1755"/>
                    <a:pt x="2437" y="1729"/>
                  </a:cubicBezTo>
                  <a:cubicBezTo>
                    <a:pt x="2515" y="1569"/>
                    <a:pt x="2524" y="1412"/>
                    <a:pt x="2421" y="1256"/>
                  </a:cubicBezTo>
                  <a:cubicBezTo>
                    <a:pt x="2369" y="1290"/>
                    <a:pt x="2340" y="1335"/>
                    <a:pt x="2328" y="1389"/>
                  </a:cubicBezTo>
                  <a:cubicBezTo>
                    <a:pt x="2317" y="1440"/>
                    <a:pt x="2313" y="1493"/>
                    <a:pt x="2306" y="1549"/>
                  </a:cubicBezTo>
                  <a:cubicBezTo>
                    <a:pt x="2228" y="1465"/>
                    <a:pt x="2129" y="1417"/>
                    <a:pt x="2022" y="1375"/>
                  </a:cubicBezTo>
                  <a:cubicBezTo>
                    <a:pt x="2019" y="1358"/>
                    <a:pt x="2013" y="1338"/>
                    <a:pt x="2011" y="1318"/>
                  </a:cubicBezTo>
                  <a:cubicBezTo>
                    <a:pt x="1998" y="1229"/>
                    <a:pt x="1944" y="1171"/>
                    <a:pt x="1871" y="1129"/>
                  </a:cubicBezTo>
                  <a:cubicBezTo>
                    <a:pt x="1842" y="1112"/>
                    <a:pt x="1811" y="1099"/>
                    <a:pt x="1779" y="1090"/>
                  </a:cubicBezTo>
                  <a:cubicBezTo>
                    <a:pt x="1742" y="1079"/>
                    <a:pt x="1727" y="1096"/>
                    <a:pt x="1734" y="1135"/>
                  </a:cubicBezTo>
                  <a:cubicBezTo>
                    <a:pt x="1747" y="1201"/>
                    <a:pt x="1768" y="1264"/>
                    <a:pt x="1818" y="1314"/>
                  </a:cubicBezTo>
                  <a:cubicBezTo>
                    <a:pt x="1819" y="1314"/>
                    <a:pt x="1818" y="1316"/>
                    <a:pt x="1818" y="1318"/>
                  </a:cubicBezTo>
                  <a:cubicBezTo>
                    <a:pt x="1718" y="1318"/>
                    <a:pt x="1610" y="1344"/>
                    <a:pt x="1547" y="1384"/>
                  </a:cubicBezTo>
                  <a:cubicBezTo>
                    <a:pt x="1551" y="1407"/>
                    <a:pt x="1567" y="1421"/>
                    <a:pt x="1586" y="1434"/>
                  </a:cubicBezTo>
                  <a:cubicBezTo>
                    <a:pt x="1648" y="1473"/>
                    <a:pt x="1718" y="1477"/>
                    <a:pt x="1789" y="1476"/>
                  </a:cubicBezTo>
                  <a:cubicBezTo>
                    <a:pt x="1800" y="1475"/>
                    <a:pt x="1810" y="1475"/>
                    <a:pt x="1821" y="1475"/>
                  </a:cubicBezTo>
                  <a:cubicBezTo>
                    <a:pt x="1822" y="1475"/>
                    <a:pt x="1823" y="1476"/>
                    <a:pt x="1827" y="1480"/>
                  </a:cubicBezTo>
                  <a:cubicBezTo>
                    <a:pt x="1775" y="1551"/>
                    <a:pt x="1728" y="1626"/>
                    <a:pt x="1711" y="1717"/>
                  </a:cubicBezTo>
                  <a:cubicBezTo>
                    <a:pt x="1798" y="1727"/>
                    <a:pt x="1866" y="1691"/>
                    <a:pt x="1928" y="1641"/>
                  </a:cubicBezTo>
                  <a:cubicBezTo>
                    <a:pt x="1992" y="1590"/>
                    <a:pt x="2021" y="1520"/>
                    <a:pt x="2021" y="1431"/>
                  </a:cubicBezTo>
                  <a:cubicBezTo>
                    <a:pt x="2130" y="1478"/>
                    <a:pt x="2221" y="1538"/>
                    <a:pt x="2292" y="1632"/>
                  </a:cubicBezTo>
                  <a:cubicBezTo>
                    <a:pt x="2177" y="1615"/>
                    <a:pt x="2081" y="1643"/>
                    <a:pt x="2005" y="1727"/>
                  </a:cubicBezTo>
                  <a:cubicBezTo>
                    <a:pt x="2046" y="1827"/>
                    <a:pt x="2249" y="1878"/>
                    <a:pt x="2382" y="1783"/>
                  </a:cubicBezTo>
                  <a:cubicBezTo>
                    <a:pt x="2410" y="1858"/>
                    <a:pt x="2428" y="1933"/>
                    <a:pt x="2411" y="2012"/>
                  </a:cubicBezTo>
                  <a:cubicBezTo>
                    <a:pt x="2406" y="2036"/>
                    <a:pt x="2397" y="2059"/>
                    <a:pt x="2410" y="2084"/>
                  </a:cubicBezTo>
                  <a:cubicBezTo>
                    <a:pt x="2413" y="2091"/>
                    <a:pt x="2411" y="2103"/>
                    <a:pt x="2408" y="2112"/>
                  </a:cubicBezTo>
                  <a:cubicBezTo>
                    <a:pt x="2403" y="2128"/>
                    <a:pt x="2397" y="2145"/>
                    <a:pt x="2391" y="2161"/>
                  </a:cubicBezTo>
                  <a:cubicBezTo>
                    <a:pt x="2414" y="2161"/>
                    <a:pt x="2414" y="2161"/>
                    <a:pt x="2414" y="2161"/>
                  </a:cubicBezTo>
                  <a:cubicBezTo>
                    <a:pt x="2419" y="2148"/>
                    <a:pt x="2422" y="2134"/>
                    <a:pt x="2430" y="2124"/>
                  </a:cubicBezTo>
                  <a:cubicBezTo>
                    <a:pt x="2444" y="2104"/>
                    <a:pt x="2446" y="2086"/>
                    <a:pt x="2432" y="2065"/>
                  </a:cubicBezTo>
                  <a:cubicBezTo>
                    <a:pt x="2465" y="2036"/>
                    <a:pt x="2459" y="1999"/>
                    <a:pt x="2451" y="1963"/>
                  </a:cubicBezTo>
                  <a:cubicBezTo>
                    <a:pt x="2438" y="1900"/>
                    <a:pt x="2429" y="1836"/>
                    <a:pt x="2405" y="1776"/>
                  </a:cubicBezTo>
                  <a:cubicBezTo>
                    <a:pt x="2399" y="1761"/>
                    <a:pt x="2399" y="1749"/>
                    <a:pt x="2417" y="1745"/>
                  </a:cubicBezTo>
                  <a:cubicBezTo>
                    <a:pt x="2455" y="1806"/>
                    <a:pt x="2444" y="1878"/>
                    <a:pt x="2464" y="1943"/>
                  </a:cubicBezTo>
                  <a:cubicBezTo>
                    <a:pt x="2471" y="1935"/>
                    <a:pt x="2476" y="1928"/>
                    <a:pt x="2478" y="1919"/>
                  </a:cubicBezTo>
                  <a:cubicBezTo>
                    <a:pt x="2495" y="1825"/>
                    <a:pt x="2514" y="1730"/>
                    <a:pt x="2529" y="1635"/>
                  </a:cubicBezTo>
                  <a:cubicBezTo>
                    <a:pt x="2544" y="1544"/>
                    <a:pt x="2573" y="1456"/>
                    <a:pt x="2609" y="1371"/>
                  </a:cubicBezTo>
                  <a:cubicBezTo>
                    <a:pt x="2616" y="1354"/>
                    <a:pt x="2625" y="1339"/>
                    <a:pt x="2633" y="1323"/>
                  </a:cubicBezTo>
                  <a:cubicBezTo>
                    <a:pt x="2627" y="1360"/>
                    <a:pt x="2612" y="1393"/>
                    <a:pt x="2602" y="1428"/>
                  </a:cubicBezTo>
                  <a:cubicBezTo>
                    <a:pt x="2567" y="1546"/>
                    <a:pt x="2542" y="1666"/>
                    <a:pt x="2521" y="1787"/>
                  </a:cubicBezTo>
                  <a:cubicBezTo>
                    <a:pt x="2503" y="1886"/>
                    <a:pt x="2489" y="1986"/>
                    <a:pt x="2473" y="2085"/>
                  </a:cubicBezTo>
                  <a:cubicBezTo>
                    <a:pt x="2469" y="2111"/>
                    <a:pt x="2464" y="2136"/>
                    <a:pt x="2457" y="2161"/>
                  </a:cubicBezTo>
                  <a:cubicBezTo>
                    <a:pt x="2479" y="2161"/>
                    <a:pt x="2479" y="2161"/>
                    <a:pt x="2479" y="2161"/>
                  </a:cubicBezTo>
                  <a:cubicBezTo>
                    <a:pt x="2485" y="2135"/>
                    <a:pt x="2490" y="2109"/>
                    <a:pt x="2495" y="2083"/>
                  </a:cubicBezTo>
                  <a:cubicBezTo>
                    <a:pt x="2497" y="2069"/>
                    <a:pt x="2502" y="2057"/>
                    <a:pt x="2506" y="2040"/>
                  </a:cubicBezTo>
                  <a:cubicBezTo>
                    <a:pt x="2516" y="2045"/>
                    <a:pt x="2523" y="2048"/>
                    <a:pt x="2529" y="2053"/>
                  </a:cubicBezTo>
                  <a:cubicBezTo>
                    <a:pt x="2596" y="2101"/>
                    <a:pt x="2669" y="2097"/>
                    <a:pt x="2742" y="2076"/>
                  </a:cubicBezTo>
                  <a:cubicBezTo>
                    <a:pt x="2781" y="2064"/>
                    <a:pt x="2818" y="2040"/>
                    <a:pt x="2853" y="2017"/>
                  </a:cubicBezTo>
                  <a:cubicBezTo>
                    <a:pt x="2878" y="2001"/>
                    <a:pt x="2897" y="1976"/>
                    <a:pt x="2919" y="1955"/>
                  </a:cubicBezTo>
                  <a:cubicBezTo>
                    <a:pt x="2891" y="1911"/>
                    <a:pt x="2844" y="1908"/>
                    <a:pt x="2801" y="1890"/>
                  </a:cubicBezTo>
                  <a:cubicBezTo>
                    <a:pt x="2874" y="1816"/>
                    <a:pt x="2911" y="1727"/>
                    <a:pt x="2937" y="1628"/>
                  </a:cubicBezTo>
                  <a:cubicBezTo>
                    <a:pt x="2930" y="1625"/>
                    <a:pt x="2923" y="1620"/>
                    <a:pt x="2916" y="1619"/>
                  </a:cubicBezTo>
                  <a:cubicBezTo>
                    <a:pt x="2824" y="1615"/>
                    <a:pt x="2739" y="1631"/>
                    <a:pt x="2666" y="1696"/>
                  </a:cubicBezTo>
                  <a:cubicBezTo>
                    <a:pt x="2621" y="1738"/>
                    <a:pt x="2574" y="1777"/>
                    <a:pt x="2539" y="1829"/>
                  </a:cubicBezTo>
                  <a:cubicBezTo>
                    <a:pt x="2555" y="1709"/>
                    <a:pt x="2601" y="1607"/>
                    <a:pt x="2709" y="1543"/>
                  </a:cubicBezTo>
                  <a:cubicBezTo>
                    <a:pt x="2766" y="1509"/>
                    <a:pt x="2824" y="1477"/>
                    <a:pt x="2889" y="1463"/>
                  </a:cubicBezTo>
                  <a:cubicBezTo>
                    <a:pt x="2969" y="1446"/>
                    <a:pt x="3051" y="1432"/>
                    <a:pt x="3136" y="1452"/>
                  </a:cubicBezTo>
                  <a:cubicBezTo>
                    <a:pt x="3111" y="1572"/>
                    <a:pt x="3197" y="1725"/>
                    <a:pt x="3381" y="1761"/>
                  </a:cubicBezTo>
                  <a:cubicBezTo>
                    <a:pt x="3415" y="1727"/>
                    <a:pt x="3407" y="1686"/>
                    <a:pt x="3397" y="1646"/>
                  </a:cubicBezTo>
                  <a:cubicBezTo>
                    <a:pt x="3390" y="1622"/>
                    <a:pt x="3379" y="1600"/>
                    <a:pt x="3370" y="1577"/>
                  </a:cubicBezTo>
                  <a:cubicBezTo>
                    <a:pt x="3436" y="1565"/>
                    <a:pt x="3498" y="1553"/>
                    <a:pt x="3563" y="1540"/>
                  </a:cubicBezTo>
                  <a:cubicBezTo>
                    <a:pt x="3561" y="1528"/>
                    <a:pt x="3563" y="1518"/>
                    <a:pt x="3559" y="1512"/>
                  </a:cubicBezTo>
                  <a:close/>
                  <a:moveTo>
                    <a:pt x="3423" y="797"/>
                  </a:moveTo>
                  <a:cubicBezTo>
                    <a:pt x="3443" y="804"/>
                    <a:pt x="3462" y="816"/>
                    <a:pt x="3470" y="842"/>
                  </a:cubicBezTo>
                  <a:cubicBezTo>
                    <a:pt x="3424" y="857"/>
                    <a:pt x="3382" y="868"/>
                    <a:pt x="3343" y="885"/>
                  </a:cubicBezTo>
                  <a:cubicBezTo>
                    <a:pt x="3310" y="900"/>
                    <a:pt x="3275" y="903"/>
                    <a:pt x="3241" y="903"/>
                  </a:cubicBezTo>
                  <a:cubicBezTo>
                    <a:pt x="3213" y="904"/>
                    <a:pt x="3188" y="894"/>
                    <a:pt x="3169" y="868"/>
                  </a:cubicBezTo>
                  <a:cubicBezTo>
                    <a:pt x="3199" y="864"/>
                    <a:pt x="3226" y="861"/>
                    <a:pt x="3253" y="858"/>
                  </a:cubicBezTo>
                  <a:cubicBezTo>
                    <a:pt x="3232" y="851"/>
                    <a:pt x="3211" y="850"/>
                    <a:pt x="3191" y="847"/>
                  </a:cubicBezTo>
                  <a:cubicBezTo>
                    <a:pt x="3171" y="844"/>
                    <a:pt x="3149" y="843"/>
                    <a:pt x="3140" y="817"/>
                  </a:cubicBezTo>
                  <a:cubicBezTo>
                    <a:pt x="3169" y="815"/>
                    <a:pt x="3197" y="814"/>
                    <a:pt x="3224" y="811"/>
                  </a:cubicBezTo>
                  <a:cubicBezTo>
                    <a:pt x="3253" y="807"/>
                    <a:pt x="3275" y="781"/>
                    <a:pt x="3307" y="789"/>
                  </a:cubicBezTo>
                  <a:cubicBezTo>
                    <a:pt x="3348" y="763"/>
                    <a:pt x="3386" y="784"/>
                    <a:pt x="3423" y="797"/>
                  </a:cubicBezTo>
                  <a:close/>
                  <a:moveTo>
                    <a:pt x="3269" y="582"/>
                  </a:moveTo>
                  <a:cubicBezTo>
                    <a:pt x="3321" y="570"/>
                    <a:pt x="3373" y="561"/>
                    <a:pt x="3425" y="534"/>
                  </a:cubicBezTo>
                  <a:cubicBezTo>
                    <a:pt x="3415" y="564"/>
                    <a:pt x="3406" y="594"/>
                    <a:pt x="3392" y="623"/>
                  </a:cubicBezTo>
                  <a:cubicBezTo>
                    <a:pt x="3367" y="675"/>
                    <a:pt x="3335" y="722"/>
                    <a:pt x="3288" y="757"/>
                  </a:cubicBezTo>
                  <a:cubicBezTo>
                    <a:pt x="3233" y="798"/>
                    <a:pt x="3195" y="800"/>
                    <a:pt x="3145" y="762"/>
                  </a:cubicBezTo>
                  <a:cubicBezTo>
                    <a:pt x="3184" y="737"/>
                    <a:pt x="3227" y="718"/>
                    <a:pt x="3256" y="679"/>
                  </a:cubicBezTo>
                  <a:cubicBezTo>
                    <a:pt x="3214" y="697"/>
                    <a:pt x="3177" y="727"/>
                    <a:pt x="3130" y="734"/>
                  </a:cubicBezTo>
                  <a:cubicBezTo>
                    <a:pt x="3128" y="728"/>
                    <a:pt x="3126" y="725"/>
                    <a:pt x="3126" y="723"/>
                  </a:cubicBezTo>
                  <a:cubicBezTo>
                    <a:pt x="3126" y="720"/>
                    <a:pt x="3126" y="717"/>
                    <a:pt x="3126" y="715"/>
                  </a:cubicBezTo>
                  <a:cubicBezTo>
                    <a:pt x="3149" y="643"/>
                    <a:pt x="3196" y="598"/>
                    <a:pt x="3269" y="582"/>
                  </a:cubicBezTo>
                  <a:close/>
                  <a:moveTo>
                    <a:pt x="3017" y="647"/>
                  </a:moveTo>
                  <a:cubicBezTo>
                    <a:pt x="3020" y="579"/>
                    <a:pt x="3041" y="516"/>
                    <a:pt x="3079" y="459"/>
                  </a:cubicBezTo>
                  <a:cubicBezTo>
                    <a:pt x="3084" y="452"/>
                    <a:pt x="3093" y="447"/>
                    <a:pt x="3097" y="444"/>
                  </a:cubicBezTo>
                  <a:cubicBezTo>
                    <a:pt x="3114" y="474"/>
                    <a:pt x="3129" y="503"/>
                    <a:pt x="3146" y="531"/>
                  </a:cubicBezTo>
                  <a:cubicBezTo>
                    <a:pt x="3161" y="555"/>
                    <a:pt x="3170" y="581"/>
                    <a:pt x="3166" y="605"/>
                  </a:cubicBezTo>
                  <a:cubicBezTo>
                    <a:pt x="3144" y="628"/>
                    <a:pt x="3125" y="648"/>
                    <a:pt x="3103" y="671"/>
                  </a:cubicBezTo>
                  <a:cubicBezTo>
                    <a:pt x="3099" y="640"/>
                    <a:pt x="3095" y="613"/>
                    <a:pt x="3091" y="586"/>
                  </a:cubicBezTo>
                  <a:cubicBezTo>
                    <a:pt x="3081" y="628"/>
                    <a:pt x="3090" y="672"/>
                    <a:pt x="3063" y="709"/>
                  </a:cubicBezTo>
                  <a:cubicBezTo>
                    <a:pt x="3027" y="695"/>
                    <a:pt x="3015" y="680"/>
                    <a:pt x="3017" y="647"/>
                  </a:cubicBezTo>
                  <a:close/>
                  <a:moveTo>
                    <a:pt x="3008" y="836"/>
                  </a:moveTo>
                  <a:cubicBezTo>
                    <a:pt x="2931" y="931"/>
                    <a:pt x="2890" y="969"/>
                    <a:pt x="2854" y="980"/>
                  </a:cubicBezTo>
                  <a:cubicBezTo>
                    <a:pt x="2896" y="917"/>
                    <a:pt x="2948" y="873"/>
                    <a:pt x="3008" y="836"/>
                  </a:cubicBezTo>
                  <a:close/>
                  <a:moveTo>
                    <a:pt x="2903" y="994"/>
                  </a:moveTo>
                  <a:cubicBezTo>
                    <a:pt x="2923" y="990"/>
                    <a:pt x="2943" y="986"/>
                    <a:pt x="2962" y="988"/>
                  </a:cubicBezTo>
                  <a:cubicBezTo>
                    <a:pt x="3008" y="993"/>
                    <a:pt x="3052" y="1005"/>
                    <a:pt x="3086" y="1041"/>
                  </a:cubicBezTo>
                  <a:cubicBezTo>
                    <a:pt x="3040" y="1135"/>
                    <a:pt x="2858" y="1187"/>
                    <a:pt x="2806" y="1123"/>
                  </a:cubicBezTo>
                  <a:cubicBezTo>
                    <a:pt x="2849" y="1079"/>
                    <a:pt x="2910" y="1074"/>
                    <a:pt x="2969" y="1051"/>
                  </a:cubicBezTo>
                  <a:cubicBezTo>
                    <a:pt x="2909" y="1043"/>
                    <a:pt x="2862" y="1071"/>
                    <a:pt x="2810" y="1085"/>
                  </a:cubicBezTo>
                  <a:cubicBezTo>
                    <a:pt x="2822" y="1029"/>
                    <a:pt x="2856" y="1003"/>
                    <a:pt x="2903" y="994"/>
                  </a:cubicBezTo>
                  <a:close/>
                  <a:moveTo>
                    <a:pt x="2653" y="927"/>
                  </a:moveTo>
                  <a:cubicBezTo>
                    <a:pt x="2630" y="829"/>
                    <a:pt x="2654" y="739"/>
                    <a:pt x="2722" y="660"/>
                  </a:cubicBezTo>
                  <a:cubicBezTo>
                    <a:pt x="2818" y="733"/>
                    <a:pt x="2852" y="877"/>
                    <a:pt x="2819" y="981"/>
                  </a:cubicBezTo>
                  <a:cubicBezTo>
                    <a:pt x="2811" y="1006"/>
                    <a:pt x="2796" y="1030"/>
                    <a:pt x="2765" y="1044"/>
                  </a:cubicBezTo>
                  <a:cubicBezTo>
                    <a:pt x="2758" y="995"/>
                    <a:pt x="2751" y="950"/>
                    <a:pt x="2744" y="904"/>
                  </a:cubicBezTo>
                  <a:cubicBezTo>
                    <a:pt x="2741" y="905"/>
                    <a:pt x="2738" y="905"/>
                    <a:pt x="2735" y="905"/>
                  </a:cubicBezTo>
                  <a:cubicBezTo>
                    <a:pt x="2736" y="951"/>
                    <a:pt x="2736" y="998"/>
                    <a:pt x="2736" y="1045"/>
                  </a:cubicBezTo>
                  <a:cubicBezTo>
                    <a:pt x="2701" y="1037"/>
                    <a:pt x="2671" y="1002"/>
                    <a:pt x="2653" y="927"/>
                  </a:cubicBezTo>
                  <a:close/>
                  <a:moveTo>
                    <a:pt x="1757" y="1111"/>
                  </a:moveTo>
                  <a:cubicBezTo>
                    <a:pt x="1842" y="1110"/>
                    <a:pt x="1959" y="1221"/>
                    <a:pt x="1959" y="1300"/>
                  </a:cubicBezTo>
                  <a:cubicBezTo>
                    <a:pt x="1925" y="1266"/>
                    <a:pt x="1889" y="1231"/>
                    <a:pt x="1853" y="1196"/>
                  </a:cubicBezTo>
                  <a:cubicBezTo>
                    <a:pt x="1851" y="1197"/>
                    <a:pt x="1849" y="1199"/>
                    <a:pt x="1847" y="1201"/>
                  </a:cubicBezTo>
                  <a:cubicBezTo>
                    <a:pt x="1877" y="1248"/>
                    <a:pt x="1928" y="1279"/>
                    <a:pt x="1947" y="1335"/>
                  </a:cubicBezTo>
                  <a:cubicBezTo>
                    <a:pt x="1817" y="1329"/>
                    <a:pt x="1758" y="1226"/>
                    <a:pt x="1757" y="1111"/>
                  </a:cubicBezTo>
                  <a:close/>
                  <a:moveTo>
                    <a:pt x="1726" y="1455"/>
                  </a:moveTo>
                  <a:cubicBezTo>
                    <a:pt x="1671" y="1452"/>
                    <a:pt x="1615" y="1441"/>
                    <a:pt x="1573" y="1394"/>
                  </a:cubicBezTo>
                  <a:cubicBezTo>
                    <a:pt x="1668" y="1346"/>
                    <a:pt x="1764" y="1333"/>
                    <a:pt x="1865" y="1346"/>
                  </a:cubicBezTo>
                  <a:cubicBezTo>
                    <a:pt x="1883" y="1348"/>
                    <a:pt x="1889" y="1361"/>
                    <a:pt x="1894" y="1378"/>
                  </a:cubicBezTo>
                  <a:cubicBezTo>
                    <a:pt x="1835" y="1382"/>
                    <a:pt x="1780" y="1386"/>
                    <a:pt x="1724" y="1389"/>
                  </a:cubicBezTo>
                  <a:cubicBezTo>
                    <a:pt x="1724" y="1392"/>
                    <a:pt x="1724" y="1394"/>
                    <a:pt x="1724" y="1397"/>
                  </a:cubicBezTo>
                  <a:cubicBezTo>
                    <a:pt x="1779" y="1400"/>
                    <a:pt x="1834" y="1403"/>
                    <a:pt x="1898" y="1407"/>
                  </a:cubicBezTo>
                  <a:cubicBezTo>
                    <a:pt x="1842" y="1456"/>
                    <a:pt x="1783" y="1458"/>
                    <a:pt x="1726" y="1455"/>
                  </a:cubicBezTo>
                  <a:close/>
                  <a:moveTo>
                    <a:pt x="1968" y="1560"/>
                  </a:moveTo>
                  <a:cubicBezTo>
                    <a:pt x="1916" y="1644"/>
                    <a:pt x="1838" y="1685"/>
                    <a:pt x="1741" y="1700"/>
                  </a:cubicBezTo>
                  <a:cubicBezTo>
                    <a:pt x="1751" y="1630"/>
                    <a:pt x="1804" y="1525"/>
                    <a:pt x="1855" y="1487"/>
                  </a:cubicBezTo>
                  <a:cubicBezTo>
                    <a:pt x="1880" y="1468"/>
                    <a:pt x="1908" y="1440"/>
                    <a:pt x="1951" y="1458"/>
                  </a:cubicBezTo>
                  <a:cubicBezTo>
                    <a:pt x="1934" y="1499"/>
                    <a:pt x="1900" y="1526"/>
                    <a:pt x="1881" y="1562"/>
                  </a:cubicBezTo>
                  <a:cubicBezTo>
                    <a:pt x="1922" y="1546"/>
                    <a:pt x="1940" y="1505"/>
                    <a:pt x="1973" y="1478"/>
                  </a:cubicBezTo>
                  <a:cubicBezTo>
                    <a:pt x="1983" y="1507"/>
                    <a:pt x="1983" y="1535"/>
                    <a:pt x="1968" y="1560"/>
                  </a:cubicBezTo>
                  <a:close/>
                  <a:moveTo>
                    <a:pt x="2205" y="1513"/>
                  </a:moveTo>
                  <a:cubicBezTo>
                    <a:pt x="2162" y="1479"/>
                    <a:pt x="2114" y="1453"/>
                    <a:pt x="2062" y="1420"/>
                  </a:cubicBezTo>
                  <a:cubicBezTo>
                    <a:pt x="2161" y="1446"/>
                    <a:pt x="2313" y="1557"/>
                    <a:pt x="2325" y="1625"/>
                  </a:cubicBezTo>
                  <a:cubicBezTo>
                    <a:pt x="2286" y="1588"/>
                    <a:pt x="2248" y="1547"/>
                    <a:pt x="2205" y="1513"/>
                  </a:cubicBezTo>
                  <a:close/>
                  <a:moveTo>
                    <a:pt x="2322" y="1740"/>
                  </a:moveTo>
                  <a:cubicBezTo>
                    <a:pt x="2291" y="1787"/>
                    <a:pt x="2255" y="1810"/>
                    <a:pt x="2208" y="1812"/>
                  </a:cubicBezTo>
                  <a:cubicBezTo>
                    <a:pt x="2136" y="1815"/>
                    <a:pt x="2080" y="1778"/>
                    <a:pt x="2026" y="1735"/>
                  </a:cubicBezTo>
                  <a:cubicBezTo>
                    <a:pt x="2100" y="1657"/>
                    <a:pt x="2240" y="1624"/>
                    <a:pt x="2304" y="1669"/>
                  </a:cubicBezTo>
                  <a:cubicBezTo>
                    <a:pt x="2311" y="1682"/>
                    <a:pt x="2318" y="1696"/>
                    <a:pt x="2326" y="1711"/>
                  </a:cubicBezTo>
                  <a:cubicBezTo>
                    <a:pt x="2273" y="1732"/>
                    <a:pt x="2220" y="1726"/>
                    <a:pt x="2164" y="1734"/>
                  </a:cubicBezTo>
                  <a:cubicBezTo>
                    <a:pt x="2208" y="1750"/>
                    <a:pt x="2261" y="1752"/>
                    <a:pt x="2322" y="1740"/>
                  </a:cubicBezTo>
                  <a:close/>
                  <a:moveTo>
                    <a:pt x="2419" y="1625"/>
                  </a:moveTo>
                  <a:cubicBezTo>
                    <a:pt x="2415" y="1564"/>
                    <a:pt x="2411" y="1504"/>
                    <a:pt x="2407" y="1444"/>
                  </a:cubicBezTo>
                  <a:cubicBezTo>
                    <a:pt x="2387" y="1509"/>
                    <a:pt x="2408" y="1577"/>
                    <a:pt x="2386" y="1647"/>
                  </a:cubicBezTo>
                  <a:cubicBezTo>
                    <a:pt x="2299" y="1561"/>
                    <a:pt x="2325" y="1355"/>
                    <a:pt x="2413" y="1285"/>
                  </a:cubicBezTo>
                  <a:cubicBezTo>
                    <a:pt x="2417" y="1290"/>
                    <a:pt x="2422" y="1295"/>
                    <a:pt x="2426" y="1301"/>
                  </a:cubicBezTo>
                  <a:cubicBezTo>
                    <a:pt x="2432" y="1310"/>
                    <a:pt x="2437" y="1320"/>
                    <a:pt x="2442" y="1330"/>
                  </a:cubicBezTo>
                  <a:cubicBezTo>
                    <a:pt x="2483" y="1417"/>
                    <a:pt x="2481" y="1506"/>
                    <a:pt x="2450" y="1595"/>
                  </a:cubicBezTo>
                  <a:cubicBezTo>
                    <a:pt x="2446" y="1607"/>
                    <a:pt x="2435" y="1617"/>
                    <a:pt x="2426" y="1629"/>
                  </a:cubicBezTo>
                  <a:cubicBezTo>
                    <a:pt x="2424" y="1627"/>
                    <a:pt x="2422" y="1626"/>
                    <a:pt x="2419" y="1625"/>
                  </a:cubicBezTo>
                  <a:close/>
                  <a:moveTo>
                    <a:pt x="2889" y="1952"/>
                  </a:moveTo>
                  <a:cubicBezTo>
                    <a:pt x="2863" y="1991"/>
                    <a:pt x="2825" y="2018"/>
                    <a:pt x="2769" y="2043"/>
                  </a:cubicBezTo>
                  <a:cubicBezTo>
                    <a:pt x="2733" y="2058"/>
                    <a:pt x="2697" y="2072"/>
                    <a:pt x="2656" y="2066"/>
                  </a:cubicBezTo>
                  <a:cubicBezTo>
                    <a:pt x="2624" y="2062"/>
                    <a:pt x="2611" y="2052"/>
                    <a:pt x="2597" y="2024"/>
                  </a:cubicBezTo>
                  <a:cubicBezTo>
                    <a:pt x="2651" y="1999"/>
                    <a:pt x="2719" y="2019"/>
                    <a:pt x="2775" y="1970"/>
                  </a:cubicBezTo>
                  <a:cubicBezTo>
                    <a:pt x="2749" y="1975"/>
                    <a:pt x="2732" y="1979"/>
                    <a:pt x="2712" y="1982"/>
                  </a:cubicBezTo>
                  <a:cubicBezTo>
                    <a:pt x="2764" y="1909"/>
                    <a:pt x="2818" y="1900"/>
                    <a:pt x="2889" y="1952"/>
                  </a:cubicBezTo>
                  <a:close/>
                  <a:moveTo>
                    <a:pt x="2564" y="1898"/>
                  </a:moveTo>
                  <a:cubicBezTo>
                    <a:pt x="2569" y="1845"/>
                    <a:pt x="2586" y="1798"/>
                    <a:pt x="2625" y="1760"/>
                  </a:cubicBezTo>
                  <a:cubicBezTo>
                    <a:pt x="2641" y="1743"/>
                    <a:pt x="2661" y="1729"/>
                    <a:pt x="2678" y="1712"/>
                  </a:cubicBezTo>
                  <a:cubicBezTo>
                    <a:pt x="2743" y="1650"/>
                    <a:pt x="2824" y="1638"/>
                    <a:pt x="2913" y="1638"/>
                  </a:cubicBezTo>
                  <a:cubicBezTo>
                    <a:pt x="2904" y="1670"/>
                    <a:pt x="2897" y="1700"/>
                    <a:pt x="2885" y="1728"/>
                  </a:cubicBezTo>
                  <a:cubicBezTo>
                    <a:pt x="2844" y="1831"/>
                    <a:pt x="2770" y="1906"/>
                    <a:pt x="2672" y="1955"/>
                  </a:cubicBezTo>
                  <a:cubicBezTo>
                    <a:pt x="2649" y="1967"/>
                    <a:pt x="2621" y="1967"/>
                    <a:pt x="2596" y="1944"/>
                  </a:cubicBezTo>
                  <a:cubicBezTo>
                    <a:pt x="2637" y="1887"/>
                    <a:pt x="2677" y="1830"/>
                    <a:pt x="2737" y="1776"/>
                  </a:cubicBezTo>
                  <a:cubicBezTo>
                    <a:pt x="2719" y="1784"/>
                    <a:pt x="2708" y="1785"/>
                    <a:pt x="2702" y="1791"/>
                  </a:cubicBezTo>
                  <a:cubicBezTo>
                    <a:pt x="2658" y="1834"/>
                    <a:pt x="2616" y="1877"/>
                    <a:pt x="2569" y="1924"/>
                  </a:cubicBezTo>
                  <a:cubicBezTo>
                    <a:pt x="2567" y="1914"/>
                    <a:pt x="2564" y="1906"/>
                    <a:pt x="2564" y="1898"/>
                  </a:cubicBezTo>
                  <a:close/>
                  <a:moveTo>
                    <a:pt x="2715" y="1511"/>
                  </a:moveTo>
                  <a:cubicBezTo>
                    <a:pt x="2755" y="1476"/>
                    <a:pt x="2822" y="1447"/>
                    <a:pt x="2868" y="1443"/>
                  </a:cubicBezTo>
                  <a:cubicBezTo>
                    <a:pt x="2814" y="1467"/>
                    <a:pt x="2765" y="1489"/>
                    <a:pt x="2715" y="1511"/>
                  </a:cubicBezTo>
                  <a:close/>
                  <a:moveTo>
                    <a:pt x="3071" y="1377"/>
                  </a:moveTo>
                  <a:cubicBezTo>
                    <a:pt x="3096" y="1332"/>
                    <a:pt x="3148" y="1310"/>
                    <a:pt x="3162" y="1261"/>
                  </a:cubicBezTo>
                  <a:cubicBezTo>
                    <a:pt x="3129" y="1288"/>
                    <a:pt x="3095" y="1315"/>
                    <a:pt x="3057" y="1345"/>
                  </a:cubicBezTo>
                  <a:cubicBezTo>
                    <a:pt x="3049" y="1311"/>
                    <a:pt x="3058" y="1290"/>
                    <a:pt x="3072" y="1270"/>
                  </a:cubicBezTo>
                  <a:cubicBezTo>
                    <a:pt x="3103" y="1230"/>
                    <a:pt x="3143" y="1204"/>
                    <a:pt x="3189" y="1184"/>
                  </a:cubicBezTo>
                  <a:cubicBezTo>
                    <a:pt x="3222" y="1169"/>
                    <a:pt x="3256" y="1159"/>
                    <a:pt x="3297" y="1166"/>
                  </a:cubicBezTo>
                  <a:cubicBezTo>
                    <a:pt x="3287" y="1196"/>
                    <a:pt x="3280" y="1224"/>
                    <a:pt x="3269" y="1250"/>
                  </a:cubicBezTo>
                  <a:cubicBezTo>
                    <a:pt x="3248" y="1302"/>
                    <a:pt x="3212" y="1343"/>
                    <a:pt x="3164" y="1372"/>
                  </a:cubicBezTo>
                  <a:cubicBezTo>
                    <a:pt x="3136" y="1388"/>
                    <a:pt x="3106" y="1397"/>
                    <a:pt x="3071" y="1377"/>
                  </a:cubicBezTo>
                  <a:close/>
                  <a:moveTo>
                    <a:pt x="3378" y="1738"/>
                  </a:moveTo>
                  <a:cubicBezTo>
                    <a:pt x="3301" y="1724"/>
                    <a:pt x="3241" y="1688"/>
                    <a:pt x="3197" y="1628"/>
                  </a:cubicBezTo>
                  <a:cubicBezTo>
                    <a:pt x="3176" y="1599"/>
                    <a:pt x="3160" y="1566"/>
                    <a:pt x="3174" y="1524"/>
                  </a:cubicBezTo>
                  <a:cubicBezTo>
                    <a:pt x="3219" y="1563"/>
                    <a:pt x="3251" y="1612"/>
                    <a:pt x="3305" y="1636"/>
                  </a:cubicBezTo>
                  <a:cubicBezTo>
                    <a:pt x="3280" y="1605"/>
                    <a:pt x="3255" y="1574"/>
                    <a:pt x="3225" y="1537"/>
                  </a:cubicBezTo>
                  <a:cubicBezTo>
                    <a:pt x="3266" y="1551"/>
                    <a:pt x="3300" y="1562"/>
                    <a:pt x="3334" y="1574"/>
                  </a:cubicBezTo>
                  <a:cubicBezTo>
                    <a:pt x="3337" y="1575"/>
                    <a:pt x="3340" y="1580"/>
                    <a:pt x="3342" y="1583"/>
                  </a:cubicBezTo>
                  <a:cubicBezTo>
                    <a:pt x="3372" y="1628"/>
                    <a:pt x="3391" y="1677"/>
                    <a:pt x="3378" y="1738"/>
                  </a:cubicBezTo>
                  <a:close/>
                  <a:moveTo>
                    <a:pt x="3366" y="1550"/>
                  </a:moveTo>
                  <a:cubicBezTo>
                    <a:pt x="3309" y="1547"/>
                    <a:pt x="3259" y="1533"/>
                    <a:pt x="3229" y="1472"/>
                  </a:cubicBezTo>
                  <a:cubicBezTo>
                    <a:pt x="3249" y="1469"/>
                    <a:pt x="3264" y="1466"/>
                    <a:pt x="3279" y="1465"/>
                  </a:cubicBezTo>
                  <a:cubicBezTo>
                    <a:pt x="3294" y="1465"/>
                    <a:pt x="3309" y="1469"/>
                    <a:pt x="3325" y="1471"/>
                  </a:cubicBezTo>
                  <a:cubicBezTo>
                    <a:pt x="3338" y="1472"/>
                    <a:pt x="3352" y="1473"/>
                    <a:pt x="3365" y="1475"/>
                  </a:cubicBezTo>
                  <a:cubicBezTo>
                    <a:pt x="3323" y="1444"/>
                    <a:pt x="3275" y="1442"/>
                    <a:pt x="3225" y="1442"/>
                  </a:cubicBezTo>
                  <a:cubicBezTo>
                    <a:pt x="3240" y="1410"/>
                    <a:pt x="3265" y="1402"/>
                    <a:pt x="3291" y="1399"/>
                  </a:cubicBezTo>
                  <a:cubicBezTo>
                    <a:pt x="3351" y="1393"/>
                    <a:pt x="3408" y="1395"/>
                    <a:pt x="3457" y="1438"/>
                  </a:cubicBezTo>
                  <a:cubicBezTo>
                    <a:pt x="3485" y="1462"/>
                    <a:pt x="3518" y="1481"/>
                    <a:pt x="3541" y="1523"/>
                  </a:cubicBezTo>
                  <a:cubicBezTo>
                    <a:pt x="3479" y="1528"/>
                    <a:pt x="3426" y="1554"/>
                    <a:pt x="3366" y="1550"/>
                  </a:cubicBezTo>
                  <a:close/>
                  <a:moveTo>
                    <a:pt x="18" y="867"/>
                  </a:moveTo>
                  <a:cubicBezTo>
                    <a:pt x="12" y="863"/>
                    <a:pt x="6" y="858"/>
                    <a:pt x="0" y="854"/>
                  </a:cubicBezTo>
                  <a:cubicBezTo>
                    <a:pt x="0" y="878"/>
                    <a:pt x="0" y="878"/>
                    <a:pt x="0" y="878"/>
                  </a:cubicBezTo>
                  <a:cubicBezTo>
                    <a:pt x="15" y="891"/>
                    <a:pt x="29" y="905"/>
                    <a:pt x="42" y="921"/>
                  </a:cubicBezTo>
                  <a:cubicBezTo>
                    <a:pt x="59" y="944"/>
                    <a:pt x="73" y="970"/>
                    <a:pt x="90" y="996"/>
                  </a:cubicBezTo>
                  <a:cubicBezTo>
                    <a:pt x="59" y="1011"/>
                    <a:pt x="29" y="1012"/>
                    <a:pt x="0" y="1009"/>
                  </a:cubicBezTo>
                  <a:cubicBezTo>
                    <a:pt x="0" y="1031"/>
                    <a:pt x="0" y="1031"/>
                    <a:pt x="0" y="1031"/>
                  </a:cubicBezTo>
                  <a:cubicBezTo>
                    <a:pt x="38" y="1033"/>
                    <a:pt x="77" y="1028"/>
                    <a:pt x="117" y="1012"/>
                  </a:cubicBezTo>
                  <a:cubicBezTo>
                    <a:pt x="93" y="956"/>
                    <a:pt x="66" y="905"/>
                    <a:pt x="18" y="867"/>
                  </a:cubicBezTo>
                  <a:close/>
                  <a:moveTo>
                    <a:pt x="55" y="580"/>
                  </a:moveTo>
                  <a:cubicBezTo>
                    <a:pt x="58" y="556"/>
                    <a:pt x="63" y="531"/>
                    <a:pt x="63" y="506"/>
                  </a:cubicBezTo>
                  <a:cubicBezTo>
                    <a:pt x="63" y="465"/>
                    <a:pt x="60" y="423"/>
                    <a:pt x="19" y="399"/>
                  </a:cubicBezTo>
                  <a:cubicBezTo>
                    <a:pt x="12" y="402"/>
                    <a:pt x="6" y="406"/>
                    <a:pt x="0" y="409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7" y="430"/>
                    <a:pt x="14" y="426"/>
                    <a:pt x="22" y="422"/>
                  </a:cubicBezTo>
                  <a:cubicBezTo>
                    <a:pt x="50" y="478"/>
                    <a:pt x="45" y="530"/>
                    <a:pt x="27" y="581"/>
                  </a:cubicBezTo>
                  <a:cubicBezTo>
                    <a:pt x="26" y="585"/>
                    <a:pt x="24" y="590"/>
                    <a:pt x="21" y="592"/>
                  </a:cubicBezTo>
                  <a:cubicBezTo>
                    <a:pt x="14" y="597"/>
                    <a:pt x="7" y="602"/>
                    <a:pt x="0" y="607"/>
                  </a:cubicBezTo>
                  <a:cubicBezTo>
                    <a:pt x="0" y="634"/>
                    <a:pt x="0" y="634"/>
                    <a:pt x="0" y="634"/>
                  </a:cubicBezTo>
                  <a:cubicBezTo>
                    <a:pt x="17" y="622"/>
                    <a:pt x="37" y="614"/>
                    <a:pt x="59" y="607"/>
                  </a:cubicBezTo>
                  <a:cubicBezTo>
                    <a:pt x="116" y="588"/>
                    <a:pt x="173" y="599"/>
                    <a:pt x="234" y="589"/>
                  </a:cubicBezTo>
                  <a:cubicBezTo>
                    <a:pt x="223" y="635"/>
                    <a:pt x="196" y="662"/>
                    <a:pt x="175" y="692"/>
                  </a:cubicBezTo>
                  <a:cubicBezTo>
                    <a:pt x="139" y="746"/>
                    <a:pt x="84" y="763"/>
                    <a:pt x="25" y="772"/>
                  </a:cubicBezTo>
                  <a:cubicBezTo>
                    <a:pt x="16" y="773"/>
                    <a:pt x="8" y="774"/>
                    <a:pt x="0" y="774"/>
                  </a:cubicBezTo>
                  <a:cubicBezTo>
                    <a:pt x="0" y="796"/>
                    <a:pt x="0" y="796"/>
                    <a:pt x="0" y="796"/>
                  </a:cubicBezTo>
                  <a:cubicBezTo>
                    <a:pt x="8" y="795"/>
                    <a:pt x="17" y="794"/>
                    <a:pt x="26" y="792"/>
                  </a:cubicBezTo>
                  <a:cubicBezTo>
                    <a:pt x="71" y="783"/>
                    <a:pt x="119" y="776"/>
                    <a:pt x="155" y="746"/>
                  </a:cubicBezTo>
                  <a:cubicBezTo>
                    <a:pt x="202" y="706"/>
                    <a:pt x="237" y="655"/>
                    <a:pt x="255" y="594"/>
                  </a:cubicBezTo>
                  <a:cubicBezTo>
                    <a:pt x="257" y="587"/>
                    <a:pt x="253" y="579"/>
                    <a:pt x="251" y="566"/>
                  </a:cubicBezTo>
                  <a:cubicBezTo>
                    <a:pt x="186" y="571"/>
                    <a:pt x="122" y="575"/>
                    <a:pt x="55" y="580"/>
                  </a:cubicBezTo>
                  <a:close/>
                  <a:moveTo>
                    <a:pt x="3740" y="24"/>
                  </a:moveTo>
                  <a:cubicBezTo>
                    <a:pt x="3734" y="17"/>
                    <a:pt x="3730" y="9"/>
                    <a:pt x="3724" y="0"/>
                  </a:cubicBezTo>
                  <a:cubicBezTo>
                    <a:pt x="3693" y="0"/>
                    <a:pt x="3693" y="0"/>
                    <a:pt x="3693" y="0"/>
                  </a:cubicBezTo>
                  <a:cubicBezTo>
                    <a:pt x="3705" y="14"/>
                    <a:pt x="3716" y="28"/>
                    <a:pt x="3728" y="42"/>
                  </a:cubicBezTo>
                  <a:cubicBezTo>
                    <a:pt x="3773" y="97"/>
                    <a:pt x="3810" y="157"/>
                    <a:pt x="3840" y="221"/>
                  </a:cubicBezTo>
                  <a:cubicBezTo>
                    <a:pt x="3840" y="174"/>
                    <a:pt x="3840" y="174"/>
                    <a:pt x="3840" y="174"/>
                  </a:cubicBezTo>
                  <a:cubicBezTo>
                    <a:pt x="3812" y="122"/>
                    <a:pt x="3779" y="72"/>
                    <a:pt x="3740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6"/>
            <p:cNvSpPr/>
            <p:nvPr/>
          </p:nvSpPr>
          <p:spPr>
            <a:xfrm>
              <a:off x="0" y="-2313"/>
              <a:ext cx="12191768" cy="6864081"/>
            </a:xfrm>
            <a:custGeom>
              <a:avLst/>
              <a:gdLst/>
              <a:ahLst/>
              <a:cxnLst/>
              <a:rect l="l" t="t" r="r" b="b"/>
              <a:pathLst>
                <a:path w="3840" h="2161" extrusionOk="0">
                  <a:moveTo>
                    <a:pt x="3767" y="2161"/>
                  </a:moveTo>
                  <a:cubicBezTo>
                    <a:pt x="3792" y="2161"/>
                    <a:pt x="3792" y="2161"/>
                    <a:pt x="3792" y="2161"/>
                  </a:cubicBezTo>
                  <a:cubicBezTo>
                    <a:pt x="3801" y="2150"/>
                    <a:pt x="3810" y="2139"/>
                    <a:pt x="3819" y="2129"/>
                  </a:cubicBezTo>
                  <a:cubicBezTo>
                    <a:pt x="3826" y="2122"/>
                    <a:pt x="3833" y="2116"/>
                    <a:pt x="3840" y="2109"/>
                  </a:cubicBezTo>
                  <a:cubicBezTo>
                    <a:pt x="3840" y="2086"/>
                    <a:pt x="3840" y="2086"/>
                    <a:pt x="3840" y="2086"/>
                  </a:cubicBezTo>
                  <a:cubicBezTo>
                    <a:pt x="3813" y="2108"/>
                    <a:pt x="3789" y="2134"/>
                    <a:pt x="3767" y="2161"/>
                  </a:cubicBezTo>
                  <a:close/>
                  <a:moveTo>
                    <a:pt x="2102" y="2102"/>
                  </a:moveTo>
                  <a:cubicBezTo>
                    <a:pt x="2066" y="2113"/>
                    <a:pt x="2034" y="2138"/>
                    <a:pt x="1997" y="2160"/>
                  </a:cubicBezTo>
                  <a:cubicBezTo>
                    <a:pt x="1986" y="2061"/>
                    <a:pt x="1945" y="1974"/>
                    <a:pt x="1884" y="1890"/>
                  </a:cubicBezTo>
                  <a:cubicBezTo>
                    <a:pt x="1880" y="1898"/>
                    <a:pt x="1875" y="1903"/>
                    <a:pt x="1876" y="1907"/>
                  </a:cubicBezTo>
                  <a:cubicBezTo>
                    <a:pt x="1878" y="1959"/>
                    <a:pt x="1853" y="2002"/>
                    <a:pt x="1834" y="2046"/>
                  </a:cubicBezTo>
                  <a:cubicBezTo>
                    <a:pt x="1817" y="2083"/>
                    <a:pt x="1797" y="2118"/>
                    <a:pt x="1779" y="2154"/>
                  </a:cubicBezTo>
                  <a:cubicBezTo>
                    <a:pt x="1751" y="2147"/>
                    <a:pt x="1721" y="2139"/>
                    <a:pt x="1690" y="2130"/>
                  </a:cubicBezTo>
                  <a:cubicBezTo>
                    <a:pt x="1660" y="2122"/>
                    <a:pt x="1630" y="2111"/>
                    <a:pt x="1598" y="2101"/>
                  </a:cubicBezTo>
                  <a:cubicBezTo>
                    <a:pt x="1591" y="2122"/>
                    <a:pt x="1589" y="2141"/>
                    <a:pt x="1591" y="2161"/>
                  </a:cubicBezTo>
                  <a:cubicBezTo>
                    <a:pt x="1612" y="2161"/>
                    <a:pt x="1612" y="2161"/>
                    <a:pt x="1612" y="2161"/>
                  </a:cubicBezTo>
                  <a:cubicBezTo>
                    <a:pt x="1612" y="2160"/>
                    <a:pt x="1612" y="2160"/>
                    <a:pt x="1612" y="2160"/>
                  </a:cubicBezTo>
                  <a:cubicBezTo>
                    <a:pt x="1610" y="2151"/>
                    <a:pt x="1612" y="2142"/>
                    <a:pt x="1612" y="2136"/>
                  </a:cubicBezTo>
                  <a:cubicBezTo>
                    <a:pt x="1646" y="2144"/>
                    <a:pt x="1678" y="2152"/>
                    <a:pt x="1710" y="2157"/>
                  </a:cubicBezTo>
                  <a:cubicBezTo>
                    <a:pt x="1715" y="2158"/>
                    <a:pt x="1720" y="2159"/>
                    <a:pt x="1725" y="2161"/>
                  </a:cubicBezTo>
                  <a:cubicBezTo>
                    <a:pt x="1807" y="2161"/>
                    <a:pt x="1807" y="2161"/>
                    <a:pt x="1807" y="2161"/>
                  </a:cubicBezTo>
                  <a:cubicBezTo>
                    <a:pt x="1811" y="2140"/>
                    <a:pt x="1819" y="2120"/>
                    <a:pt x="1830" y="2099"/>
                  </a:cubicBezTo>
                  <a:cubicBezTo>
                    <a:pt x="1855" y="2052"/>
                    <a:pt x="1883" y="2007"/>
                    <a:pt x="1898" y="1950"/>
                  </a:cubicBezTo>
                  <a:cubicBezTo>
                    <a:pt x="1913" y="1978"/>
                    <a:pt x="1930" y="2005"/>
                    <a:pt x="1942" y="2034"/>
                  </a:cubicBezTo>
                  <a:cubicBezTo>
                    <a:pt x="1959" y="2075"/>
                    <a:pt x="1971" y="2117"/>
                    <a:pt x="1974" y="2161"/>
                  </a:cubicBezTo>
                  <a:cubicBezTo>
                    <a:pt x="2037" y="2161"/>
                    <a:pt x="2037" y="2161"/>
                    <a:pt x="2037" y="2161"/>
                  </a:cubicBezTo>
                  <a:cubicBezTo>
                    <a:pt x="2053" y="2147"/>
                    <a:pt x="2074" y="2137"/>
                    <a:pt x="2093" y="2127"/>
                  </a:cubicBezTo>
                  <a:cubicBezTo>
                    <a:pt x="2112" y="2116"/>
                    <a:pt x="2133" y="2110"/>
                    <a:pt x="2158" y="2122"/>
                  </a:cubicBezTo>
                  <a:cubicBezTo>
                    <a:pt x="2152" y="2135"/>
                    <a:pt x="2146" y="2148"/>
                    <a:pt x="2140" y="2161"/>
                  </a:cubicBezTo>
                  <a:cubicBezTo>
                    <a:pt x="2165" y="2161"/>
                    <a:pt x="2165" y="2161"/>
                    <a:pt x="2165" y="2161"/>
                  </a:cubicBezTo>
                  <a:cubicBezTo>
                    <a:pt x="2179" y="2141"/>
                    <a:pt x="2198" y="2125"/>
                    <a:pt x="2227" y="2115"/>
                  </a:cubicBezTo>
                  <a:cubicBezTo>
                    <a:pt x="2180" y="2097"/>
                    <a:pt x="2139" y="2090"/>
                    <a:pt x="2102" y="2102"/>
                  </a:cubicBezTo>
                  <a:close/>
                  <a:moveTo>
                    <a:pt x="234" y="1391"/>
                  </a:moveTo>
                  <a:cubicBezTo>
                    <a:pt x="269" y="1368"/>
                    <a:pt x="307" y="1351"/>
                    <a:pt x="333" y="1324"/>
                  </a:cubicBezTo>
                  <a:cubicBezTo>
                    <a:pt x="360" y="1296"/>
                    <a:pt x="372" y="1256"/>
                    <a:pt x="377" y="1206"/>
                  </a:cubicBezTo>
                  <a:cubicBezTo>
                    <a:pt x="338" y="1242"/>
                    <a:pt x="298" y="1245"/>
                    <a:pt x="257" y="1241"/>
                  </a:cubicBezTo>
                  <a:cubicBezTo>
                    <a:pt x="232" y="1238"/>
                    <a:pt x="207" y="1236"/>
                    <a:pt x="182" y="1231"/>
                  </a:cubicBezTo>
                  <a:cubicBezTo>
                    <a:pt x="135" y="1223"/>
                    <a:pt x="89" y="1227"/>
                    <a:pt x="46" y="1244"/>
                  </a:cubicBezTo>
                  <a:cubicBezTo>
                    <a:pt x="29" y="1250"/>
                    <a:pt x="13" y="1258"/>
                    <a:pt x="0" y="1268"/>
                  </a:cubicBezTo>
                  <a:cubicBezTo>
                    <a:pt x="0" y="1518"/>
                    <a:pt x="0" y="1518"/>
                    <a:pt x="0" y="1518"/>
                  </a:cubicBezTo>
                  <a:cubicBezTo>
                    <a:pt x="18" y="1545"/>
                    <a:pt x="24" y="1579"/>
                    <a:pt x="40" y="1609"/>
                  </a:cubicBezTo>
                  <a:cubicBezTo>
                    <a:pt x="37" y="1582"/>
                    <a:pt x="33" y="1555"/>
                    <a:pt x="30" y="1524"/>
                  </a:cubicBezTo>
                  <a:cubicBezTo>
                    <a:pt x="56" y="1540"/>
                    <a:pt x="80" y="1555"/>
                    <a:pt x="108" y="1572"/>
                  </a:cubicBezTo>
                  <a:cubicBezTo>
                    <a:pt x="117" y="1594"/>
                    <a:pt x="115" y="1621"/>
                    <a:pt x="107" y="1649"/>
                  </a:cubicBezTo>
                  <a:cubicBezTo>
                    <a:pt x="98" y="1680"/>
                    <a:pt x="91" y="1712"/>
                    <a:pt x="82" y="1746"/>
                  </a:cubicBezTo>
                  <a:cubicBezTo>
                    <a:pt x="77" y="1743"/>
                    <a:pt x="67" y="1741"/>
                    <a:pt x="61" y="1735"/>
                  </a:cubicBezTo>
                  <a:cubicBezTo>
                    <a:pt x="37" y="1714"/>
                    <a:pt x="17" y="1692"/>
                    <a:pt x="0" y="1667"/>
                  </a:cubicBezTo>
                  <a:cubicBezTo>
                    <a:pt x="0" y="1706"/>
                    <a:pt x="0" y="1706"/>
                    <a:pt x="0" y="1706"/>
                  </a:cubicBezTo>
                  <a:cubicBezTo>
                    <a:pt x="26" y="1740"/>
                    <a:pt x="59" y="1768"/>
                    <a:pt x="107" y="1774"/>
                  </a:cubicBezTo>
                  <a:cubicBezTo>
                    <a:pt x="112" y="1741"/>
                    <a:pt x="116" y="1710"/>
                    <a:pt x="122" y="1678"/>
                  </a:cubicBezTo>
                  <a:cubicBezTo>
                    <a:pt x="128" y="1647"/>
                    <a:pt x="135" y="1617"/>
                    <a:pt x="141" y="1589"/>
                  </a:cubicBezTo>
                  <a:cubicBezTo>
                    <a:pt x="182" y="1589"/>
                    <a:pt x="222" y="1586"/>
                    <a:pt x="262" y="1588"/>
                  </a:cubicBezTo>
                  <a:cubicBezTo>
                    <a:pt x="310" y="1591"/>
                    <a:pt x="360" y="1588"/>
                    <a:pt x="405" y="1613"/>
                  </a:cubicBezTo>
                  <a:cubicBezTo>
                    <a:pt x="409" y="1615"/>
                    <a:pt x="414" y="1614"/>
                    <a:pt x="424" y="1614"/>
                  </a:cubicBezTo>
                  <a:cubicBezTo>
                    <a:pt x="376" y="1521"/>
                    <a:pt x="317" y="1446"/>
                    <a:pt x="234" y="1391"/>
                  </a:cubicBezTo>
                  <a:close/>
                  <a:moveTo>
                    <a:pt x="28" y="1374"/>
                  </a:moveTo>
                  <a:cubicBezTo>
                    <a:pt x="30" y="1346"/>
                    <a:pt x="51" y="1340"/>
                    <a:pt x="69" y="1332"/>
                  </a:cubicBezTo>
                  <a:cubicBezTo>
                    <a:pt x="88" y="1323"/>
                    <a:pt x="108" y="1317"/>
                    <a:pt x="126" y="1305"/>
                  </a:cubicBezTo>
                  <a:cubicBezTo>
                    <a:pt x="100" y="1309"/>
                    <a:pt x="73" y="1312"/>
                    <a:pt x="43" y="1317"/>
                  </a:cubicBezTo>
                  <a:cubicBezTo>
                    <a:pt x="54" y="1286"/>
                    <a:pt x="76" y="1271"/>
                    <a:pt x="103" y="1264"/>
                  </a:cubicBezTo>
                  <a:cubicBezTo>
                    <a:pt x="137" y="1256"/>
                    <a:pt x="171" y="1250"/>
                    <a:pt x="207" y="1255"/>
                  </a:cubicBezTo>
                  <a:cubicBezTo>
                    <a:pt x="249" y="1262"/>
                    <a:pt x="292" y="1262"/>
                    <a:pt x="340" y="1265"/>
                  </a:cubicBezTo>
                  <a:cubicBezTo>
                    <a:pt x="340" y="1292"/>
                    <a:pt x="324" y="1308"/>
                    <a:pt x="306" y="1320"/>
                  </a:cubicBezTo>
                  <a:cubicBezTo>
                    <a:pt x="274" y="1342"/>
                    <a:pt x="243" y="1373"/>
                    <a:pt x="197" y="1358"/>
                  </a:cubicBezTo>
                  <a:cubicBezTo>
                    <a:pt x="168" y="1374"/>
                    <a:pt x="139" y="1354"/>
                    <a:pt x="111" y="1358"/>
                  </a:cubicBezTo>
                  <a:cubicBezTo>
                    <a:pt x="84" y="1362"/>
                    <a:pt x="57" y="1368"/>
                    <a:pt x="28" y="1374"/>
                  </a:cubicBezTo>
                  <a:close/>
                  <a:moveTo>
                    <a:pt x="376" y="1574"/>
                  </a:moveTo>
                  <a:cubicBezTo>
                    <a:pt x="319" y="1561"/>
                    <a:pt x="266" y="1566"/>
                    <a:pt x="213" y="1568"/>
                  </a:cubicBezTo>
                  <a:cubicBezTo>
                    <a:pt x="138" y="1571"/>
                    <a:pt x="81" y="1539"/>
                    <a:pt x="41" y="1476"/>
                  </a:cubicBezTo>
                  <a:cubicBezTo>
                    <a:pt x="40" y="1474"/>
                    <a:pt x="39" y="1471"/>
                    <a:pt x="39" y="1468"/>
                  </a:cubicBezTo>
                  <a:cubicBezTo>
                    <a:pt x="38" y="1466"/>
                    <a:pt x="39" y="1463"/>
                    <a:pt x="40" y="1456"/>
                  </a:cubicBezTo>
                  <a:cubicBezTo>
                    <a:pt x="87" y="1451"/>
                    <a:pt x="130" y="1470"/>
                    <a:pt x="176" y="1477"/>
                  </a:cubicBezTo>
                  <a:cubicBezTo>
                    <a:pt x="138" y="1447"/>
                    <a:pt x="91" y="1439"/>
                    <a:pt x="47" y="1426"/>
                  </a:cubicBezTo>
                  <a:cubicBezTo>
                    <a:pt x="85" y="1376"/>
                    <a:pt x="123" y="1368"/>
                    <a:pt x="186" y="1394"/>
                  </a:cubicBezTo>
                  <a:cubicBezTo>
                    <a:pt x="240" y="1416"/>
                    <a:pt x="284" y="1453"/>
                    <a:pt x="321" y="1497"/>
                  </a:cubicBezTo>
                  <a:cubicBezTo>
                    <a:pt x="342" y="1520"/>
                    <a:pt x="358" y="1548"/>
                    <a:pt x="376" y="1574"/>
                  </a:cubicBezTo>
                  <a:close/>
                  <a:moveTo>
                    <a:pt x="1637" y="0"/>
                  </a:moveTo>
                  <a:cubicBezTo>
                    <a:pt x="1612" y="0"/>
                    <a:pt x="1612" y="0"/>
                    <a:pt x="1612" y="0"/>
                  </a:cubicBezTo>
                  <a:cubicBezTo>
                    <a:pt x="1614" y="3"/>
                    <a:pt x="1616" y="6"/>
                    <a:pt x="1618" y="9"/>
                  </a:cubicBezTo>
                  <a:cubicBezTo>
                    <a:pt x="1624" y="6"/>
                    <a:pt x="1632" y="4"/>
                    <a:pt x="1637" y="0"/>
                  </a:cubicBezTo>
                  <a:close/>
                  <a:moveTo>
                    <a:pt x="1656" y="290"/>
                  </a:moveTo>
                  <a:cubicBezTo>
                    <a:pt x="1634" y="349"/>
                    <a:pt x="1638" y="405"/>
                    <a:pt x="1650" y="462"/>
                  </a:cubicBezTo>
                  <a:cubicBezTo>
                    <a:pt x="1663" y="521"/>
                    <a:pt x="1697" y="569"/>
                    <a:pt x="1738" y="614"/>
                  </a:cubicBezTo>
                  <a:cubicBezTo>
                    <a:pt x="1799" y="558"/>
                    <a:pt x="1823" y="487"/>
                    <a:pt x="1829" y="409"/>
                  </a:cubicBezTo>
                  <a:cubicBezTo>
                    <a:pt x="1834" y="331"/>
                    <a:pt x="1815" y="259"/>
                    <a:pt x="1758" y="199"/>
                  </a:cubicBezTo>
                  <a:cubicBezTo>
                    <a:pt x="1804" y="136"/>
                    <a:pt x="1840" y="70"/>
                    <a:pt x="1863" y="0"/>
                  </a:cubicBezTo>
                  <a:cubicBezTo>
                    <a:pt x="1838" y="0"/>
                    <a:pt x="1838" y="0"/>
                    <a:pt x="1838" y="0"/>
                  </a:cubicBezTo>
                  <a:cubicBezTo>
                    <a:pt x="1830" y="30"/>
                    <a:pt x="1817" y="58"/>
                    <a:pt x="1803" y="77"/>
                  </a:cubicBezTo>
                  <a:cubicBezTo>
                    <a:pt x="1811" y="51"/>
                    <a:pt x="1819" y="25"/>
                    <a:pt x="1827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9" y="27"/>
                    <a:pt x="1788" y="54"/>
                    <a:pt x="1774" y="80"/>
                  </a:cubicBezTo>
                  <a:cubicBezTo>
                    <a:pt x="1735" y="152"/>
                    <a:pt x="1693" y="223"/>
                    <a:pt x="1622" y="275"/>
                  </a:cubicBezTo>
                  <a:cubicBezTo>
                    <a:pt x="1547" y="178"/>
                    <a:pt x="1376" y="143"/>
                    <a:pt x="1228" y="260"/>
                  </a:cubicBezTo>
                  <a:cubicBezTo>
                    <a:pt x="1232" y="307"/>
                    <a:pt x="1268" y="328"/>
                    <a:pt x="1305" y="346"/>
                  </a:cubicBezTo>
                  <a:cubicBezTo>
                    <a:pt x="1327" y="357"/>
                    <a:pt x="1352" y="363"/>
                    <a:pt x="1375" y="371"/>
                  </a:cubicBezTo>
                  <a:cubicBezTo>
                    <a:pt x="1342" y="429"/>
                    <a:pt x="1310" y="484"/>
                    <a:pt x="1277" y="541"/>
                  </a:cubicBezTo>
                  <a:cubicBezTo>
                    <a:pt x="1288" y="549"/>
                    <a:pt x="1294" y="556"/>
                    <a:pt x="1301" y="557"/>
                  </a:cubicBezTo>
                  <a:cubicBezTo>
                    <a:pt x="1363" y="567"/>
                    <a:pt x="1425" y="558"/>
                    <a:pt x="1481" y="533"/>
                  </a:cubicBezTo>
                  <a:cubicBezTo>
                    <a:pt x="1524" y="514"/>
                    <a:pt x="1551" y="474"/>
                    <a:pt x="1579" y="437"/>
                  </a:cubicBezTo>
                  <a:cubicBezTo>
                    <a:pt x="1604" y="403"/>
                    <a:pt x="1617" y="365"/>
                    <a:pt x="1625" y="325"/>
                  </a:cubicBezTo>
                  <a:cubicBezTo>
                    <a:pt x="1629" y="310"/>
                    <a:pt x="1632" y="295"/>
                    <a:pt x="1656" y="290"/>
                  </a:cubicBezTo>
                  <a:close/>
                  <a:moveTo>
                    <a:pt x="1665" y="348"/>
                  </a:moveTo>
                  <a:cubicBezTo>
                    <a:pt x="1670" y="317"/>
                    <a:pt x="1683" y="287"/>
                    <a:pt x="1721" y="274"/>
                  </a:cubicBezTo>
                  <a:cubicBezTo>
                    <a:pt x="1739" y="323"/>
                    <a:pt x="1722" y="376"/>
                    <a:pt x="1750" y="418"/>
                  </a:cubicBezTo>
                  <a:cubicBezTo>
                    <a:pt x="1751" y="376"/>
                    <a:pt x="1753" y="333"/>
                    <a:pt x="1755" y="284"/>
                  </a:cubicBezTo>
                  <a:cubicBezTo>
                    <a:pt x="1786" y="300"/>
                    <a:pt x="1796" y="320"/>
                    <a:pt x="1802" y="345"/>
                  </a:cubicBezTo>
                  <a:cubicBezTo>
                    <a:pt x="1813" y="394"/>
                    <a:pt x="1806" y="442"/>
                    <a:pt x="1791" y="489"/>
                  </a:cubicBezTo>
                  <a:cubicBezTo>
                    <a:pt x="1781" y="524"/>
                    <a:pt x="1767" y="556"/>
                    <a:pt x="1735" y="583"/>
                  </a:cubicBezTo>
                  <a:cubicBezTo>
                    <a:pt x="1718" y="556"/>
                    <a:pt x="1701" y="533"/>
                    <a:pt x="1688" y="507"/>
                  </a:cubicBezTo>
                  <a:cubicBezTo>
                    <a:pt x="1663" y="457"/>
                    <a:pt x="1655" y="403"/>
                    <a:pt x="1665" y="348"/>
                  </a:cubicBezTo>
                  <a:close/>
                  <a:moveTo>
                    <a:pt x="1247" y="272"/>
                  </a:moveTo>
                  <a:cubicBezTo>
                    <a:pt x="1308" y="223"/>
                    <a:pt x="1375" y="201"/>
                    <a:pt x="1448" y="206"/>
                  </a:cubicBezTo>
                  <a:cubicBezTo>
                    <a:pt x="1484" y="209"/>
                    <a:pt x="1520" y="218"/>
                    <a:pt x="1543" y="257"/>
                  </a:cubicBezTo>
                  <a:cubicBezTo>
                    <a:pt x="1484" y="266"/>
                    <a:pt x="1426" y="258"/>
                    <a:pt x="1373" y="283"/>
                  </a:cubicBezTo>
                  <a:cubicBezTo>
                    <a:pt x="1412" y="285"/>
                    <a:pt x="1452" y="286"/>
                    <a:pt x="1500" y="287"/>
                  </a:cubicBezTo>
                  <a:cubicBezTo>
                    <a:pt x="1462" y="309"/>
                    <a:pt x="1432" y="327"/>
                    <a:pt x="1401" y="345"/>
                  </a:cubicBezTo>
                  <a:cubicBezTo>
                    <a:pt x="1398" y="347"/>
                    <a:pt x="1393" y="346"/>
                    <a:pt x="1389" y="346"/>
                  </a:cubicBezTo>
                  <a:cubicBezTo>
                    <a:pt x="1334" y="339"/>
                    <a:pt x="1285" y="322"/>
                    <a:pt x="1247" y="272"/>
                  </a:cubicBezTo>
                  <a:close/>
                  <a:moveTo>
                    <a:pt x="1561" y="427"/>
                  </a:moveTo>
                  <a:cubicBezTo>
                    <a:pt x="1527" y="476"/>
                    <a:pt x="1488" y="518"/>
                    <a:pt x="1424" y="528"/>
                  </a:cubicBezTo>
                  <a:cubicBezTo>
                    <a:pt x="1387" y="533"/>
                    <a:pt x="1351" y="546"/>
                    <a:pt x="1305" y="536"/>
                  </a:cubicBezTo>
                  <a:cubicBezTo>
                    <a:pt x="1341" y="485"/>
                    <a:pt x="1356" y="429"/>
                    <a:pt x="1398" y="385"/>
                  </a:cubicBezTo>
                  <a:cubicBezTo>
                    <a:pt x="1438" y="344"/>
                    <a:pt x="1480" y="315"/>
                    <a:pt x="1547" y="332"/>
                  </a:cubicBezTo>
                  <a:cubicBezTo>
                    <a:pt x="1536" y="349"/>
                    <a:pt x="1529" y="363"/>
                    <a:pt x="1519" y="374"/>
                  </a:cubicBezTo>
                  <a:cubicBezTo>
                    <a:pt x="1509" y="386"/>
                    <a:pt x="1496" y="395"/>
                    <a:pt x="1485" y="406"/>
                  </a:cubicBezTo>
                  <a:cubicBezTo>
                    <a:pt x="1475" y="415"/>
                    <a:pt x="1465" y="424"/>
                    <a:pt x="1456" y="434"/>
                  </a:cubicBezTo>
                  <a:cubicBezTo>
                    <a:pt x="1506" y="422"/>
                    <a:pt x="1539" y="387"/>
                    <a:pt x="1571" y="349"/>
                  </a:cubicBezTo>
                  <a:cubicBezTo>
                    <a:pt x="1587" y="381"/>
                    <a:pt x="1576" y="405"/>
                    <a:pt x="1561" y="427"/>
                  </a:cubicBezTo>
                  <a:close/>
                  <a:moveTo>
                    <a:pt x="2363" y="240"/>
                  </a:moveTo>
                  <a:cubicBezTo>
                    <a:pt x="2295" y="191"/>
                    <a:pt x="2217" y="165"/>
                    <a:pt x="2135" y="139"/>
                  </a:cubicBezTo>
                  <a:cubicBezTo>
                    <a:pt x="2120" y="92"/>
                    <a:pt x="2103" y="46"/>
                    <a:pt x="2083" y="0"/>
                  </a:cubicBezTo>
                  <a:cubicBezTo>
                    <a:pt x="2028" y="0"/>
                    <a:pt x="2028" y="0"/>
                    <a:pt x="2028" y="0"/>
                  </a:cubicBezTo>
                  <a:cubicBezTo>
                    <a:pt x="2055" y="53"/>
                    <a:pt x="2079" y="107"/>
                    <a:pt x="2101" y="163"/>
                  </a:cubicBezTo>
                  <a:cubicBezTo>
                    <a:pt x="2080" y="179"/>
                    <a:pt x="2060" y="192"/>
                    <a:pt x="2043" y="208"/>
                  </a:cubicBezTo>
                  <a:cubicBezTo>
                    <a:pt x="1989" y="259"/>
                    <a:pt x="1952" y="322"/>
                    <a:pt x="1938" y="395"/>
                  </a:cubicBezTo>
                  <a:cubicBezTo>
                    <a:pt x="1931" y="430"/>
                    <a:pt x="1935" y="467"/>
                    <a:pt x="1936" y="503"/>
                  </a:cubicBezTo>
                  <a:cubicBezTo>
                    <a:pt x="1936" y="517"/>
                    <a:pt x="1948" y="523"/>
                    <a:pt x="1962" y="525"/>
                  </a:cubicBezTo>
                  <a:cubicBezTo>
                    <a:pt x="2002" y="528"/>
                    <a:pt x="2033" y="508"/>
                    <a:pt x="2064" y="489"/>
                  </a:cubicBezTo>
                  <a:cubicBezTo>
                    <a:pt x="2088" y="474"/>
                    <a:pt x="2108" y="452"/>
                    <a:pt x="2132" y="431"/>
                  </a:cubicBezTo>
                  <a:cubicBezTo>
                    <a:pt x="2147" y="496"/>
                    <a:pt x="2145" y="561"/>
                    <a:pt x="2146" y="629"/>
                  </a:cubicBezTo>
                  <a:cubicBezTo>
                    <a:pt x="2125" y="622"/>
                    <a:pt x="2108" y="612"/>
                    <a:pt x="2090" y="609"/>
                  </a:cubicBezTo>
                  <a:cubicBezTo>
                    <a:pt x="2045" y="600"/>
                    <a:pt x="2008" y="621"/>
                    <a:pt x="1977" y="651"/>
                  </a:cubicBezTo>
                  <a:cubicBezTo>
                    <a:pt x="1943" y="683"/>
                    <a:pt x="1919" y="723"/>
                    <a:pt x="1906" y="768"/>
                  </a:cubicBezTo>
                  <a:cubicBezTo>
                    <a:pt x="1900" y="792"/>
                    <a:pt x="1891" y="816"/>
                    <a:pt x="1882" y="840"/>
                  </a:cubicBezTo>
                  <a:cubicBezTo>
                    <a:pt x="1869" y="879"/>
                    <a:pt x="1849" y="914"/>
                    <a:pt x="1799" y="933"/>
                  </a:cubicBezTo>
                  <a:cubicBezTo>
                    <a:pt x="1846" y="949"/>
                    <a:pt x="1887" y="956"/>
                    <a:pt x="1924" y="944"/>
                  </a:cubicBezTo>
                  <a:cubicBezTo>
                    <a:pt x="1960" y="932"/>
                    <a:pt x="1991" y="906"/>
                    <a:pt x="2028" y="884"/>
                  </a:cubicBezTo>
                  <a:cubicBezTo>
                    <a:pt x="2041" y="983"/>
                    <a:pt x="2083" y="1069"/>
                    <a:pt x="2146" y="1152"/>
                  </a:cubicBezTo>
                  <a:cubicBezTo>
                    <a:pt x="2150" y="1143"/>
                    <a:pt x="2154" y="1139"/>
                    <a:pt x="2154" y="1135"/>
                  </a:cubicBezTo>
                  <a:cubicBezTo>
                    <a:pt x="2150" y="1083"/>
                    <a:pt x="2174" y="1040"/>
                    <a:pt x="2193" y="995"/>
                  </a:cubicBezTo>
                  <a:cubicBezTo>
                    <a:pt x="2209" y="958"/>
                    <a:pt x="2228" y="923"/>
                    <a:pt x="2247" y="886"/>
                  </a:cubicBezTo>
                  <a:cubicBezTo>
                    <a:pt x="2274" y="893"/>
                    <a:pt x="2305" y="900"/>
                    <a:pt x="2335" y="908"/>
                  </a:cubicBezTo>
                  <a:cubicBezTo>
                    <a:pt x="2366" y="917"/>
                    <a:pt x="2396" y="927"/>
                    <a:pt x="2428" y="936"/>
                  </a:cubicBezTo>
                  <a:cubicBezTo>
                    <a:pt x="2452" y="862"/>
                    <a:pt x="2410" y="800"/>
                    <a:pt x="2370" y="740"/>
                  </a:cubicBezTo>
                  <a:cubicBezTo>
                    <a:pt x="2329" y="679"/>
                    <a:pt x="2274" y="635"/>
                    <a:pt x="2193" y="639"/>
                  </a:cubicBezTo>
                  <a:cubicBezTo>
                    <a:pt x="2196" y="596"/>
                    <a:pt x="2200" y="557"/>
                    <a:pt x="2201" y="518"/>
                  </a:cubicBezTo>
                  <a:cubicBezTo>
                    <a:pt x="2202" y="479"/>
                    <a:pt x="2199" y="440"/>
                    <a:pt x="2198" y="394"/>
                  </a:cubicBezTo>
                  <a:cubicBezTo>
                    <a:pt x="2290" y="477"/>
                    <a:pt x="2392" y="519"/>
                    <a:pt x="2515" y="497"/>
                  </a:cubicBezTo>
                  <a:cubicBezTo>
                    <a:pt x="2522" y="464"/>
                    <a:pt x="2507" y="436"/>
                    <a:pt x="2498" y="407"/>
                  </a:cubicBezTo>
                  <a:cubicBezTo>
                    <a:pt x="2475" y="334"/>
                    <a:pt x="2423" y="284"/>
                    <a:pt x="2363" y="240"/>
                  </a:cubicBezTo>
                  <a:close/>
                  <a:moveTo>
                    <a:pt x="2121" y="396"/>
                  </a:moveTo>
                  <a:cubicBezTo>
                    <a:pt x="2112" y="413"/>
                    <a:pt x="2102" y="431"/>
                    <a:pt x="2088" y="444"/>
                  </a:cubicBezTo>
                  <a:cubicBezTo>
                    <a:pt x="2054" y="476"/>
                    <a:pt x="2016" y="502"/>
                    <a:pt x="1966" y="504"/>
                  </a:cubicBezTo>
                  <a:cubicBezTo>
                    <a:pt x="1925" y="408"/>
                    <a:pt x="2004" y="235"/>
                    <a:pt x="2086" y="238"/>
                  </a:cubicBezTo>
                  <a:cubicBezTo>
                    <a:pt x="2093" y="300"/>
                    <a:pt x="2056" y="349"/>
                    <a:pt x="2035" y="409"/>
                  </a:cubicBezTo>
                  <a:cubicBezTo>
                    <a:pt x="2081" y="368"/>
                    <a:pt x="2090" y="314"/>
                    <a:pt x="2113" y="266"/>
                  </a:cubicBezTo>
                  <a:cubicBezTo>
                    <a:pt x="2148" y="312"/>
                    <a:pt x="2145" y="354"/>
                    <a:pt x="2121" y="396"/>
                  </a:cubicBezTo>
                  <a:close/>
                  <a:moveTo>
                    <a:pt x="2164" y="368"/>
                  </a:moveTo>
                  <a:cubicBezTo>
                    <a:pt x="2185" y="440"/>
                    <a:pt x="2184" y="509"/>
                    <a:pt x="2173" y="578"/>
                  </a:cubicBezTo>
                  <a:cubicBezTo>
                    <a:pt x="2151" y="458"/>
                    <a:pt x="2149" y="402"/>
                    <a:pt x="2164" y="368"/>
                  </a:cubicBezTo>
                  <a:close/>
                  <a:moveTo>
                    <a:pt x="2014" y="836"/>
                  </a:moveTo>
                  <a:cubicBezTo>
                    <a:pt x="2008" y="884"/>
                    <a:pt x="1967" y="899"/>
                    <a:pt x="1933" y="919"/>
                  </a:cubicBezTo>
                  <a:cubicBezTo>
                    <a:pt x="1914" y="929"/>
                    <a:pt x="1892" y="936"/>
                    <a:pt x="1868" y="925"/>
                  </a:cubicBezTo>
                  <a:cubicBezTo>
                    <a:pt x="1886" y="881"/>
                    <a:pt x="1905" y="842"/>
                    <a:pt x="1917" y="801"/>
                  </a:cubicBezTo>
                  <a:cubicBezTo>
                    <a:pt x="1928" y="766"/>
                    <a:pt x="1948" y="738"/>
                    <a:pt x="1970" y="711"/>
                  </a:cubicBezTo>
                  <a:cubicBezTo>
                    <a:pt x="1988" y="690"/>
                    <a:pt x="2012" y="677"/>
                    <a:pt x="2044" y="680"/>
                  </a:cubicBezTo>
                  <a:cubicBezTo>
                    <a:pt x="2027" y="705"/>
                    <a:pt x="2012" y="727"/>
                    <a:pt x="1997" y="750"/>
                  </a:cubicBezTo>
                  <a:cubicBezTo>
                    <a:pt x="2016" y="739"/>
                    <a:pt x="2030" y="723"/>
                    <a:pt x="2046" y="710"/>
                  </a:cubicBezTo>
                  <a:cubicBezTo>
                    <a:pt x="2061" y="697"/>
                    <a:pt x="2076" y="681"/>
                    <a:pt x="2102" y="691"/>
                  </a:cubicBezTo>
                  <a:cubicBezTo>
                    <a:pt x="2084" y="715"/>
                    <a:pt x="2067" y="736"/>
                    <a:pt x="2052" y="759"/>
                  </a:cubicBezTo>
                  <a:cubicBezTo>
                    <a:pt x="2036" y="783"/>
                    <a:pt x="2041" y="817"/>
                    <a:pt x="2014" y="836"/>
                  </a:cubicBezTo>
                  <a:close/>
                  <a:moveTo>
                    <a:pt x="2311" y="708"/>
                  </a:moveTo>
                  <a:cubicBezTo>
                    <a:pt x="2361" y="754"/>
                    <a:pt x="2395" y="811"/>
                    <a:pt x="2413" y="877"/>
                  </a:cubicBezTo>
                  <a:cubicBezTo>
                    <a:pt x="2415" y="886"/>
                    <a:pt x="2413" y="896"/>
                    <a:pt x="2413" y="901"/>
                  </a:cubicBezTo>
                  <a:cubicBezTo>
                    <a:pt x="2379" y="894"/>
                    <a:pt x="2347" y="887"/>
                    <a:pt x="2315" y="882"/>
                  </a:cubicBezTo>
                  <a:cubicBezTo>
                    <a:pt x="2287" y="877"/>
                    <a:pt x="2262" y="867"/>
                    <a:pt x="2245" y="849"/>
                  </a:cubicBezTo>
                  <a:cubicBezTo>
                    <a:pt x="2242" y="817"/>
                    <a:pt x="2240" y="789"/>
                    <a:pt x="2237" y="758"/>
                  </a:cubicBezTo>
                  <a:cubicBezTo>
                    <a:pt x="2263" y="775"/>
                    <a:pt x="2286" y="790"/>
                    <a:pt x="2308" y="804"/>
                  </a:cubicBezTo>
                  <a:cubicBezTo>
                    <a:pt x="2284" y="769"/>
                    <a:pt x="2244" y="747"/>
                    <a:pt x="2233" y="703"/>
                  </a:cubicBezTo>
                  <a:cubicBezTo>
                    <a:pt x="2268" y="684"/>
                    <a:pt x="2287" y="685"/>
                    <a:pt x="2311" y="708"/>
                  </a:cubicBezTo>
                  <a:close/>
                  <a:moveTo>
                    <a:pt x="2196" y="942"/>
                  </a:moveTo>
                  <a:cubicBezTo>
                    <a:pt x="2172" y="989"/>
                    <a:pt x="2144" y="1035"/>
                    <a:pt x="2131" y="1092"/>
                  </a:cubicBezTo>
                  <a:cubicBezTo>
                    <a:pt x="2115" y="1064"/>
                    <a:pt x="2097" y="1038"/>
                    <a:pt x="2085" y="1009"/>
                  </a:cubicBezTo>
                  <a:cubicBezTo>
                    <a:pt x="2062" y="956"/>
                    <a:pt x="2047" y="901"/>
                    <a:pt x="2051" y="842"/>
                  </a:cubicBezTo>
                  <a:cubicBezTo>
                    <a:pt x="2055" y="774"/>
                    <a:pt x="2079" y="744"/>
                    <a:pt x="2140" y="730"/>
                  </a:cubicBezTo>
                  <a:cubicBezTo>
                    <a:pt x="2133" y="777"/>
                    <a:pt x="2120" y="822"/>
                    <a:pt x="2131" y="869"/>
                  </a:cubicBezTo>
                  <a:cubicBezTo>
                    <a:pt x="2144" y="825"/>
                    <a:pt x="2146" y="777"/>
                    <a:pt x="2171" y="737"/>
                  </a:cubicBezTo>
                  <a:cubicBezTo>
                    <a:pt x="2177" y="740"/>
                    <a:pt x="2180" y="740"/>
                    <a:pt x="2182" y="742"/>
                  </a:cubicBezTo>
                  <a:cubicBezTo>
                    <a:pt x="2185" y="743"/>
                    <a:pt x="2187" y="745"/>
                    <a:pt x="2188" y="747"/>
                  </a:cubicBezTo>
                  <a:cubicBezTo>
                    <a:pt x="2227" y="811"/>
                    <a:pt x="2231" y="876"/>
                    <a:pt x="2196" y="942"/>
                  </a:cubicBezTo>
                  <a:close/>
                  <a:moveTo>
                    <a:pt x="2186" y="341"/>
                  </a:moveTo>
                  <a:cubicBezTo>
                    <a:pt x="2172" y="318"/>
                    <a:pt x="2164" y="291"/>
                    <a:pt x="2173" y="259"/>
                  </a:cubicBezTo>
                  <a:cubicBezTo>
                    <a:pt x="2215" y="285"/>
                    <a:pt x="2254" y="309"/>
                    <a:pt x="2293" y="333"/>
                  </a:cubicBezTo>
                  <a:cubicBezTo>
                    <a:pt x="2295" y="331"/>
                    <a:pt x="2296" y="329"/>
                    <a:pt x="2298" y="327"/>
                  </a:cubicBezTo>
                  <a:cubicBezTo>
                    <a:pt x="2263" y="296"/>
                    <a:pt x="2228" y="266"/>
                    <a:pt x="2192" y="236"/>
                  </a:cubicBezTo>
                  <a:cubicBezTo>
                    <a:pt x="2221" y="214"/>
                    <a:pt x="2267" y="215"/>
                    <a:pt x="2335" y="250"/>
                  </a:cubicBezTo>
                  <a:cubicBezTo>
                    <a:pt x="2424" y="296"/>
                    <a:pt x="2477" y="372"/>
                    <a:pt x="2493" y="476"/>
                  </a:cubicBezTo>
                  <a:cubicBezTo>
                    <a:pt x="2375" y="501"/>
                    <a:pt x="2244" y="433"/>
                    <a:pt x="2186" y="341"/>
                  </a:cubicBezTo>
                  <a:close/>
                  <a:moveTo>
                    <a:pt x="3427" y="2161"/>
                  </a:moveTo>
                  <a:cubicBezTo>
                    <a:pt x="3453" y="2161"/>
                    <a:pt x="3453" y="2161"/>
                    <a:pt x="3453" y="2161"/>
                  </a:cubicBezTo>
                  <a:cubicBezTo>
                    <a:pt x="3438" y="2123"/>
                    <a:pt x="3425" y="2085"/>
                    <a:pt x="3396" y="2056"/>
                  </a:cubicBezTo>
                  <a:cubicBezTo>
                    <a:pt x="3406" y="2089"/>
                    <a:pt x="3416" y="2122"/>
                    <a:pt x="3427" y="2161"/>
                  </a:cubicBezTo>
                  <a:close/>
                  <a:moveTo>
                    <a:pt x="3373" y="1911"/>
                  </a:moveTo>
                  <a:cubicBezTo>
                    <a:pt x="3329" y="1929"/>
                    <a:pt x="3320" y="1970"/>
                    <a:pt x="3315" y="2011"/>
                  </a:cubicBezTo>
                  <a:cubicBezTo>
                    <a:pt x="3312" y="2036"/>
                    <a:pt x="3314" y="2061"/>
                    <a:pt x="3314" y="2085"/>
                  </a:cubicBezTo>
                  <a:cubicBezTo>
                    <a:pt x="3248" y="2072"/>
                    <a:pt x="3185" y="2059"/>
                    <a:pt x="3121" y="2046"/>
                  </a:cubicBezTo>
                  <a:cubicBezTo>
                    <a:pt x="3117" y="2058"/>
                    <a:pt x="3113" y="2066"/>
                    <a:pt x="3114" y="2073"/>
                  </a:cubicBezTo>
                  <a:cubicBezTo>
                    <a:pt x="3119" y="2104"/>
                    <a:pt x="3128" y="2134"/>
                    <a:pt x="3141" y="2161"/>
                  </a:cubicBezTo>
                  <a:cubicBezTo>
                    <a:pt x="3169" y="2161"/>
                    <a:pt x="3169" y="2161"/>
                    <a:pt x="3169" y="2161"/>
                  </a:cubicBezTo>
                  <a:cubicBezTo>
                    <a:pt x="3154" y="2135"/>
                    <a:pt x="3139" y="2108"/>
                    <a:pt x="3135" y="2071"/>
                  </a:cubicBezTo>
                  <a:cubicBezTo>
                    <a:pt x="3194" y="2089"/>
                    <a:pt x="3253" y="2086"/>
                    <a:pt x="3307" y="2111"/>
                  </a:cubicBezTo>
                  <a:cubicBezTo>
                    <a:pt x="3334" y="2124"/>
                    <a:pt x="3358" y="2139"/>
                    <a:pt x="3376" y="2161"/>
                  </a:cubicBezTo>
                  <a:cubicBezTo>
                    <a:pt x="3413" y="2161"/>
                    <a:pt x="3413" y="2161"/>
                    <a:pt x="3413" y="2161"/>
                  </a:cubicBezTo>
                  <a:cubicBezTo>
                    <a:pt x="3389" y="2139"/>
                    <a:pt x="3367" y="2121"/>
                    <a:pt x="3346" y="2102"/>
                  </a:cubicBezTo>
                  <a:cubicBezTo>
                    <a:pt x="3343" y="2099"/>
                    <a:pt x="3342" y="2094"/>
                    <a:pt x="3341" y="2090"/>
                  </a:cubicBezTo>
                  <a:cubicBezTo>
                    <a:pt x="3331" y="2037"/>
                    <a:pt x="3332" y="1985"/>
                    <a:pt x="3367" y="1933"/>
                  </a:cubicBezTo>
                  <a:cubicBezTo>
                    <a:pt x="3433" y="1975"/>
                    <a:pt x="3475" y="2031"/>
                    <a:pt x="3493" y="2103"/>
                  </a:cubicBezTo>
                  <a:cubicBezTo>
                    <a:pt x="3497" y="2122"/>
                    <a:pt x="3500" y="2141"/>
                    <a:pt x="3497" y="2161"/>
                  </a:cubicBezTo>
                  <a:cubicBezTo>
                    <a:pt x="3519" y="2161"/>
                    <a:pt x="3519" y="2161"/>
                    <a:pt x="3519" y="2161"/>
                  </a:cubicBezTo>
                  <a:cubicBezTo>
                    <a:pt x="3519" y="2074"/>
                    <a:pt x="3474" y="1978"/>
                    <a:pt x="3373" y="19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6"/>
            <p:cNvSpPr/>
            <p:nvPr/>
          </p:nvSpPr>
          <p:spPr>
            <a:xfrm>
              <a:off x="-1" y="3175"/>
              <a:ext cx="12191769" cy="6919008"/>
            </a:xfrm>
            <a:custGeom>
              <a:avLst/>
              <a:gdLst/>
              <a:ahLst/>
              <a:cxnLst/>
              <a:rect l="l" t="t" r="r" b="b"/>
              <a:pathLst>
                <a:path w="3840" h="2178" extrusionOk="0">
                  <a:moveTo>
                    <a:pt x="224" y="0"/>
                  </a:moveTo>
                  <a:cubicBezTo>
                    <a:pt x="223" y="7"/>
                    <a:pt x="223" y="14"/>
                    <a:pt x="222" y="20"/>
                  </a:cubicBezTo>
                  <a:cubicBezTo>
                    <a:pt x="221" y="34"/>
                    <a:pt x="221" y="48"/>
                    <a:pt x="220" y="61"/>
                  </a:cubicBezTo>
                  <a:cubicBezTo>
                    <a:pt x="233" y="42"/>
                    <a:pt x="240" y="21"/>
                    <a:pt x="243" y="0"/>
                  </a:cubicBezTo>
                  <a:lnTo>
                    <a:pt x="224" y="0"/>
                  </a:lnTo>
                  <a:close/>
                  <a:moveTo>
                    <a:pt x="60" y="0"/>
                  </a:moveTo>
                  <a:cubicBezTo>
                    <a:pt x="59" y="3"/>
                    <a:pt x="58" y="6"/>
                    <a:pt x="56" y="9"/>
                  </a:cubicBezTo>
                  <a:cubicBezTo>
                    <a:pt x="60" y="6"/>
                    <a:pt x="63" y="3"/>
                    <a:pt x="67" y="0"/>
                  </a:cubicBezTo>
                  <a:lnTo>
                    <a:pt x="60" y="0"/>
                  </a:lnTo>
                  <a:close/>
                  <a:moveTo>
                    <a:pt x="1209" y="90"/>
                  </a:moveTo>
                  <a:cubicBezTo>
                    <a:pt x="1181" y="65"/>
                    <a:pt x="1167" y="33"/>
                    <a:pt x="1155" y="0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1138" y="25"/>
                    <a:pt x="1148" y="50"/>
                    <a:pt x="1162" y="75"/>
                  </a:cubicBezTo>
                  <a:cubicBezTo>
                    <a:pt x="1132" y="66"/>
                    <a:pt x="1101" y="59"/>
                    <a:pt x="1072" y="46"/>
                  </a:cubicBezTo>
                  <a:cubicBezTo>
                    <a:pt x="1043" y="34"/>
                    <a:pt x="1014" y="19"/>
                    <a:pt x="989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1028" y="59"/>
                    <a:pt x="1116" y="92"/>
                    <a:pt x="1215" y="108"/>
                  </a:cubicBezTo>
                  <a:cubicBezTo>
                    <a:pt x="1212" y="99"/>
                    <a:pt x="1212" y="93"/>
                    <a:pt x="1209" y="90"/>
                  </a:cubicBezTo>
                  <a:close/>
                  <a:moveTo>
                    <a:pt x="812" y="188"/>
                  </a:moveTo>
                  <a:cubicBezTo>
                    <a:pt x="858" y="167"/>
                    <a:pt x="892" y="144"/>
                    <a:pt x="911" y="110"/>
                  </a:cubicBezTo>
                  <a:cubicBezTo>
                    <a:pt x="928" y="78"/>
                    <a:pt x="933" y="39"/>
                    <a:pt x="944" y="0"/>
                  </a:cubicBezTo>
                  <a:cubicBezTo>
                    <a:pt x="916" y="0"/>
                    <a:pt x="916" y="0"/>
                    <a:pt x="916" y="0"/>
                  </a:cubicBezTo>
                  <a:cubicBezTo>
                    <a:pt x="921" y="29"/>
                    <a:pt x="908" y="57"/>
                    <a:pt x="900" y="85"/>
                  </a:cubicBezTo>
                  <a:cubicBezTo>
                    <a:pt x="894" y="106"/>
                    <a:pt x="883" y="126"/>
                    <a:pt x="857" y="134"/>
                  </a:cubicBezTo>
                  <a:cubicBezTo>
                    <a:pt x="840" y="90"/>
                    <a:pt x="827" y="48"/>
                    <a:pt x="808" y="10"/>
                  </a:cubicBezTo>
                  <a:cubicBezTo>
                    <a:pt x="806" y="7"/>
                    <a:pt x="804" y="3"/>
                    <a:pt x="803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791" y="20"/>
                    <a:pt x="800" y="42"/>
                    <a:pt x="809" y="63"/>
                  </a:cubicBezTo>
                  <a:cubicBezTo>
                    <a:pt x="826" y="101"/>
                    <a:pt x="835" y="139"/>
                    <a:pt x="812" y="188"/>
                  </a:cubicBezTo>
                  <a:close/>
                  <a:moveTo>
                    <a:pt x="3840" y="1212"/>
                  </a:moveTo>
                  <a:cubicBezTo>
                    <a:pt x="3840" y="1188"/>
                    <a:pt x="3840" y="1188"/>
                    <a:pt x="3840" y="1188"/>
                  </a:cubicBezTo>
                  <a:cubicBezTo>
                    <a:pt x="3815" y="1174"/>
                    <a:pt x="3790" y="1162"/>
                    <a:pt x="3761" y="1158"/>
                  </a:cubicBezTo>
                  <a:cubicBezTo>
                    <a:pt x="3786" y="1178"/>
                    <a:pt x="3815" y="1192"/>
                    <a:pt x="3840" y="1212"/>
                  </a:cubicBezTo>
                  <a:close/>
                  <a:moveTo>
                    <a:pt x="1082" y="1289"/>
                  </a:moveTo>
                  <a:cubicBezTo>
                    <a:pt x="1118" y="1215"/>
                    <a:pt x="1157" y="1142"/>
                    <a:pt x="1225" y="1086"/>
                  </a:cubicBezTo>
                  <a:cubicBezTo>
                    <a:pt x="1304" y="1180"/>
                    <a:pt x="1477" y="1206"/>
                    <a:pt x="1619" y="1082"/>
                  </a:cubicBezTo>
                  <a:cubicBezTo>
                    <a:pt x="1613" y="1035"/>
                    <a:pt x="1576" y="1016"/>
                    <a:pt x="1538" y="1000"/>
                  </a:cubicBezTo>
                  <a:cubicBezTo>
                    <a:pt x="1515" y="990"/>
                    <a:pt x="1490" y="985"/>
                    <a:pt x="1467" y="979"/>
                  </a:cubicBezTo>
                  <a:cubicBezTo>
                    <a:pt x="1497" y="919"/>
                    <a:pt x="1526" y="862"/>
                    <a:pt x="1556" y="804"/>
                  </a:cubicBezTo>
                  <a:cubicBezTo>
                    <a:pt x="1545" y="797"/>
                    <a:pt x="1539" y="790"/>
                    <a:pt x="1532" y="789"/>
                  </a:cubicBezTo>
                  <a:cubicBezTo>
                    <a:pt x="1469" y="782"/>
                    <a:pt x="1408" y="794"/>
                    <a:pt x="1353" y="822"/>
                  </a:cubicBezTo>
                  <a:cubicBezTo>
                    <a:pt x="1311" y="843"/>
                    <a:pt x="1286" y="885"/>
                    <a:pt x="1260" y="923"/>
                  </a:cubicBezTo>
                  <a:cubicBezTo>
                    <a:pt x="1237" y="957"/>
                    <a:pt x="1225" y="996"/>
                    <a:pt x="1219" y="1036"/>
                  </a:cubicBezTo>
                  <a:cubicBezTo>
                    <a:pt x="1216" y="1051"/>
                    <a:pt x="1214" y="1067"/>
                    <a:pt x="1191" y="1073"/>
                  </a:cubicBezTo>
                  <a:cubicBezTo>
                    <a:pt x="1210" y="1013"/>
                    <a:pt x="1203" y="957"/>
                    <a:pt x="1188" y="901"/>
                  </a:cubicBezTo>
                  <a:cubicBezTo>
                    <a:pt x="1172" y="842"/>
                    <a:pt x="1135" y="797"/>
                    <a:pt x="1093" y="753"/>
                  </a:cubicBezTo>
                  <a:cubicBezTo>
                    <a:pt x="1035" y="812"/>
                    <a:pt x="1014" y="885"/>
                    <a:pt x="1012" y="963"/>
                  </a:cubicBezTo>
                  <a:cubicBezTo>
                    <a:pt x="1010" y="1041"/>
                    <a:pt x="1032" y="1112"/>
                    <a:pt x="1092" y="1169"/>
                  </a:cubicBezTo>
                  <a:cubicBezTo>
                    <a:pt x="1010" y="1294"/>
                    <a:pt x="968" y="1427"/>
                    <a:pt x="977" y="1577"/>
                  </a:cubicBezTo>
                  <a:cubicBezTo>
                    <a:pt x="878" y="1473"/>
                    <a:pt x="811" y="1351"/>
                    <a:pt x="752" y="1221"/>
                  </a:cubicBezTo>
                  <a:cubicBezTo>
                    <a:pt x="772" y="1204"/>
                    <a:pt x="791" y="1191"/>
                    <a:pt x="807" y="1174"/>
                  </a:cubicBezTo>
                  <a:cubicBezTo>
                    <a:pt x="859" y="1120"/>
                    <a:pt x="893" y="1055"/>
                    <a:pt x="903" y="982"/>
                  </a:cubicBezTo>
                  <a:cubicBezTo>
                    <a:pt x="909" y="947"/>
                    <a:pt x="903" y="910"/>
                    <a:pt x="900" y="874"/>
                  </a:cubicBezTo>
                  <a:cubicBezTo>
                    <a:pt x="899" y="859"/>
                    <a:pt x="887" y="854"/>
                    <a:pt x="872" y="854"/>
                  </a:cubicBezTo>
                  <a:cubicBezTo>
                    <a:pt x="833" y="852"/>
                    <a:pt x="803" y="873"/>
                    <a:pt x="773" y="894"/>
                  </a:cubicBezTo>
                  <a:cubicBezTo>
                    <a:pt x="750" y="910"/>
                    <a:pt x="731" y="933"/>
                    <a:pt x="707" y="955"/>
                  </a:cubicBezTo>
                  <a:cubicBezTo>
                    <a:pt x="690" y="892"/>
                    <a:pt x="688" y="827"/>
                    <a:pt x="684" y="758"/>
                  </a:cubicBezTo>
                  <a:cubicBezTo>
                    <a:pt x="705" y="765"/>
                    <a:pt x="723" y="773"/>
                    <a:pt x="741" y="776"/>
                  </a:cubicBezTo>
                  <a:cubicBezTo>
                    <a:pt x="787" y="782"/>
                    <a:pt x="823" y="759"/>
                    <a:pt x="852" y="729"/>
                  </a:cubicBezTo>
                  <a:cubicBezTo>
                    <a:pt x="884" y="695"/>
                    <a:pt x="906" y="654"/>
                    <a:pt x="917" y="608"/>
                  </a:cubicBezTo>
                  <a:cubicBezTo>
                    <a:pt x="922" y="583"/>
                    <a:pt x="930" y="559"/>
                    <a:pt x="937" y="535"/>
                  </a:cubicBezTo>
                  <a:cubicBezTo>
                    <a:pt x="949" y="495"/>
                    <a:pt x="967" y="460"/>
                    <a:pt x="1016" y="438"/>
                  </a:cubicBezTo>
                  <a:cubicBezTo>
                    <a:pt x="968" y="424"/>
                    <a:pt x="927" y="419"/>
                    <a:pt x="890" y="433"/>
                  </a:cubicBezTo>
                  <a:cubicBezTo>
                    <a:pt x="855" y="446"/>
                    <a:pt x="825" y="474"/>
                    <a:pt x="789" y="498"/>
                  </a:cubicBezTo>
                  <a:cubicBezTo>
                    <a:pt x="772" y="400"/>
                    <a:pt x="725" y="316"/>
                    <a:pt x="659" y="236"/>
                  </a:cubicBezTo>
                  <a:cubicBezTo>
                    <a:pt x="655" y="245"/>
                    <a:pt x="651" y="249"/>
                    <a:pt x="652" y="254"/>
                  </a:cubicBezTo>
                  <a:cubicBezTo>
                    <a:pt x="658" y="305"/>
                    <a:pt x="636" y="349"/>
                    <a:pt x="619" y="395"/>
                  </a:cubicBezTo>
                  <a:cubicBezTo>
                    <a:pt x="605" y="433"/>
                    <a:pt x="587" y="469"/>
                    <a:pt x="571" y="506"/>
                  </a:cubicBezTo>
                  <a:cubicBezTo>
                    <a:pt x="543" y="501"/>
                    <a:pt x="512" y="496"/>
                    <a:pt x="481" y="489"/>
                  </a:cubicBezTo>
                  <a:cubicBezTo>
                    <a:pt x="450" y="482"/>
                    <a:pt x="420" y="473"/>
                    <a:pt x="387" y="465"/>
                  </a:cubicBezTo>
                  <a:cubicBezTo>
                    <a:pt x="367" y="541"/>
                    <a:pt x="412" y="600"/>
                    <a:pt x="455" y="658"/>
                  </a:cubicBezTo>
                  <a:cubicBezTo>
                    <a:pt x="499" y="717"/>
                    <a:pt x="556" y="758"/>
                    <a:pt x="637" y="751"/>
                  </a:cubicBezTo>
                  <a:cubicBezTo>
                    <a:pt x="636" y="794"/>
                    <a:pt x="634" y="833"/>
                    <a:pt x="635" y="872"/>
                  </a:cubicBezTo>
                  <a:cubicBezTo>
                    <a:pt x="636" y="911"/>
                    <a:pt x="640" y="950"/>
                    <a:pt x="644" y="996"/>
                  </a:cubicBezTo>
                  <a:cubicBezTo>
                    <a:pt x="548" y="918"/>
                    <a:pt x="444" y="880"/>
                    <a:pt x="322" y="909"/>
                  </a:cubicBezTo>
                  <a:cubicBezTo>
                    <a:pt x="317" y="941"/>
                    <a:pt x="332" y="969"/>
                    <a:pt x="343" y="997"/>
                  </a:cubicBezTo>
                  <a:cubicBezTo>
                    <a:pt x="369" y="1069"/>
                    <a:pt x="424" y="1117"/>
                    <a:pt x="486" y="1157"/>
                  </a:cubicBezTo>
                  <a:cubicBezTo>
                    <a:pt x="557" y="1203"/>
                    <a:pt x="636" y="1225"/>
                    <a:pt x="719" y="1247"/>
                  </a:cubicBezTo>
                  <a:cubicBezTo>
                    <a:pt x="760" y="1355"/>
                    <a:pt x="810" y="1461"/>
                    <a:pt x="878" y="1557"/>
                  </a:cubicBezTo>
                  <a:cubicBezTo>
                    <a:pt x="945" y="1652"/>
                    <a:pt x="1022" y="1740"/>
                    <a:pt x="1098" y="1835"/>
                  </a:cubicBezTo>
                  <a:cubicBezTo>
                    <a:pt x="1068" y="1826"/>
                    <a:pt x="1041" y="1817"/>
                    <a:pt x="1015" y="1809"/>
                  </a:cubicBezTo>
                  <a:cubicBezTo>
                    <a:pt x="936" y="1649"/>
                    <a:pt x="818" y="1546"/>
                    <a:pt x="631" y="1532"/>
                  </a:cubicBezTo>
                  <a:cubicBezTo>
                    <a:pt x="626" y="1593"/>
                    <a:pt x="644" y="1644"/>
                    <a:pt x="680" y="1687"/>
                  </a:cubicBezTo>
                  <a:cubicBezTo>
                    <a:pt x="713" y="1727"/>
                    <a:pt x="753" y="1762"/>
                    <a:pt x="792" y="1802"/>
                  </a:cubicBezTo>
                  <a:cubicBezTo>
                    <a:pt x="678" y="1812"/>
                    <a:pt x="580" y="1861"/>
                    <a:pt x="481" y="1920"/>
                  </a:cubicBezTo>
                  <a:cubicBezTo>
                    <a:pt x="466" y="1912"/>
                    <a:pt x="446" y="1904"/>
                    <a:pt x="429" y="1893"/>
                  </a:cubicBezTo>
                  <a:cubicBezTo>
                    <a:pt x="351" y="1849"/>
                    <a:pt x="272" y="1856"/>
                    <a:pt x="194" y="1888"/>
                  </a:cubicBezTo>
                  <a:cubicBezTo>
                    <a:pt x="163" y="1901"/>
                    <a:pt x="133" y="1917"/>
                    <a:pt x="106" y="1937"/>
                  </a:cubicBezTo>
                  <a:cubicBezTo>
                    <a:pt x="75" y="1959"/>
                    <a:pt x="80" y="1982"/>
                    <a:pt x="115" y="2000"/>
                  </a:cubicBezTo>
                  <a:cubicBezTo>
                    <a:pt x="175" y="2030"/>
                    <a:pt x="238" y="2053"/>
                    <a:pt x="307" y="2043"/>
                  </a:cubicBezTo>
                  <a:cubicBezTo>
                    <a:pt x="308" y="2043"/>
                    <a:pt x="309" y="2045"/>
                    <a:pt x="310" y="2046"/>
                  </a:cubicBezTo>
                  <a:cubicBezTo>
                    <a:pt x="283" y="2081"/>
                    <a:pt x="259" y="2121"/>
                    <a:pt x="240" y="2161"/>
                  </a:cubicBezTo>
                  <a:cubicBezTo>
                    <a:pt x="263" y="2161"/>
                    <a:pt x="263" y="2161"/>
                    <a:pt x="263" y="2161"/>
                  </a:cubicBezTo>
                  <a:cubicBezTo>
                    <a:pt x="288" y="2111"/>
                    <a:pt x="321" y="2066"/>
                    <a:pt x="362" y="2026"/>
                  </a:cubicBezTo>
                  <a:cubicBezTo>
                    <a:pt x="374" y="2013"/>
                    <a:pt x="388" y="2016"/>
                    <a:pt x="405" y="2023"/>
                  </a:cubicBezTo>
                  <a:cubicBezTo>
                    <a:pt x="373" y="2070"/>
                    <a:pt x="342" y="2115"/>
                    <a:pt x="311" y="2161"/>
                  </a:cubicBezTo>
                  <a:cubicBezTo>
                    <a:pt x="322" y="2161"/>
                    <a:pt x="322" y="2161"/>
                    <a:pt x="322" y="2161"/>
                  </a:cubicBezTo>
                  <a:cubicBezTo>
                    <a:pt x="356" y="2122"/>
                    <a:pt x="390" y="2083"/>
                    <a:pt x="430" y="2037"/>
                  </a:cubicBezTo>
                  <a:cubicBezTo>
                    <a:pt x="433" y="2088"/>
                    <a:pt x="418" y="2127"/>
                    <a:pt x="395" y="2161"/>
                  </a:cubicBezTo>
                  <a:cubicBezTo>
                    <a:pt x="421" y="2161"/>
                    <a:pt x="421" y="2161"/>
                    <a:pt x="421" y="2161"/>
                  </a:cubicBezTo>
                  <a:cubicBezTo>
                    <a:pt x="426" y="2153"/>
                    <a:pt x="431" y="2146"/>
                    <a:pt x="437" y="2139"/>
                  </a:cubicBezTo>
                  <a:cubicBezTo>
                    <a:pt x="437" y="2138"/>
                    <a:pt x="439" y="2139"/>
                    <a:pt x="444" y="2138"/>
                  </a:cubicBezTo>
                  <a:cubicBezTo>
                    <a:pt x="446" y="2146"/>
                    <a:pt x="449" y="2153"/>
                    <a:pt x="451" y="2161"/>
                  </a:cubicBezTo>
                  <a:cubicBezTo>
                    <a:pt x="472" y="2161"/>
                    <a:pt x="472" y="2161"/>
                    <a:pt x="472" y="2161"/>
                  </a:cubicBezTo>
                  <a:cubicBezTo>
                    <a:pt x="469" y="2146"/>
                    <a:pt x="467" y="2132"/>
                    <a:pt x="467" y="2120"/>
                  </a:cubicBezTo>
                  <a:cubicBezTo>
                    <a:pt x="467" y="2088"/>
                    <a:pt x="463" y="2049"/>
                    <a:pt x="503" y="2027"/>
                  </a:cubicBezTo>
                  <a:cubicBezTo>
                    <a:pt x="525" y="2066"/>
                    <a:pt x="525" y="2108"/>
                    <a:pt x="542" y="2146"/>
                  </a:cubicBezTo>
                  <a:cubicBezTo>
                    <a:pt x="555" y="2104"/>
                    <a:pt x="533" y="2064"/>
                    <a:pt x="532" y="2021"/>
                  </a:cubicBezTo>
                  <a:cubicBezTo>
                    <a:pt x="562" y="2031"/>
                    <a:pt x="584" y="2049"/>
                    <a:pt x="594" y="2076"/>
                  </a:cubicBezTo>
                  <a:cubicBezTo>
                    <a:pt x="605" y="2104"/>
                    <a:pt x="611" y="2133"/>
                    <a:pt x="612" y="2161"/>
                  </a:cubicBezTo>
                  <a:cubicBezTo>
                    <a:pt x="634" y="2161"/>
                    <a:pt x="634" y="2161"/>
                    <a:pt x="634" y="2161"/>
                  </a:cubicBezTo>
                  <a:cubicBezTo>
                    <a:pt x="634" y="2159"/>
                    <a:pt x="633" y="2158"/>
                    <a:pt x="633" y="2157"/>
                  </a:cubicBezTo>
                  <a:cubicBezTo>
                    <a:pt x="632" y="2075"/>
                    <a:pt x="595" y="2009"/>
                    <a:pt x="525" y="1954"/>
                  </a:cubicBezTo>
                  <a:cubicBezTo>
                    <a:pt x="629" y="1898"/>
                    <a:pt x="732" y="1862"/>
                    <a:pt x="850" y="1864"/>
                  </a:cubicBezTo>
                  <a:cubicBezTo>
                    <a:pt x="765" y="1944"/>
                    <a:pt x="729" y="2037"/>
                    <a:pt x="749" y="2149"/>
                  </a:cubicBezTo>
                  <a:cubicBezTo>
                    <a:pt x="853" y="2178"/>
                    <a:pt x="1017" y="2048"/>
                    <a:pt x="1024" y="1886"/>
                  </a:cubicBezTo>
                  <a:cubicBezTo>
                    <a:pt x="1101" y="1909"/>
                    <a:pt x="1170" y="1941"/>
                    <a:pt x="1222" y="2003"/>
                  </a:cubicBezTo>
                  <a:cubicBezTo>
                    <a:pt x="1238" y="2022"/>
                    <a:pt x="1251" y="2043"/>
                    <a:pt x="1279" y="2048"/>
                  </a:cubicBezTo>
                  <a:cubicBezTo>
                    <a:pt x="1287" y="2050"/>
                    <a:pt x="1294" y="2059"/>
                    <a:pt x="1300" y="2066"/>
                  </a:cubicBezTo>
                  <a:cubicBezTo>
                    <a:pt x="1320" y="2097"/>
                    <a:pt x="1339" y="2128"/>
                    <a:pt x="1356" y="2161"/>
                  </a:cubicBezTo>
                  <a:cubicBezTo>
                    <a:pt x="1383" y="2161"/>
                    <a:pt x="1383" y="2161"/>
                    <a:pt x="1383" y="2161"/>
                  </a:cubicBezTo>
                  <a:cubicBezTo>
                    <a:pt x="1379" y="2144"/>
                    <a:pt x="1379" y="2126"/>
                    <a:pt x="1386" y="2105"/>
                  </a:cubicBezTo>
                  <a:cubicBezTo>
                    <a:pt x="1363" y="2119"/>
                    <a:pt x="1352" y="2113"/>
                    <a:pt x="1344" y="2096"/>
                  </a:cubicBezTo>
                  <a:cubicBezTo>
                    <a:pt x="1338" y="2083"/>
                    <a:pt x="1327" y="2070"/>
                    <a:pt x="1323" y="2056"/>
                  </a:cubicBezTo>
                  <a:cubicBezTo>
                    <a:pt x="1316" y="2033"/>
                    <a:pt x="1303" y="2020"/>
                    <a:pt x="1277" y="2019"/>
                  </a:cubicBezTo>
                  <a:cubicBezTo>
                    <a:pt x="1274" y="1974"/>
                    <a:pt x="1241" y="1957"/>
                    <a:pt x="1208" y="1941"/>
                  </a:cubicBezTo>
                  <a:cubicBezTo>
                    <a:pt x="1151" y="1913"/>
                    <a:pt x="1095" y="1881"/>
                    <a:pt x="1033" y="1863"/>
                  </a:cubicBezTo>
                  <a:cubicBezTo>
                    <a:pt x="1016" y="1858"/>
                    <a:pt x="1008" y="1851"/>
                    <a:pt x="1016" y="1834"/>
                  </a:cubicBezTo>
                  <a:cubicBezTo>
                    <a:pt x="1087" y="1842"/>
                    <a:pt x="1137" y="1894"/>
                    <a:pt x="1201" y="1919"/>
                  </a:cubicBezTo>
                  <a:cubicBezTo>
                    <a:pt x="1199" y="1908"/>
                    <a:pt x="1196" y="1900"/>
                    <a:pt x="1190" y="1893"/>
                  </a:cubicBezTo>
                  <a:cubicBezTo>
                    <a:pt x="1126" y="1821"/>
                    <a:pt x="1063" y="1749"/>
                    <a:pt x="998" y="1679"/>
                  </a:cubicBezTo>
                  <a:cubicBezTo>
                    <a:pt x="934" y="1610"/>
                    <a:pt x="883" y="1534"/>
                    <a:pt x="837" y="1453"/>
                  </a:cubicBezTo>
                  <a:cubicBezTo>
                    <a:pt x="829" y="1438"/>
                    <a:pt x="822" y="1421"/>
                    <a:pt x="814" y="1405"/>
                  </a:cubicBezTo>
                  <a:cubicBezTo>
                    <a:pt x="840" y="1432"/>
                    <a:pt x="857" y="1464"/>
                    <a:pt x="878" y="1494"/>
                  </a:cubicBezTo>
                  <a:cubicBezTo>
                    <a:pt x="950" y="1593"/>
                    <a:pt x="1030" y="1687"/>
                    <a:pt x="1112" y="1778"/>
                  </a:cubicBezTo>
                  <a:cubicBezTo>
                    <a:pt x="1180" y="1852"/>
                    <a:pt x="1250" y="1925"/>
                    <a:pt x="1319" y="1998"/>
                  </a:cubicBezTo>
                  <a:cubicBezTo>
                    <a:pt x="1365" y="2048"/>
                    <a:pt x="1404" y="2102"/>
                    <a:pt x="1437" y="2161"/>
                  </a:cubicBezTo>
                  <a:cubicBezTo>
                    <a:pt x="1461" y="2161"/>
                    <a:pt x="1461" y="2161"/>
                    <a:pt x="1461" y="2161"/>
                  </a:cubicBezTo>
                  <a:cubicBezTo>
                    <a:pt x="1425" y="2096"/>
                    <a:pt x="1381" y="2036"/>
                    <a:pt x="1330" y="1980"/>
                  </a:cubicBezTo>
                  <a:cubicBezTo>
                    <a:pt x="1321" y="1970"/>
                    <a:pt x="1314" y="1958"/>
                    <a:pt x="1303" y="1945"/>
                  </a:cubicBezTo>
                  <a:cubicBezTo>
                    <a:pt x="1313" y="1940"/>
                    <a:pt x="1320" y="1937"/>
                    <a:pt x="1327" y="1935"/>
                  </a:cubicBezTo>
                  <a:cubicBezTo>
                    <a:pt x="1406" y="1911"/>
                    <a:pt x="1449" y="1851"/>
                    <a:pt x="1476" y="1780"/>
                  </a:cubicBezTo>
                  <a:cubicBezTo>
                    <a:pt x="1490" y="1742"/>
                    <a:pt x="1495" y="1698"/>
                    <a:pt x="1498" y="1657"/>
                  </a:cubicBezTo>
                  <a:cubicBezTo>
                    <a:pt x="1500" y="1627"/>
                    <a:pt x="1492" y="1596"/>
                    <a:pt x="1489" y="1566"/>
                  </a:cubicBezTo>
                  <a:cubicBezTo>
                    <a:pt x="1437" y="1562"/>
                    <a:pt x="1406" y="1597"/>
                    <a:pt x="1366" y="1620"/>
                  </a:cubicBezTo>
                  <a:cubicBezTo>
                    <a:pt x="1352" y="1517"/>
                    <a:pt x="1304" y="1433"/>
                    <a:pt x="1242" y="1352"/>
                  </a:cubicBezTo>
                  <a:cubicBezTo>
                    <a:pt x="1235" y="1356"/>
                    <a:pt x="1227" y="1358"/>
                    <a:pt x="1222" y="1363"/>
                  </a:cubicBezTo>
                  <a:cubicBezTo>
                    <a:pt x="1162" y="1434"/>
                    <a:pt x="1122" y="1510"/>
                    <a:pt x="1130" y="1608"/>
                  </a:cubicBezTo>
                  <a:cubicBezTo>
                    <a:pt x="1135" y="1669"/>
                    <a:pt x="1137" y="1730"/>
                    <a:pt x="1157" y="1789"/>
                  </a:cubicBezTo>
                  <a:cubicBezTo>
                    <a:pt x="1071" y="1703"/>
                    <a:pt x="1019" y="1605"/>
                    <a:pt x="1035" y="1479"/>
                  </a:cubicBezTo>
                  <a:cubicBezTo>
                    <a:pt x="1043" y="1414"/>
                    <a:pt x="1053" y="1348"/>
                    <a:pt x="1082" y="1289"/>
                  </a:cubicBezTo>
                  <a:close/>
                  <a:moveTo>
                    <a:pt x="1599" y="1071"/>
                  </a:moveTo>
                  <a:cubicBezTo>
                    <a:pt x="1540" y="1123"/>
                    <a:pt x="1475" y="1148"/>
                    <a:pt x="1401" y="1146"/>
                  </a:cubicBezTo>
                  <a:cubicBezTo>
                    <a:pt x="1366" y="1145"/>
                    <a:pt x="1330" y="1138"/>
                    <a:pt x="1305" y="1100"/>
                  </a:cubicBezTo>
                  <a:cubicBezTo>
                    <a:pt x="1363" y="1089"/>
                    <a:pt x="1421" y="1094"/>
                    <a:pt x="1473" y="1066"/>
                  </a:cubicBezTo>
                  <a:cubicBezTo>
                    <a:pt x="1434" y="1067"/>
                    <a:pt x="1394" y="1067"/>
                    <a:pt x="1346" y="1068"/>
                  </a:cubicBezTo>
                  <a:cubicBezTo>
                    <a:pt x="1383" y="1044"/>
                    <a:pt x="1412" y="1025"/>
                    <a:pt x="1442" y="1005"/>
                  </a:cubicBezTo>
                  <a:cubicBezTo>
                    <a:pt x="1445" y="1003"/>
                    <a:pt x="1450" y="1004"/>
                    <a:pt x="1454" y="1004"/>
                  </a:cubicBezTo>
                  <a:cubicBezTo>
                    <a:pt x="1509" y="1008"/>
                    <a:pt x="1559" y="1023"/>
                    <a:pt x="1599" y="1071"/>
                  </a:cubicBezTo>
                  <a:close/>
                  <a:moveTo>
                    <a:pt x="1278" y="932"/>
                  </a:moveTo>
                  <a:cubicBezTo>
                    <a:pt x="1310" y="881"/>
                    <a:pt x="1347" y="837"/>
                    <a:pt x="1410" y="824"/>
                  </a:cubicBezTo>
                  <a:cubicBezTo>
                    <a:pt x="1446" y="817"/>
                    <a:pt x="1482" y="802"/>
                    <a:pt x="1529" y="810"/>
                  </a:cubicBezTo>
                  <a:cubicBezTo>
                    <a:pt x="1495" y="862"/>
                    <a:pt x="1483" y="920"/>
                    <a:pt x="1443" y="965"/>
                  </a:cubicBezTo>
                  <a:cubicBezTo>
                    <a:pt x="1406" y="1009"/>
                    <a:pt x="1365" y="1039"/>
                    <a:pt x="1297" y="1025"/>
                  </a:cubicBezTo>
                  <a:cubicBezTo>
                    <a:pt x="1307" y="1008"/>
                    <a:pt x="1314" y="994"/>
                    <a:pt x="1323" y="982"/>
                  </a:cubicBezTo>
                  <a:cubicBezTo>
                    <a:pt x="1332" y="970"/>
                    <a:pt x="1344" y="960"/>
                    <a:pt x="1355" y="949"/>
                  </a:cubicBezTo>
                  <a:cubicBezTo>
                    <a:pt x="1364" y="939"/>
                    <a:pt x="1374" y="929"/>
                    <a:pt x="1383" y="920"/>
                  </a:cubicBezTo>
                  <a:cubicBezTo>
                    <a:pt x="1333" y="934"/>
                    <a:pt x="1302" y="971"/>
                    <a:pt x="1272" y="1010"/>
                  </a:cubicBezTo>
                  <a:cubicBezTo>
                    <a:pt x="1255" y="979"/>
                    <a:pt x="1264" y="954"/>
                    <a:pt x="1278" y="932"/>
                  </a:cubicBezTo>
                  <a:close/>
                  <a:moveTo>
                    <a:pt x="1092" y="1084"/>
                  </a:moveTo>
                  <a:cubicBezTo>
                    <a:pt x="1060" y="1069"/>
                    <a:pt x="1049" y="1049"/>
                    <a:pt x="1042" y="1026"/>
                  </a:cubicBezTo>
                  <a:cubicBezTo>
                    <a:pt x="1029" y="977"/>
                    <a:pt x="1033" y="929"/>
                    <a:pt x="1045" y="881"/>
                  </a:cubicBezTo>
                  <a:cubicBezTo>
                    <a:pt x="1054" y="845"/>
                    <a:pt x="1066" y="812"/>
                    <a:pt x="1097" y="784"/>
                  </a:cubicBezTo>
                  <a:cubicBezTo>
                    <a:pt x="1115" y="810"/>
                    <a:pt x="1133" y="833"/>
                    <a:pt x="1147" y="858"/>
                  </a:cubicBezTo>
                  <a:cubicBezTo>
                    <a:pt x="1175" y="907"/>
                    <a:pt x="1185" y="960"/>
                    <a:pt x="1178" y="1015"/>
                  </a:cubicBezTo>
                  <a:cubicBezTo>
                    <a:pt x="1174" y="1047"/>
                    <a:pt x="1163" y="1077"/>
                    <a:pt x="1126" y="1092"/>
                  </a:cubicBezTo>
                  <a:cubicBezTo>
                    <a:pt x="1106" y="1045"/>
                    <a:pt x="1120" y="991"/>
                    <a:pt x="1090" y="949"/>
                  </a:cubicBezTo>
                  <a:cubicBezTo>
                    <a:pt x="1091" y="992"/>
                    <a:pt x="1091" y="1035"/>
                    <a:pt x="1092" y="1084"/>
                  </a:cubicBezTo>
                  <a:close/>
                  <a:moveTo>
                    <a:pt x="805" y="545"/>
                  </a:moveTo>
                  <a:cubicBezTo>
                    <a:pt x="810" y="497"/>
                    <a:pt x="850" y="480"/>
                    <a:pt x="883" y="459"/>
                  </a:cubicBezTo>
                  <a:cubicBezTo>
                    <a:pt x="901" y="447"/>
                    <a:pt x="922" y="439"/>
                    <a:pt x="947" y="449"/>
                  </a:cubicBezTo>
                  <a:cubicBezTo>
                    <a:pt x="931" y="494"/>
                    <a:pt x="914" y="534"/>
                    <a:pt x="904" y="576"/>
                  </a:cubicBezTo>
                  <a:cubicBezTo>
                    <a:pt x="895" y="611"/>
                    <a:pt x="876" y="640"/>
                    <a:pt x="855" y="668"/>
                  </a:cubicBezTo>
                  <a:cubicBezTo>
                    <a:pt x="839" y="690"/>
                    <a:pt x="816" y="704"/>
                    <a:pt x="784" y="702"/>
                  </a:cubicBezTo>
                  <a:cubicBezTo>
                    <a:pt x="799" y="676"/>
                    <a:pt x="813" y="654"/>
                    <a:pt x="827" y="631"/>
                  </a:cubicBezTo>
                  <a:cubicBezTo>
                    <a:pt x="809" y="643"/>
                    <a:pt x="795" y="658"/>
                    <a:pt x="780" y="672"/>
                  </a:cubicBezTo>
                  <a:cubicBezTo>
                    <a:pt x="766" y="686"/>
                    <a:pt x="751" y="703"/>
                    <a:pt x="725" y="694"/>
                  </a:cubicBezTo>
                  <a:cubicBezTo>
                    <a:pt x="742" y="670"/>
                    <a:pt x="758" y="648"/>
                    <a:pt x="772" y="624"/>
                  </a:cubicBezTo>
                  <a:cubicBezTo>
                    <a:pt x="787" y="599"/>
                    <a:pt x="780" y="565"/>
                    <a:pt x="805" y="545"/>
                  </a:cubicBezTo>
                  <a:close/>
                  <a:moveTo>
                    <a:pt x="516" y="688"/>
                  </a:moveTo>
                  <a:cubicBezTo>
                    <a:pt x="464" y="643"/>
                    <a:pt x="427" y="588"/>
                    <a:pt x="405" y="523"/>
                  </a:cubicBezTo>
                  <a:cubicBezTo>
                    <a:pt x="403" y="515"/>
                    <a:pt x="404" y="505"/>
                    <a:pt x="404" y="499"/>
                  </a:cubicBezTo>
                  <a:cubicBezTo>
                    <a:pt x="438" y="505"/>
                    <a:pt x="471" y="511"/>
                    <a:pt x="503" y="514"/>
                  </a:cubicBezTo>
                  <a:cubicBezTo>
                    <a:pt x="532" y="517"/>
                    <a:pt x="557" y="526"/>
                    <a:pt x="574" y="543"/>
                  </a:cubicBezTo>
                  <a:cubicBezTo>
                    <a:pt x="579" y="575"/>
                    <a:pt x="583" y="603"/>
                    <a:pt x="587" y="634"/>
                  </a:cubicBezTo>
                  <a:cubicBezTo>
                    <a:pt x="560" y="618"/>
                    <a:pt x="537" y="605"/>
                    <a:pt x="513" y="591"/>
                  </a:cubicBezTo>
                  <a:cubicBezTo>
                    <a:pt x="540" y="625"/>
                    <a:pt x="580" y="645"/>
                    <a:pt x="593" y="689"/>
                  </a:cubicBezTo>
                  <a:cubicBezTo>
                    <a:pt x="560" y="709"/>
                    <a:pt x="541" y="709"/>
                    <a:pt x="516" y="688"/>
                  </a:cubicBezTo>
                  <a:close/>
                  <a:moveTo>
                    <a:pt x="642" y="648"/>
                  </a:moveTo>
                  <a:cubicBezTo>
                    <a:pt x="640" y="646"/>
                    <a:pt x="638" y="644"/>
                    <a:pt x="636" y="642"/>
                  </a:cubicBezTo>
                  <a:cubicBezTo>
                    <a:pt x="594" y="581"/>
                    <a:pt x="587" y="516"/>
                    <a:pt x="619" y="448"/>
                  </a:cubicBezTo>
                  <a:cubicBezTo>
                    <a:pt x="641" y="400"/>
                    <a:pt x="666" y="353"/>
                    <a:pt x="677" y="295"/>
                  </a:cubicBezTo>
                  <a:cubicBezTo>
                    <a:pt x="694" y="322"/>
                    <a:pt x="713" y="348"/>
                    <a:pt x="727" y="376"/>
                  </a:cubicBezTo>
                  <a:cubicBezTo>
                    <a:pt x="752" y="428"/>
                    <a:pt x="769" y="482"/>
                    <a:pt x="769" y="541"/>
                  </a:cubicBezTo>
                  <a:cubicBezTo>
                    <a:pt x="768" y="609"/>
                    <a:pt x="746" y="641"/>
                    <a:pt x="685" y="657"/>
                  </a:cubicBezTo>
                  <a:cubicBezTo>
                    <a:pt x="690" y="610"/>
                    <a:pt x="700" y="564"/>
                    <a:pt x="688" y="518"/>
                  </a:cubicBezTo>
                  <a:cubicBezTo>
                    <a:pt x="676" y="562"/>
                    <a:pt x="677" y="610"/>
                    <a:pt x="654" y="651"/>
                  </a:cubicBezTo>
                  <a:cubicBezTo>
                    <a:pt x="648" y="649"/>
                    <a:pt x="645" y="649"/>
                    <a:pt x="642" y="648"/>
                  </a:cubicBezTo>
                  <a:close/>
                  <a:moveTo>
                    <a:pt x="675" y="1129"/>
                  </a:moveTo>
                  <a:cubicBezTo>
                    <a:pt x="632" y="1105"/>
                    <a:pt x="591" y="1083"/>
                    <a:pt x="551" y="1061"/>
                  </a:cubicBezTo>
                  <a:cubicBezTo>
                    <a:pt x="550" y="1063"/>
                    <a:pt x="548" y="1066"/>
                    <a:pt x="547" y="1068"/>
                  </a:cubicBezTo>
                  <a:cubicBezTo>
                    <a:pt x="584" y="1096"/>
                    <a:pt x="620" y="1125"/>
                    <a:pt x="657" y="1153"/>
                  </a:cubicBezTo>
                  <a:cubicBezTo>
                    <a:pt x="630" y="1176"/>
                    <a:pt x="584" y="1178"/>
                    <a:pt x="514" y="1147"/>
                  </a:cubicBezTo>
                  <a:cubicBezTo>
                    <a:pt x="422" y="1105"/>
                    <a:pt x="366" y="1031"/>
                    <a:pt x="345" y="928"/>
                  </a:cubicBezTo>
                  <a:cubicBezTo>
                    <a:pt x="462" y="897"/>
                    <a:pt x="596" y="959"/>
                    <a:pt x="658" y="1048"/>
                  </a:cubicBezTo>
                  <a:cubicBezTo>
                    <a:pt x="673" y="1070"/>
                    <a:pt x="683" y="1097"/>
                    <a:pt x="675" y="1129"/>
                  </a:cubicBezTo>
                  <a:close/>
                  <a:moveTo>
                    <a:pt x="679" y="1020"/>
                  </a:moveTo>
                  <a:cubicBezTo>
                    <a:pt x="655" y="949"/>
                    <a:pt x="652" y="880"/>
                    <a:pt x="660" y="810"/>
                  </a:cubicBezTo>
                  <a:cubicBezTo>
                    <a:pt x="687" y="930"/>
                    <a:pt x="693" y="985"/>
                    <a:pt x="679" y="1020"/>
                  </a:cubicBezTo>
                  <a:close/>
                  <a:moveTo>
                    <a:pt x="720" y="989"/>
                  </a:moveTo>
                  <a:cubicBezTo>
                    <a:pt x="729" y="972"/>
                    <a:pt x="738" y="954"/>
                    <a:pt x="751" y="940"/>
                  </a:cubicBezTo>
                  <a:cubicBezTo>
                    <a:pt x="783" y="906"/>
                    <a:pt x="820" y="879"/>
                    <a:pt x="870" y="874"/>
                  </a:cubicBezTo>
                  <a:cubicBezTo>
                    <a:pt x="915" y="968"/>
                    <a:pt x="845" y="1144"/>
                    <a:pt x="763" y="1146"/>
                  </a:cubicBezTo>
                  <a:cubicBezTo>
                    <a:pt x="753" y="1085"/>
                    <a:pt x="788" y="1034"/>
                    <a:pt x="805" y="972"/>
                  </a:cubicBezTo>
                  <a:cubicBezTo>
                    <a:pt x="762" y="1016"/>
                    <a:pt x="756" y="1070"/>
                    <a:pt x="734" y="1119"/>
                  </a:cubicBezTo>
                  <a:cubicBezTo>
                    <a:pt x="698" y="1075"/>
                    <a:pt x="698" y="1033"/>
                    <a:pt x="720" y="989"/>
                  </a:cubicBezTo>
                  <a:close/>
                  <a:moveTo>
                    <a:pt x="110" y="1967"/>
                  </a:moveTo>
                  <a:cubicBezTo>
                    <a:pt x="161" y="1899"/>
                    <a:pt x="320" y="1875"/>
                    <a:pt x="383" y="1923"/>
                  </a:cubicBezTo>
                  <a:cubicBezTo>
                    <a:pt x="335" y="1930"/>
                    <a:pt x="285" y="1936"/>
                    <a:pt x="236" y="1943"/>
                  </a:cubicBezTo>
                  <a:cubicBezTo>
                    <a:pt x="236" y="1946"/>
                    <a:pt x="236" y="1948"/>
                    <a:pt x="236" y="1951"/>
                  </a:cubicBezTo>
                  <a:cubicBezTo>
                    <a:pt x="291" y="1956"/>
                    <a:pt x="347" y="1936"/>
                    <a:pt x="403" y="1954"/>
                  </a:cubicBezTo>
                  <a:cubicBezTo>
                    <a:pt x="319" y="2053"/>
                    <a:pt x="201" y="2037"/>
                    <a:pt x="110" y="1967"/>
                  </a:cubicBezTo>
                  <a:close/>
                  <a:moveTo>
                    <a:pt x="649" y="1555"/>
                  </a:moveTo>
                  <a:cubicBezTo>
                    <a:pt x="656" y="1555"/>
                    <a:pt x="663" y="1554"/>
                    <a:pt x="670" y="1555"/>
                  </a:cubicBezTo>
                  <a:cubicBezTo>
                    <a:pt x="681" y="1556"/>
                    <a:pt x="692" y="1558"/>
                    <a:pt x="703" y="1560"/>
                  </a:cubicBezTo>
                  <a:cubicBezTo>
                    <a:pt x="797" y="1581"/>
                    <a:pt x="866" y="1637"/>
                    <a:pt x="917" y="1716"/>
                  </a:cubicBezTo>
                  <a:cubicBezTo>
                    <a:pt x="924" y="1727"/>
                    <a:pt x="925" y="1742"/>
                    <a:pt x="929" y="1756"/>
                  </a:cubicBezTo>
                  <a:cubicBezTo>
                    <a:pt x="927" y="1757"/>
                    <a:pt x="924" y="1758"/>
                    <a:pt x="922" y="1759"/>
                  </a:cubicBezTo>
                  <a:cubicBezTo>
                    <a:pt x="872" y="1725"/>
                    <a:pt x="822" y="1691"/>
                    <a:pt x="771" y="1657"/>
                  </a:cubicBezTo>
                  <a:cubicBezTo>
                    <a:pt x="810" y="1714"/>
                    <a:pt x="877" y="1739"/>
                    <a:pt x="919" y="1799"/>
                  </a:cubicBezTo>
                  <a:cubicBezTo>
                    <a:pt x="798" y="1814"/>
                    <a:pt x="651" y="1668"/>
                    <a:pt x="649" y="1555"/>
                  </a:cubicBezTo>
                  <a:close/>
                  <a:moveTo>
                    <a:pt x="702" y="1860"/>
                  </a:moveTo>
                  <a:cubicBezTo>
                    <a:pt x="649" y="1873"/>
                    <a:pt x="599" y="1895"/>
                    <a:pt x="541" y="1915"/>
                  </a:cubicBezTo>
                  <a:cubicBezTo>
                    <a:pt x="622" y="1854"/>
                    <a:pt x="803" y="1801"/>
                    <a:pt x="864" y="1834"/>
                  </a:cubicBezTo>
                  <a:cubicBezTo>
                    <a:pt x="811" y="1842"/>
                    <a:pt x="756" y="1847"/>
                    <a:pt x="702" y="1860"/>
                  </a:cubicBezTo>
                  <a:close/>
                  <a:moveTo>
                    <a:pt x="941" y="2041"/>
                  </a:moveTo>
                  <a:cubicBezTo>
                    <a:pt x="899" y="2100"/>
                    <a:pt x="835" y="2121"/>
                    <a:pt x="768" y="2137"/>
                  </a:cubicBezTo>
                  <a:cubicBezTo>
                    <a:pt x="752" y="2030"/>
                    <a:pt x="812" y="1900"/>
                    <a:pt x="886" y="1877"/>
                  </a:cubicBezTo>
                  <a:cubicBezTo>
                    <a:pt x="901" y="1880"/>
                    <a:pt x="916" y="1882"/>
                    <a:pt x="932" y="1886"/>
                  </a:cubicBezTo>
                  <a:cubicBezTo>
                    <a:pt x="917" y="1940"/>
                    <a:pt x="879" y="1978"/>
                    <a:pt x="851" y="2027"/>
                  </a:cubicBezTo>
                  <a:cubicBezTo>
                    <a:pt x="891" y="2002"/>
                    <a:pt x="925" y="1962"/>
                    <a:pt x="953" y="1907"/>
                  </a:cubicBezTo>
                  <a:cubicBezTo>
                    <a:pt x="971" y="1960"/>
                    <a:pt x="968" y="2002"/>
                    <a:pt x="941" y="2041"/>
                  </a:cubicBezTo>
                  <a:close/>
                  <a:moveTo>
                    <a:pt x="1413" y="1690"/>
                  </a:moveTo>
                  <a:cubicBezTo>
                    <a:pt x="1401" y="1713"/>
                    <a:pt x="1393" y="1729"/>
                    <a:pt x="1384" y="1746"/>
                  </a:cubicBezTo>
                  <a:cubicBezTo>
                    <a:pt x="1358" y="1660"/>
                    <a:pt x="1384" y="1612"/>
                    <a:pt x="1468" y="1588"/>
                  </a:cubicBezTo>
                  <a:cubicBezTo>
                    <a:pt x="1483" y="1633"/>
                    <a:pt x="1481" y="1680"/>
                    <a:pt x="1467" y="1738"/>
                  </a:cubicBezTo>
                  <a:cubicBezTo>
                    <a:pt x="1457" y="1777"/>
                    <a:pt x="1445" y="1814"/>
                    <a:pt x="1416" y="1842"/>
                  </a:cubicBezTo>
                  <a:cubicBezTo>
                    <a:pt x="1393" y="1865"/>
                    <a:pt x="1377" y="1870"/>
                    <a:pt x="1347" y="1863"/>
                  </a:cubicBezTo>
                  <a:cubicBezTo>
                    <a:pt x="1360" y="1805"/>
                    <a:pt x="1417" y="1764"/>
                    <a:pt x="1413" y="1690"/>
                  </a:cubicBezTo>
                  <a:close/>
                  <a:moveTo>
                    <a:pt x="1154" y="1679"/>
                  </a:moveTo>
                  <a:cubicBezTo>
                    <a:pt x="1151" y="1656"/>
                    <a:pt x="1152" y="1632"/>
                    <a:pt x="1149" y="1608"/>
                  </a:cubicBezTo>
                  <a:cubicBezTo>
                    <a:pt x="1141" y="1518"/>
                    <a:pt x="1180" y="1447"/>
                    <a:pt x="1235" y="1377"/>
                  </a:cubicBezTo>
                  <a:cubicBezTo>
                    <a:pt x="1255" y="1404"/>
                    <a:pt x="1274" y="1428"/>
                    <a:pt x="1289" y="1454"/>
                  </a:cubicBezTo>
                  <a:cubicBezTo>
                    <a:pt x="1345" y="1550"/>
                    <a:pt x="1359" y="1654"/>
                    <a:pt x="1338" y="1761"/>
                  </a:cubicBezTo>
                  <a:cubicBezTo>
                    <a:pt x="1333" y="1787"/>
                    <a:pt x="1315" y="1809"/>
                    <a:pt x="1282" y="1815"/>
                  </a:cubicBezTo>
                  <a:cubicBezTo>
                    <a:pt x="1262" y="1748"/>
                    <a:pt x="1241" y="1681"/>
                    <a:pt x="1236" y="1601"/>
                  </a:cubicBezTo>
                  <a:cubicBezTo>
                    <a:pt x="1231" y="1619"/>
                    <a:pt x="1226" y="1629"/>
                    <a:pt x="1227" y="1637"/>
                  </a:cubicBezTo>
                  <a:cubicBezTo>
                    <a:pt x="1233" y="1698"/>
                    <a:pt x="1241" y="1758"/>
                    <a:pt x="1250" y="1824"/>
                  </a:cubicBezTo>
                  <a:cubicBezTo>
                    <a:pt x="1241" y="1819"/>
                    <a:pt x="1233" y="1817"/>
                    <a:pt x="1227" y="1812"/>
                  </a:cubicBezTo>
                  <a:cubicBezTo>
                    <a:pt x="1188" y="1776"/>
                    <a:pt x="1161" y="1733"/>
                    <a:pt x="1154" y="1679"/>
                  </a:cubicBezTo>
                  <a:close/>
                  <a:moveTo>
                    <a:pt x="1013" y="1455"/>
                  </a:moveTo>
                  <a:cubicBezTo>
                    <a:pt x="1010" y="1402"/>
                    <a:pt x="1029" y="1332"/>
                    <a:pt x="1053" y="1293"/>
                  </a:cubicBezTo>
                  <a:cubicBezTo>
                    <a:pt x="1039" y="1350"/>
                    <a:pt x="1026" y="1403"/>
                    <a:pt x="1013" y="1455"/>
                  </a:cubicBezTo>
                  <a:close/>
                  <a:moveTo>
                    <a:pt x="164" y="262"/>
                  </a:moveTo>
                  <a:cubicBezTo>
                    <a:pt x="177" y="260"/>
                    <a:pt x="186" y="261"/>
                    <a:pt x="192" y="257"/>
                  </a:cubicBezTo>
                  <a:cubicBezTo>
                    <a:pt x="245" y="221"/>
                    <a:pt x="283" y="172"/>
                    <a:pt x="307" y="115"/>
                  </a:cubicBezTo>
                  <a:cubicBezTo>
                    <a:pt x="322" y="79"/>
                    <a:pt x="319" y="39"/>
                    <a:pt x="314" y="0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301" y="53"/>
                    <a:pt x="298" y="105"/>
                    <a:pt x="262" y="151"/>
                  </a:cubicBezTo>
                  <a:cubicBezTo>
                    <a:pt x="239" y="180"/>
                    <a:pt x="222" y="214"/>
                    <a:pt x="181" y="239"/>
                  </a:cubicBezTo>
                  <a:cubicBezTo>
                    <a:pt x="172" y="178"/>
                    <a:pt x="144" y="126"/>
                    <a:pt x="145" y="66"/>
                  </a:cubicBezTo>
                  <a:cubicBezTo>
                    <a:pt x="145" y="42"/>
                    <a:pt x="147" y="20"/>
                    <a:pt x="153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26" y="12"/>
                    <a:pt x="123" y="23"/>
                    <a:pt x="119" y="34"/>
                  </a:cubicBezTo>
                  <a:cubicBezTo>
                    <a:pt x="118" y="38"/>
                    <a:pt x="114" y="41"/>
                    <a:pt x="111" y="43"/>
                  </a:cubicBezTo>
                  <a:cubicBezTo>
                    <a:pt x="77" y="68"/>
                    <a:pt x="42" y="86"/>
                    <a:pt x="0" y="89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7" y="111"/>
                    <a:pt x="34" y="106"/>
                    <a:pt x="51" y="101"/>
                  </a:cubicBezTo>
                  <a:cubicBezTo>
                    <a:pt x="74" y="93"/>
                    <a:pt x="96" y="81"/>
                    <a:pt x="118" y="71"/>
                  </a:cubicBezTo>
                  <a:cubicBezTo>
                    <a:pt x="134" y="136"/>
                    <a:pt x="149" y="198"/>
                    <a:pt x="164" y="262"/>
                  </a:cubicBezTo>
                  <a:close/>
                  <a:moveTo>
                    <a:pt x="3840" y="929"/>
                  </a:moveTo>
                  <a:cubicBezTo>
                    <a:pt x="3840" y="897"/>
                    <a:pt x="3840" y="897"/>
                    <a:pt x="3840" y="897"/>
                  </a:cubicBezTo>
                  <a:cubicBezTo>
                    <a:pt x="3827" y="878"/>
                    <a:pt x="3819" y="855"/>
                    <a:pt x="3819" y="825"/>
                  </a:cubicBezTo>
                  <a:cubicBezTo>
                    <a:pt x="3787" y="863"/>
                    <a:pt x="3766" y="900"/>
                    <a:pt x="3764" y="939"/>
                  </a:cubicBezTo>
                  <a:cubicBezTo>
                    <a:pt x="3762" y="976"/>
                    <a:pt x="3776" y="1015"/>
                    <a:pt x="3784" y="1057"/>
                  </a:cubicBezTo>
                  <a:cubicBezTo>
                    <a:pt x="3687" y="1034"/>
                    <a:pt x="3591" y="1043"/>
                    <a:pt x="3492" y="1073"/>
                  </a:cubicBezTo>
                  <a:cubicBezTo>
                    <a:pt x="3498" y="1079"/>
                    <a:pt x="3501" y="1085"/>
                    <a:pt x="3505" y="1086"/>
                  </a:cubicBezTo>
                  <a:cubicBezTo>
                    <a:pt x="3554" y="1101"/>
                    <a:pt x="3586" y="1139"/>
                    <a:pt x="3621" y="1172"/>
                  </a:cubicBezTo>
                  <a:cubicBezTo>
                    <a:pt x="3650" y="1200"/>
                    <a:pt x="3677" y="1231"/>
                    <a:pt x="3705" y="1261"/>
                  </a:cubicBezTo>
                  <a:cubicBezTo>
                    <a:pt x="3689" y="1284"/>
                    <a:pt x="3671" y="1310"/>
                    <a:pt x="3653" y="1336"/>
                  </a:cubicBezTo>
                  <a:cubicBezTo>
                    <a:pt x="3634" y="1361"/>
                    <a:pt x="3614" y="1386"/>
                    <a:pt x="3593" y="1413"/>
                  </a:cubicBezTo>
                  <a:cubicBezTo>
                    <a:pt x="3655" y="1462"/>
                    <a:pt x="3727" y="1444"/>
                    <a:pt x="3797" y="1428"/>
                  </a:cubicBezTo>
                  <a:cubicBezTo>
                    <a:pt x="3812" y="1424"/>
                    <a:pt x="3826" y="1420"/>
                    <a:pt x="3840" y="1415"/>
                  </a:cubicBezTo>
                  <a:cubicBezTo>
                    <a:pt x="3840" y="1388"/>
                    <a:pt x="3840" y="1388"/>
                    <a:pt x="3840" y="1388"/>
                  </a:cubicBezTo>
                  <a:cubicBezTo>
                    <a:pt x="3781" y="1415"/>
                    <a:pt x="3719" y="1425"/>
                    <a:pt x="3654" y="1419"/>
                  </a:cubicBezTo>
                  <a:cubicBezTo>
                    <a:pt x="3645" y="1418"/>
                    <a:pt x="3637" y="1413"/>
                    <a:pt x="3632" y="1411"/>
                  </a:cubicBezTo>
                  <a:cubicBezTo>
                    <a:pt x="3650" y="1382"/>
                    <a:pt x="3668" y="1355"/>
                    <a:pt x="3685" y="1326"/>
                  </a:cubicBezTo>
                  <a:cubicBezTo>
                    <a:pt x="3699" y="1301"/>
                    <a:pt x="3717" y="1281"/>
                    <a:pt x="3740" y="1273"/>
                  </a:cubicBezTo>
                  <a:cubicBezTo>
                    <a:pt x="3771" y="1281"/>
                    <a:pt x="3798" y="1288"/>
                    <a:pt x="3828" y="1296"/>
                  </a:cubicBezTo>
                  <a:cubicBezTo>
                    <a:pt x="3803" y="1315"/>
                    <a:pt x="3781" y="1331"/>
                    <a:pt x="3759" y="1347"/>
                  </a:cubicBezTo>
                  <a:cubicBezTo>
                    <a:pt x="3788" y="1340"/>
                    <a:pt x="3813" y="1324"/>
                    <a:pt x="3840" y="1317"/>
                  </a:cubicBezTo>
                  <a:cubicBezTo>
                    <a:pt x="3840" y="1257"/>
                    <a:pt x="3840" y="1257"/>
                    <a:pt x="3840" y="1257"/>
                  </a:cubicBezTo>
                  <a:cubicBezTo>
                    <a:pt x="3773" y="1266"/>
                    <a:pt x="3716" y="1246"/>
                    <a:pt x="3670" y="1194"/>
                  </a:cubicBezTo>
                  <a:cubicBezTo>
                    <a:pt x="3635" y="1154"/>
                    <a:pt x="3602" y="1112"/>
                    <a:pt x="3553" y="1080"/>
                  </a:cubicBezTo>
                  <a:cubicBezTo>
                    <a:pt x="3584" y="1075"/>
                    <a:pt x="3615" y="1068"/>
                    <a:pt x="3647" y="1066"/>
                  </a:cubicBezTo>
                  <a:cubicBezTo>
                    <a:pt x="3704" y="1063"/>
                    <a:pt x="3761" y="1069"/>
                    <a:pt x="3815" y="1093"/>
                  </a:cubicBezTo>
                  <a:cubicBezTo>
                    <a:pt x="3824" y="1097"/>
                    <a:pt x="3832" y="1102"/>
                    <a:pt x="3840" y="1106"/>
                  </a:cubicBezTo>
                  <a:cubicBezTo>
                    <a:pt x="3840" y="1076"/>
                    <a:pt x="3840" y="1076"/>
                    <a:pt x="3840" y="1076"/>
                  </a:cubicBezTo>
                  <a:cubicBezTo>
                    <a:pt x="3837" y="1071"/>
                    <a:pt x="3835" y="1067"/>
                    <a:pt x="3833" y="1061"/>
                  </a:cubicBezTo>
                  <a:cubicBezTo>
                    <a:pt x="3791" y="1038"/>
                    <a:pt x="3791" y="994"/>
                    <a:pt x="3785" y="955"/>
                  </a:cubicBezTo>
                  <a:cubicBezTo>
                    <a:pt x="3782" y="934"/>
                    <a:pt x="3783" y="912"/>
                    <a:pt x="3802" y="893"/>
                  </a:cubicBezTo>
                  <a:cubicBezTo>
                    <a:pt x="3815" y="905"/>
                    <a:pt x="3828" y="917"/>
                    <a:pt x="3840" y="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973319" y="64425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2210" y="644252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466432" y="6442524"/>
            <a:ext cx="27553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16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6" name="Google Shape;26;p16"/>
            <p:cNvSpPr/>
            <p:nvPr/>
          </p:nvSpPr>
          <p:spPr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l" t="t" r="r" b="b"/>
              <a:pathLst>
                <a:path w="3071" h="3731" extrusionOk="0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5A3545"/>
            </a:solidFill>
            <a:ln>
              <a:noFill/>
            </a:ln>
          </p:spPr>
        </p:sp>
        <p:sp>
          <p:nvSpPr>
            <p:cNvPr id="27" name="Google Shape;27;p16"/>
            <p:cNvSpPr/>
            <p:nvPr/>
          </p:nvSpPr>
          <p:spPr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l" t="t" r="r" b="b"/>
              <a:pathLst>
                <a:path w="2952" h="3492" extrusionOk="0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cxnSp>
          <p:nvCxnSpPr>
            <p:cNvPr id="28" name="Google Shape;28;p16"/>
            <p:cNvCxnSpPr/>
            <p:nvPr/>
          </p:nvCxnSpPr>
          <p:spPr>
            <a:xfrm>
              <a:off x="8013399" y="4629095"/>
              <a:ext cx="694944" cy="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9" name="Google Shape;29;p16"/>
          <p:cNvSpPr txBox="1"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Century Schoolbook"/>
              <a:buNone/>
              <a:defRPr sz="39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sz="2000"/>
            </a:lvl2pPr>
            <a:lvl3pPr lvl="2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 sz="1800"/>
            </a:lvl3pPr>
            <a:lvl4pPr lvl="3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4pPr>
            <a:lvl5pPr lvl="4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2805784" y="566928"/>
            <a:ext cx="8898488" cy="156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2"/>
          </p:nvPr>
        </p:nvSpPr>
        <p:spPr>
          <a:xfrm>
            <a:off x="2933699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3"/>
          </p:nvPr>
        </p:nvSpPr>
        <p:spPr>
          <a:xfrm>
            <a:off x="754375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4"/>
          </p:nvPr>
        </p:nvSpPr>
        <p:spPr>
          <a:xfrm>
            <a:off x="754375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dt" idx="10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/>
        </p:nvSpPr>
        <p:spPr>
          <a:xfrm>
            <a:off x="1" y="4763"/>
            <a:ext cx="3780078" cy="6853237"/>
          </a:xfrm>
          <a:custGeom>
            <a:avLst/>
            <a:gdLst/>
            <a:ahLst/>
            <a:cxnLst/>
            <a:rect l="l" t="t" r="r" b="b"/>
            <a:pathLst>
              <a:path w="1190" h="2160" extrusionOk="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/>
          <p:nvPr/>
        </p:nvSpPr>
        <p:spPr>
          <a:xfrm>
            <a:off x="8411377" y="0"/>
            <a:ext cx="3780623" cy="6858000"/>
          </a:xfrm>
          <a:custGeom>
            <a:avLst/>
            <a:gdLst/>
            <a:ahLst/>
            <a:cxnLst/>
            <a:rect l="l" t="t" r="r" b="b"/>
            <a:pathLst>
              <a:path w="1189" h="2160" extrusionOk="0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3400"/>
              <a:buFont typeface="Century Schoolbook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1"/>
          </p:nvPr>
        </p:nvSpPr>
        <p:spPr>
          <a:xfrm>
            <a:off x="487730" y="441414"/>
            <a:ext cx="7597040" cy="5654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  <a:defRPr sz="2000"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Char char="–"/>
              <a:defRPr sz="1600"/>
            </a:lvl3pPr>
            <a:lvl4pPr marL="1828800" lvl="3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Char char="–"/>
              <a:defRPr sz="1400"/>
            </a:lvl5pPr>
            <a:lvl6pPr marL="2743200" lvl="5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7pPr>
            <a:lvl8pPr marL="3657600" lvl="7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2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1000"/>
              </a:lnSpc>
              <a:spcBef>
                <a:spcPts val="140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dt" idx="10"/>
          </p:nvPr>
        </p:nvSpPr>
        <p:spPr>
          <a:xfrm>
            <a:off x="8476555" y="6286500"/>
            <a:ext cx="32277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487730" y="6286500"/>
            <a:ext cx="75970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8476488" y="373604"/>
            <a:ext cx="3227715" cy="81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/>
          <p:nvPr/>
        </p:nvSpPr>
        <p:spPr>
          <a:xfrm>
            <a:off x="8411377" y="0"/>
            <a:ext cx="3780623" cy="6858000"/>
          </a:xfrm>
          <a:custGeom>
            <a:avLst/>
            <a:gdLst/>
            <a:ahLst/>
            <a:cxnLst/>
            <a:rect l="l" t="t" r="r" b="b"/>
            <a:pathLst>
              <a:path w="1189" h="2160" extrusionOk="0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3400"/>
              <a:buFont typeface="Century Schoolbook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>
            <a:spLocks noGrp="1"/>
          </p:cNvSpPr>
          <p:nvPr>
            <p:ph type="pic" idx="2"/>
          </p:nvPr>
        </p:nvSpPr>
        <p:spPr>
          <a:xfrm>
            <a:off x="0" y="0"/>
            <a:ext cx="810265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3200"/>
              <a:buFont typeface="Corbel"/>
              <a:buNone/>
              <a:defRPr sz="3200" b="0" i="0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800"/>
              <a:buFont typeface="Corbel"/>
              <a:buNone/>
              <a:defRPr sz="2800" b="0" i="0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400"/>
              <a:buFont typeface="Corbel"/>
              <a:buNone/>
              <a:defRPr sz="2400" b="0" i="1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Font typeface="Corbel"/>
              <a:buNone/>
              <a:defRPr sz="2000" b="0" i="0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Font typeface="Corbel"/>
              <a:buNone/>
              <a:defRPr sz="2000" b="0" i="1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sz="2000" b="0" i="0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sz="2000" b="0" i="1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sz="2000" b="0" i="0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sz="2000" b="0" i="1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1000"/>
              </a:lnSpc>
              <a:spcBef>
                <a:spcPts val="140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8476488" y="6291072"/>
            <a:ext cx="3227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487731" y="6291072"/>
            <a:ext cx="75986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476488" y="373607"/>
            <a:ext cx="3227832" cy="8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 rot="5400000">
            <a:off x="5493234" y="-121134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/>
          <p:nvPr/>
        </p:nvSpPr>
        <p:spPr>
          <a:xfrm>
            <a:off x="1" y="4763"/>
            <a:ext cx="3780078" cy="6853237"/>
          </a:xfrm>
          <a:custGeom>
            <a:avLst/>
            <a:gdLst/>
            <a:ahLst/>
            <a:cxnLst/>
            <a:rect l="l" t="t" r="r" b="b"/>
            <a:pathLst>
              <a:path w="1190" h="2160" extrusionOk="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 rot="5400000">
            <a:off x="3252191" y="205882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dt" idx="10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sldNum" idx="12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3" name="Google Shape;103;p26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raight Connector 11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7"/>
          <p:cNvSpPr>
            <a:spLocks noGrp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609600" y="1447800"/>
            <a:ext cx="5384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9" name="Content Placeholder 7"/>
          <p:cNvSpPr>
            <a:spLocks noGrp="1"/>
          </p:cNvSpPr>
          <p:nvPr>
            <p:ph sz="quarter" idx="10"/>
            <p:custDataLst>
              <p:tags r:id="rId4"/>
            </p:custDataLst>
          </p:nvPr>
        </p:nvSpPr>
        <p:spPr>
          <a:xfrm>
            <a:off x="6197600" y="1447800"/>
            <a:ext cx="5384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1" name="Title 20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89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09600" y="1447800"/>
            <a:ext cx="5384800" cy="3810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667" b="0">
                <a:solidFill>
                  <a:schemeClr val="accent2"/>
                </a:solidFill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  <p:custDataLst>
              <p:tags r:id="rId2"/>
            </p:custDataLst>
          </p:nvPr>
        </p:nvSpPr>
        <p:spPr>
          <a:xfrm>
            <a:off x="6197603" y="1447800"/>
            <a:ext cx="5389036" cy="381000"/>
          </a:xfrm>
          <a:noFill/>
          <a:ln>
            <a:noFill/>
          </a:ln>
        </p:spPr>
        <p:txBody>
          <a:bodyPr lIns="91440" anchor="b" anchorCtr="0">
            <a:normAutofit/>
          </a:bodyPr>
          <a:lstStyle>
            <a:lvl1pPr marL="0" indent="0">
              <a:buNone/>
              <a:defRPr sz="2667" b="0">
                <a:solidFill>
                  <a:schemeClr val="accent2"/>
                </a:solidFill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6" name="Straight Connector 1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quarter" idx="12"/>
            <p:custDataLst>
              <p:tags r:id="rId5"/>
            </p:custDataLst>
          </p:nvPr>
        </p:nvSpPr>
        <p:spPr>
          <a:xfrm>
            <a:off x="609600" y="1905000"/>
            <a:ext cx="5384800" cy="43434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4" name="Content Placeholder 7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197600" y="1905000"/>
            <a:ext cx="5384800" cy="43434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4"/>
            <p:custDataLst>
              <p:tags r:id="rId8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76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019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872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23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  <p:custDataLst>
              <p:tags r:id="rId4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53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112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476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447800"/>
            <a:ext cx="10972800" cy="48006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anchor="t" compatLnSpc="1"/>
          <a:lstStyle/>
          <a:p>
            <a:endParaRPr kumimoji="0" lang="en-US" sz="1867"/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9956800" y="6400801"/>
            <a:ext cx="1625600" cy="318135"/>
          </a:xfrm>
          <a:prstGeom prst="rect">
            <a:avLst/>
          </a:prstGeom>
          <a:noFill/>
        </p:spPr>
        <p:txBody>
          <a:bodyPr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81D72C33-38EB-4BCF-BF0A-53BF0A995A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2847829" y="6400802"/>
            <a:ext cx="6807200" cy="321311"/>
          </a:xfrm>
          <a:prstGeom prst="rect">
            <a:avLst/>
          </a:prstGeom>
          <a:noFill/>
        </p:spPr>
        <p:txBody>
          <a:bodyPr/>
          <a:lstStyle>
            <a:lvl1pPr algn="l">
              <a:defRPr sz="1867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8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Font typeface="Corbel"/>
              <a:buChar char="–"/>
              <a:defRPr sz="2000" b="0" i="0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Font typeface="Corbel"/>
              <a:buChar char="–"/>
              <a:defRPr sz="1800" b="0" i="0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Font typeface="Corbel"/>
              <a:buChar char="–"/>
              <a:defRPr sz="1600" b="0" i="1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 rtl="0">
              <a:spcBef>
                <a:spcPts val="0"/>
              </a:spcBef>
              <a:buNone/>
              <a:defRPr sz="4400" b="0" i="0" u="none" strike="noStrike" cap="non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5" title="Rule Line"/>
          <p:cNvCxnSpPr/>
          <p:nvPr/>
        </p:nvCxnSpPr>
        <p:spPr>
          <a:xfrm>
            <a:off x="2933700" y="2176009"/>
            <a:ext cx="8770571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5"/>
          <p:cNvSpPr/>
          <p:nvPr/>
        </p:nvSpPr>
        <p:spPr>
          <a:xfrm>
            <a:off x="1" y="4763"/>
            <a:ext cx="3780078" cy="6853237"/>
          </a:xfrm>
          <a:custGeom>
            <a:avLst/>
            <a:gdLst/>
            <a:ahLst/>
            <a:cxnLst/>
            <a:rect l="l" t="t" r="r" b="b"/>
            <a:pathLst>
              <a:path w="1190" h="2160" extrusionOk="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56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1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13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12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7722704" y="3463707"/>
            <a:ext cx="4268212" cy="189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9"/>
              <a:buFont typeface="Libre Franklin Thin"/>
              <a:buNone/>
            </a:pPr>
            <a:r>
              <a:rPr lang="en-US" sz="3509" dirty="0">
                <a:latin typeface="Libre Franklin Thin"/>
                <a:ea typeface="Libre Franklin Thin"/>
                <a:cs typeface="Libre Franklin Thin"/>
                <a:sym typeface="Libre Franklin Thin"/>
              </a:rPr>
              <a:t>Introduction to Computer Graphics</a:t>
            </a:r>
            <a:endParaRPr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7848599" y="4986868"/>
            <a:ext cx="4142317" cy="66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</a:pPr>
            <a:r>
              <a:rPr lang="en-US">
                <a:latin typeface="Libre Franklin Thin"/>
                <a:ea typeface="Libre Franklin Thin"/>
                <a:cs typeface="Libre Franklin Thin"/>
                <a:sym typeface="Libre Franklin Thin"/>
              </a:rPr>
              <a:t>Brac University</a:t>
            </a:r>
            <a:endParaRPr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pic>
        <p:nvPicPr>
          <p:cNvPr id="111" name="Google Shape;111;p1" descr="Computer graphics | Britannic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3383" y="787133"/>
            <a:ext cx="28575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7541499" y="3174090"/>
            <a:ext cx="465050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Image: The Utah Tea pot, Finlay McWaiter</a:t>
            </a:r>
            <a:endParaRPr sz="1800">
              <a:solidFill>
                <a:schemeClr val="lt1"/>
              </a:solidFill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06288" y="1447800"/>
            <a:ext cx="10976112" cy="4800600"/>
          </a:xfrm>
        </p:spPr>
        <p:txBody>
          <a:bodyPr/>
          <a:lstStyle/>
          <a:p>
            <a:r>
              <a:rPr lang="en-US" dirty="0"/>
              <a:t>Computer graphics generally means creation, storage and manipulation of models and images</a:t>
            </a:r>
          </a:p>
          <a:p>
            <a:r>
              <a:rPr lang="en-US" dirty="0"/>
              <a:t>Such models come from diverse and expanding set of fields including physical, biological, mathematical, artistic, and conceptual/abstract structures</a:t>
            </a:r>
          </a:p>
          <a:p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806706" y="568345"/>
            <a:ext cx="8897565" cy="879455"/>
          </a:xfrm>
        </p:spPr>
        <p:txBody>
          <a:bodyPr>
            <a:normAutofit/>
          </a:bodyPr>
          <a:lstStyle/>
          <a:p>
            <a:r>
              <a:rPr lang="en-US" dirty="0"/>
              <a:t>What is Computer Graphics?</a:t>
            </a:r>
          </a:p>
        </p:txBody>
      </p:sp>
      <p:sp>
        <p:nvSpPr>
          <p:cNvPr id="3079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71087" y="4505947"/>
            <a:ext cx="4809067" cy="17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r>
              <a:rPr lang="en-US" sz="2133" b="0" dirty="0">
                <a:latin typeface="+mn-lt"/>
              </a:rPr>
              <a:t>Frame from animation by William Latham, shown at </a:t>
            </a:r>
            <a:r>
              <a:rPr lang="en-US" sz="2133" dirty="0">
                <a:latin typeface="+mn-lt"/>
              </a:rPr>
              <a:t>SIGGRAPH 1992</a:t>
            </a:r>
            <a:r>
              <a:rPr lang="en-US" sz="2133" b="0" dirty="0">
                <a:latin typeface="+mn-lt"/>
              </a:rPr>
              <a:t>. Latham creates his artwork using rules that govern patterns of natural forms.</a:t>
            </a:r>
          </a:p>
        </p:txBody>
      </p:sp>
      <p:pic>
        <p:nvPicPr>
          <p:cNvPr id="75784" name="Picture 3080" descr="Lathan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340" y="3679115"/>
            <a:ext cx="3080919" cy="256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 descr="fetter_boei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927" y="1520687"/>
            <a:ext cx="2521561" cy="2112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609600" y="1447800"/>
            <a:ext cx="8557549" cy="4800600"/>
          </a:xfrm>
        </p:spPr>
        <p:txBody>
          <a:bodyPr>
            <a:normAutofit/>
          </a:bodyPr>
          <a:lstStyle/>
          <a:p>
            <a:r>
              <a:rPr lang="en-US" sz="2000" dirty="0"/>
              <a:t>William Fetter coined term “computer graphics” in 1960 to describe new design methods he was pursuing at Boeing for cockpit ergonomics</a:t>
            </a:r>
          </a:p>
          <a:p>
            <a:r>
              <a:rPr lang="en-US" sz="2000" dirty="0"/>
              <a:t>Created a series of widely reproduced images on “pen plotter” exploring cockpit design, using 3D model of human body.  </a:t>
            </a:r>
          </a:p>
        </p:txBody>
      </p:sp>
      <p:sp>
        <p:nvSpPr>
          <p:cNvPr id="4101" name="Rectangle 1073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2339568" y="464010"/>
            <a:ext cx="8897565" cy="1560716"/>
          </a:xfrm>
        </p:spPr>
        <p:txBody>
          <a:bodyPr>
            <a:normAutofit/>
          </a:bodyPr>
          <a:lstStyle/>
          <a:p>
            <a:r>
              <a:rPr lang="en-US" dirty="0"/>
              <a:t>What is Computer Graphics?</a:t>
            </a:r>
          </a:p>
        </p:txBody>
      </p:sp>
      <p:sp>
        <p:nvSpPr>
          <p:cNvPr id="11271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75621" y="3634452"/>
            <a:ext cx="8309979" cy="267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b="0" dirty="0">
                <a:latin typeface="+mn-lt"/>
              </a:rPr>
              <a:t>“Perhaps the best way to define computer graphics is to find out what it is not. It is not a machine. It is not a computer, nor a group of computer programs. It is not the know-how of a graphic designer, a programmer, a writer, a motion picture specialist, or a reproduction specialist.</a:t>
            </a:r>
          </a:p>
          <a:p>
            <a:pPr eaLnBrk="1" hangingPunct="1">
              <a:spcBef>
                <a:spcPct val="50000"/>
              </a:spcBef>
            </a:pPr>
            <a:r>
              <a:rPr lang="en-US" sz="1800" b="0" dirty="0">
                <a:latin typeface="+mn-lt"/>
              </a:rPr>
              <a:t>Computer graphics is all these – a consciously managed and documented technology directed toward </a:t>
            </a:r>
            <a:r>
              <a:rPr lang="en-US" sz="1800" b="0" dirty="0">
                <a:solidFill>
                  <a:schemeClr val="accent2"/>
                </a:solidFill>
                <a:latin typeface="+mn-lt"/>
              </a:rPr>
              <a:t>communicating information </a:t>
            </a:r>
            <a:r>
              <a:rPr lang="en-US" sz="1800" b="0" dirty="0">
                <a:latin typeface="+mn-lt"/>
              </a:rPr>
              <a:t>accurately and descriptively.”</a:t>
            </a:r>
          </a:p>
          <a:p>
            <a:pPr eaLnBrk="1" hangingPunct="1">
              <a:spcBef>
                <a:spcPct val="50000"/>
              </a:spcBef>
            </a:pPr>
            <a:r>
              <a:rPr lang="en-US" sz="1800" i="1" dirty="0">
                <a:latin typeface="+mn-lt"/>
              </a:rPr>
              <a:t>Computer Graphics</a:t>
            </a:r>
            <a:r>
              <a:rPr lang="en-US" sz="1800" b="0" dirty="0">
                <a:latin typeface="+mn-lt"/>
              </a:rPr>
              <a:t>, by William A. Fetter, 1966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title"/>
          </p:nvPr>
        </p:nvSpPr>
        <p:spPr>
          <a:xfrm>
            <a:off x="2912981" y="568345"/>
            <a:ext cx="8791289" cy="130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 dirty="0"/>
              <a:t>Differences</a:t>
            </a:r>
            <a:endParaRPr dirty="0"/>
          </a:p>
        </p:txBody>
      </p:sp>
      <p:grpSp>
        <p:nvGrpSpPr>
          <p:cNvPr id="127" name="Google Shape;127;p3"/>
          <p:cNvGrpSpPr/>
          <p:nvPr/>
        </p:nvGrpSpPr>
        <p:grpSpPr>
          <a:xfrm>
            <a:off x="3289853" y="2319130"/>
            <a:ext cx="8179904" cy="4267200"/>
            <a:chOff x="1646154" y="0"/>
            <a:chExt cx="5478629" cy="3651250"/>
          </a:xfrm>
        </p:grpSpPr>
        <p:sp>
          <p:nvSpPr>
            <p:cNvPr id="128" name="Google Shape;128;p3"/>
            <p:cNvSpPr/>
            <p:nvPr/>
          </p:nvSpPr>
          <p:spPr>
            <a:xfrm>
              <a:off x="1646154" y="0"/>
              <a:ext cx="1825625" cy="18256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7847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9" name="Google Shape;129;p3"/>
            <p:cNvCxnSpPr/>
            <p:nvPr/>
          </p:nvCxnSpPr>
          <p:spPr>
            <a:xfrm>
              <a:off x="1646154" y="0"/>
              <a:ext cx="182" cy="3651250"/>
            </a:xfrm>
            <a:prstGeom prst="straightConnector1">
              <a:avLst/>
            </a:prstGeom>
            <a:noFill/>
            <a:ln w="12700" cap="flat" cmpd="sng">
              <a:solidFill>
                <a:srgbClr val="5F38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0" name="Google Shape;130;p3"/>
            <p:cNvSpPr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extracting information from the contents of an input image or video frame.</a:t>
              </a:r>
              <a:endParaRPr sz="1800"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face recognition, autonomous driving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472656" y="0"/>
              <a:ext cx="1825625" cy="18256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7847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3"/>
            <p:cNvCxnSpPr/>
            <p:nvPr/>
          </p:nvCxnSpPr>
          <p:spPr>
            <a:xfrm>
              <a:off x="3472656" y="0"/>
              <a:ext cx="182" cy="3651250"/>
            </a:xfrm>
            <a:prstGeom prst="straightConnector1">
              <a:avLst/>
            </a:prstGeom>
            <a:noFill/>
            <a:ln w="12700" cap="flat" cmpd="sng">
              <a:solidFill>
                <a:srgbClr val="5F38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4" name="Google Shape;134;p3"/>
            <p:cNvSpPr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graphics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creating an image from scratch using computer.</a:t>
              </a:r>
              <a:endParaRPr sz="1800"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animated movies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299158" y="0"/>
              <a:ext cx="1825625" cy="18256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7847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7" name="Google Shape;137;p3"/>
            <p:cNvCxnSpPr/>
            <p:nvPr/>
          </p:nvCxnSpPr>
          <p:spPr>
            <a:xfrm>
              <a:off x="5299158" y="0"/>
              <a:ext cx="182" cy="3651250"/>
            </a:xfrm>
            <a:prstGeom prst="straightConnector1">
              <a:avLst/>
            </a:prstGeom>
            <a:noFill/>
            <a:ln w="12700" cap="flat" cmpd="sng">
              <a:solidFill>
                <a:srgbClr val="5F38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8" name="Google Shape;138;p3"/>
            <p:cNvSpPr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t" anchorCtr="0">
              <a:noAutofit/>
            </a:bodyPr>
            <a:lstStyle/>
            <a:p>
              <a:pPr marL="0" marR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Digital image processing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processing raw input images to perform different operations.</a:t>
              </a:r>
              <a:endParaRPr sz="1800" dirty="0"/>
            </a:p>
            <a:p>
              <a:pPr marL="0" marR="0" lvl="0" indent="0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apply filter on an image, noise reduction, compression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1" name="Google Shape;141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9EC8-373E-909C-5906-400545D7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C8AC7-5C26-D1C7-6D87-676DCB34A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06706" y="2129061"/>
            <a:ext cx="9020859" cy="460844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Entertainment</a:t>
            </a:r>
            <a:r>
              <a:rPr lang="en-US" sz="14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Film and Animation: Used for creating visual effects, animations, and complex scenes.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Video Games: The backbone of interactive graphics for gameplay and VR/AR experiences.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Design and Engineering</a:t>
            </a:r>
            <a:r>
              <a:rPr lang="en-US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CAD (Computer-Aided Design): Used by engineers, architects, and designers to create models and simulations.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Product Design: Enables visualizing prototypes before physical production.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Education and Training</a:t>
            </a:r>
            <a:r>
              <a:rPr lang="en-US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Virtual Reality: Immersive educational environments for military, healthcare, and aerospace training.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Interactive Simulations: Learning tools for subjects like chemistry, physics, and biology.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Virtual and Augmented Reality: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i="0" dirty="0"/>
              <a:t>VR/AR Applications: From gaming to real estate tours, virtual and augmented reality use computer graphics for immersive experiences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7434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9EC8-373E-909C-5906-400545D7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C8AC7-5C26-D1C7-6D87-676DCB34A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06706" y="2207985"/>
            <a:ext cx="8897565" cy="43003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Medical: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Medical Visualization: Graphics are used in imaging techniques (MRI, CT) and surgery simulations.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Telemedicine: Allows doctors to visualize patient scans remotely.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Scientific Research</a:t>
            </a:r>
            <a:r>
              <a:rPr lang="en-US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Data Visualization: Large datasets and complex information are represented graphically (e.g., graphs, charts, 3D models) to aid in analysis.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Astrophysics: Simulations of galaxies, planets, or black holes.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Advertising and Marketing</a:t>
            </a:r>
            <a:r>
              <a:rPr lang="en-US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Graphic Design: Creating logos, advertisements, and promotional material.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3D Product Visualization: Allows companies to showcase products in 3D for online retail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User Interfaces</a:t>
            </a:r>
            <a:r>
              <a:rPr lang="en-US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i="0" dirty="0"/>
              <a:t>Graphical User Interfaces (GUIs): Found in operating systems, websites, apps, and software for user interaction with digital systems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846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3C01-4F7C-B69B-A739-C424794F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Input Methods in Computer Graphics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E44B5-54F5-2A51-E2D6-B5F74BF6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249557"/>
            <a:ext cx="8770571" cy="2479383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Keyboard and Mouse</a:t>
            </a:r>
            <a:r>
              <a:rPr lang="en-US" dirty="0"/>
              <a:t>: Traditional devices for controlling software, navigation, and object manipulation.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Graphics Tablets</a:t>
            </a:r>
            <a:r>
              <a:rPr lang="en-US" dirty="0"/>
              <a:t>: Used for digital drawing and illustration.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Touchscreens</a:t>
            </a:r>
            <a:r>
              <a:rPr lang="en-US" dirty="0"/>
              <a:t>: For direct interaction with graphical elements.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3D Scanners</a:t>
            </a:r>
            <a:r>
              <a:rPr lang="en-US" dirty="0"/>
              <a:t>: Capture the 3D structure of objects to create digital models.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Body as Interaction Device</a:t>
            </a:r>
            <a:r>
              <a:rPr lang="en-US" dirty="0"/>
              <a:t>: </a:t>
            </a:r>
          </a:p>
          <a:p>
            <a:pPr marL="114300" indent="0">
              <a:buNone/>
            </a:pP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8DB120-5A07-0C7C-F55C-1DC19AC8614E}"/>
              </a:ext>
            </a:extLst>
          </p:cNvPr>
          <p:cNvGrpSpPr/>
          <p:nvPr/>
        </p:nvGrpSpPr>
        <p:grpSpPr>
          <a:xfrm>
            <a:off x="3565391" y="4856341"/>
            <a:ext cx="2669151" cy="1842631"/>
            <a:chOff x="629919" y="2929354"/>
            <a:chExt cx="2562481" cy="171735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7AB3380-A50D-C85B-751D-B401FA63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19" y="2929354"/>
              <a:ext cx="2562481" cy="1439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14">
              <a:extLst>
                <a:ext uri="{FF2B5EF4-FFF2-40B4-BE49-F238E27FC236}">
                  <a16:creationId xmlns:a16="http://schemas.microsoft.com/office/drawing/2014/main" id="{2109B7AA-185B-4CB8-F636-B078A472A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919" y="4338929"/>
              <a:ext cx="25603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b="0" dirty="0"/>
                <a:t>Xbox </a:t>
              </a:r>
              <a:r>
                <a:rPr lang="en-US" b="0" dirty="0" err="1"/>
                <a:t>Kinect</a:t>
              </a:r>
              <a:endParaRPr lang="en-US" b="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47BC507-4120-E36E-5AD3-FFC03B1BDA70}"/>
              </a:ext>
            </a:extLst>
          </p:cNvPr>
          <p:cNvGrpSpPr/>
          <p:nvPr/>
        </p:nvGrpSpPr>
        <p:grpSpPr>
          <a:xfrm>
            <a:off x="6350197" y="4849436"/>
            <a:ext cx="2727960" cy="1849536"/>
            <a:chOff x="3291839" y="2922904"/>
            <a:chExt cx="2580643" cy="172380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CBF571-6E52-9AA9-D840-F4511FCC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2000" y="2922904"/>
              <a:ext cx="2570482" cy="1445896"/>
            </a:xfrm>
            <a:prstGeom prst="rect">
              <a:avLst/>
            </a:prstGeom>
          </p:spPr>
        </p:pic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6B35FB9D-42D9-0E7E-3B58-CFDD05ADF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839" y="4338929"/>
              <a:ext cx="25603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b="0" dirty="0"/>
                <a:t>Leap Motion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A154A-3B26-6E6F-D97C-6A74570085EE}"/>
              </a:ext>
            </a:extLst>
          </p:cNvPr>
          <p:cNvGrpSpPr/>
          <p:nvPr/>
        </p:nvGrpSpPr>
        <p:grpSpPr>
          <a:xfrm>
            <a:off x="8976311" y="4856341"/>
            <a:ext cx="2727960" cy="1842631"/>
            <a:chOff x="5892799" y="2922956"/>
            <a:chExt cx="2560321" cy="172375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7DBECF5-D6A8-2F7A-7892-A7E4BF7C1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6772" y="2922956"/>
              <a:ext cx="2193467" cy="1452671"/>
            </a:xfrm>
            <a:prstGeom prst="rect">
              <a:avLst/>
            </a:prstGeom>
          </p:spPr>
        </p:pic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608714E5-5573-3558-CBA1-B4C1E74C6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799" y="4338929"/>
              <a:ext cx="25603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400" b="1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b="0" dirty="0"/>
                <a:t>Nimble UX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574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3C01-4F7C-B69B-A739-C424794F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14393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 Devices in Computer Graphics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E44B5-54F5-2A51-E2D6-B5F74BF6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249557"/>
            <a:ext cx="8770571" cy="2958547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Monitors and Screens</a:t>
            </a:r>
            <a:r>
              <a:rPr lang="en-US" dirty="0"/>
              <a:t>: The most common output devices, used to display images and videos.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Printers</a:t>
            </a:r>
            <a:r>
              <a:rPr lang="en-US" dirty="0"/>
              <a:t>: For generating hard copies of graphics (2D or 3D).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Projectors</a:t>
            </a:r>
            <a:r>
              <a:rPr lang="en-US" dirty="0"/>
              <a:t>: Used in large-scale displays for presentations and entertainment.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VR/AR Headsets</a:t>
            </a:r>
            <a:r>
              <a:rPr lang="en-US" dirty="0"/>
              <a:t>: Immersive displays for virtual and augmented reality applications.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07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Basic Definitions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514" y="1676400"/>
            <a:ext cx="4992687" cy="4648200"/>
          </a:xfrm>
        </p:spPr>
        <p:txBody>
          <a:bodyPr/>
          <a:lstStyle/>
          <a:p>
            <a:r>
              <a:rPr lang="en-US" dirty="0"/>
              <a:t>Raster:  A rectangular array of points or dots.</a:t>
            </a:r>
          </a:p>
          <a:p>
            <a:r>
              <a:rPr lang="en-US" dirty="0"/>
              <a:t>Pixel (Pel): One dot or picture element of the raster</a:t>
            </a:r>
          </a:p>
          <a:p>
            <a:r>
              <a:rPr lang="en-US" dirty="0"/>
              <a:t>Pixel Grid: Images are arranged in a grid of pixels, where each pixel is stored with specific color information (RGB values)</a:t>
            </a:r>
          </a:p>
          <a:p>
            <a:r>
              <a:rPr lang="en-US" dirty="0"/>
              <a:t>Scan line:  A row of pixels</a:t>
            </a:r>
          </a:p>
        </p:txBody>
      </p:sp>
      <p:pic>
        <p:nvPicPr>
          <p:cNvPr id="235524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852" y="2297114"/>
            <a:ext cx="3948113" cy="181768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25" name="Text Box 5"/>
          <p:cNvSpPr txBox="1">
            <a:spLocks noChangeArrowheads="1"/>
          </p:cNvSpPr>
          <p:nvPr/>
        </p:nvSpPr>
        <p:spPr bwMode="auto">
          <a:xfrm>
            <a:off x="6756401" y="4557714"/>
            <a:ext cx="37973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2000">
                <a:cs typeface="Tahoma" panose="020B0604030504040204" pitchFamily="34" charset="0"/>
              </a:rPr>
              <a:t>Video raster devices display an image by sequentially drawing out the pixels of the scan lines that form the raster.</a:t>
            </a:r>
            <a:endParaRPr lang="en-US">
              <a:cs typeface="Tahoma" panose="020B0604030504040204" pitchFamily="34" charset="0"/>
            </a:endParaRPr>
          </a:p>
        </p:txBody>
      </p:sp>
      <p:sp>
        <p:nvSpPr>
          <p:cNvPr id="235526" name="Rectangle 6"/>
          <p:cNvSpPr>
            <a:spLocks noChangeArrowheads="1"/>
          </p:cNvSpPr>
          <p:nvPr/>
        </p:nvSpPr>
        <p:spPr bwMode="auto">
          <a:xfrm>
            <a:off x="6726297" y="3167004"/>
            <a:ext cx="3797300" cy="76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27" name="Rectangle 7"/>
          <p:cNvSpPr>
            <a:spLocks noChangeArrowheads="1"/>
          </p:cNvSpPr>
          <p:nvPr/>
        </p:nvSpPr>
        <p:spPr bwMode="auto">
          <a:xfrm>
            <a:off x="7405747" y="2674174"/>
            <a:ext cx="117475" cy="107951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61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1217938"/>
            <a:ext cx="5384800" cy="978610"/>
          </a:xfrm>
        </p:spPr>
        <p:txBody>
          <a:bodyPr/>
          <a:lstStyle/>
          <a:p>
            <a:r>
              <a:rPr lang="en-US" sz="2400" b="1" dirty="0">
                <a:solidFill>
                  <a:schemeClr val="bg2"/>
                </a:solidFill>
              </a:rPr>
              <a:t>Vector Display</a:t>
            </a:r>
            <a:r>
              <a:rPr lang="en-US" sz="2400" dirty="0">
                <a:solidFill>
                  <a:schemeClr val="bg2"/>
                </a:solidFill>
              </a:rPr>
              <a:t> (calligraphic, stroke, random-scan)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3"/>
            <p:custDataLst>
              <p:tags r:id="rId3"/>
            </p:custDataLst>
          </p:nvPr>
        </p:nvSpPr>
        <p:spPr>
          <a:xfrm>
            <a:off x="6197600" y="1429184"/>
            <a:ext cx="5566297" cy="762965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Raster Display</a:t>
            </a:r>
            <a:r>
              <a:rPr lang="en-US" sz="2400" dirty="0">
                <a:solidFill>
                  <a:schemeClr val="bg2"/>
                </a:solidFill>
              </a:rPr>
              <a:t> (TV, bitmap, </a:t>
            </a:r>
            <a:r>
              <a:rPr lang="en-US" sz="2400" dirty="0" err="1">
                <a:solidFill>
                  <a:schemeClr val="bg2"/>
                </a:solidFill>
              </a:rPr>
              <a:t>pixmap</a:t>
            </a:r>
            <a:r>
              <a:rPr lang="en-US" sz="2400" dirty="0">
                <a:solidFill>
                  <a:schemeClr val="bg2"/>
                </a:solidFill>
              </a:rPr>
              <a:t>) used in displays and laser printers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609600" y="2027583"/>
            <a:ext cx="5384800" cy="1744803"/>
          </a:xfrm>
        </p:spPr>
        <p:txBody>
          <a:bodyPr>
            <a:normAutofit/>
          </a:bodyPr>
          <a:lstStyle/>
          <a:p>
            <a:r>
              <a:rPr lang="en-US" sz="1600" dirty="0"/>
              <a:t>Driven by display commands</a:t>
            </a:r>
          </a:p>
          <a:p>
            <a:pPr lvl="1"/>
            <a:r>
              <a:rPr lang="en-US" sz="1600" dirty="0"/>
              <a:t>(move (x, y), char(“A”) , line(x, y)…)</a:t>
            </a:r>
          </a:p>
          <a:p>
            <a:r>
              <a:rPr lang="en-US" sz="1600" dirty="0"/>
              <a:t>Survives as “scalable vector graphics”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197600" y="2027583"/>
            <a:ext cx="5791200" cy="1802676"/>
          </a:xfrm>
        </p:spPr>
        <p:txBody>
          <a:bodyPr>
            <a:normAutofit/>
          </a:bodyPr>
          <a:lstStyle/>
          <a:p>
            <a:r>
              <a:rPr lang="en-US" sz="1600" dirty="0"/>
              <a:t>Driven by array of pixels (no semantics, lowest form of representation)</a:t>
            </a:r>
          </a:p>
          <a:p>
            <a:r>
              <a:rPr lang="en-US" sz="1600" dirty="0"/>
              <a:t>Note “</a:t>
            </a:r>
            <a:r>
              <a:rPr lang="en-US" sz="1600" dirty="0" err="1"/>
              <a:t>jaggies</a:t>
            </a:r>
            <a:r>
              <a:rPr lang="en-US" sz="1600" dirty="0"/>
              <a:t>” (aliasing errors) due to discrete sampling of continuous primitives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6"/>
            </p:custDataLst>
          </p:nvPr>
        </p:nvSpPr>
        <p:spPr>
          <a:xfrm>
            <a:off x="2866340" y="353272"/>
            <a:ext cx="8897565" cy="978610"/>
          </a:xfrm>
        </p:spPr>
        <p:txBody>
          <a:bodyPr>
            <a:normAutofit/>
          </a:bodyPr>
          <a:lstStyle/>
          <a:p>
            <a:r>
              <a:rPr lang="en-US" dirty="0"/>
              <a:t>Graphics Display Hardware</a:t>
            </a:r>
          </a:p>
        </p:txBody>
      </p:sp>
      <p:grpSp>
        <p:nvGrpSpPr>
          <p:cNvPr id="2" name="Group 17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307356" y="4014665"/>
            <a:ext cx="3989288" cy="2163365"/>
            <a:chOff x="298" y="1344"/>
            <a:chExt cx="2830" cy="1817"/>
          </a:xfrm>
        </p:grpSpPr>
        <p:pic>
          <p:nvPicPr>
            <p:cNvPr id="13336" name="Picture 5" descr="022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1344"/>
              <a:ext cx="2792" cy="1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7" name="Text Box 11"/>
            <p:cNvSpPr txBox="1">
              <a:spLocks noChangeArrowheads="1"/>
            </p:cNvSpPr>
            <p:nvPr/>
          </p:nvSpPr>
          <p:spPr bwMode="auto">
            <a:xfrm>
              <a:off x="298" y="2601"/>
              <a:ext cx="987" cy="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sz="1867" b="0" dirty="0"/>
                <a:t>Ideal Drawing</a:t>
              </a:r>
            </a:p>
          </p:txBody>
        </p:sp>
        <p:sp>
          <p:nvSpPr>
            <p:cNvPr id="13338" name="Text Box 12"/>
            <p:cNvSpPr txBox="1">
              <a:spLocks noChangeArrowheads="1"/>
            </p:cNvSpPr>
            <p:nvPr/>
          </p:nvSpPr>
          <p:spPr bwMode="auto">
            <a:xfrm>
              <a:off x="1977" y="2601"/>
              <a:ext cx="987" cy="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sz="1867" b="0" dirty="0"/>
                <a:t>Vector Drawing</a:t>
              </a:r>
            </a:p>
          </p:txBody>
        </p:sp>
      </p:grpSp>
      <p:cxnSp>
        <p:nvCxnSpPr>
          <p:cNvPr id="11" name="Straight Connector 10"/>
          <p:cNvCxnSpPr/>
          <p:nvPr>
            <p:custDataLst>
              <p:tags r:id="rId8"/>
            </p:custDataLst>
          </p:nvPr>
        </p:nvCxnSpPr>
        <p:spPr>
          <a:xfrm flipV="1">
            <a:off x="6065223" y="1519465"/>
            <a:ext cx="0" cy="46592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7045134" y="4014665"/>
            <a:ext cx="3738860" cy="2181559"/>
            <a:chOff x="5276753" y="2719016"/>
            <a:chExt cx="2804145" cy="1636169"/>
          </a:xfrm>
        </p:grpSpPr>
        <p:grpSp>
          <p:nvGrpSpPr>
            <p:cNvPr id="9" name="Group 8"/>
            <p:cNvGrpSpPr/>
            <p:nvPr>
              <p:custDataLst>
                <p:tags r:id="rId9"/>
              </p:custDataLst>
            </p:nvPr>
          </p:nvGrpSpPr>
          <p:grpSpPr>
            <a:xfrm>
              <a:off x="5276753" y="2719016"/>
              <a:ext cx="2804145" cy="1616963"/>
              <a:chOff x="3105151" y="4280296"/>
              <a:chExt cx="4975014" cy="1894486"/>
            </a:xfrm>
          </p:grpSpPr>
          <p:pic>
            <p:nvPicPr>
              <p:cNvPr id="42" name="Picture 41" descr="raster_house1.png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5151" y="4280296"/>
                <a:ext cx="2238889" cy="1894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42" descr="raster_house2.png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4334" y="4280296"/>
                <a:ext cx="2195831" cy="1894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66" name="TextBox 27"/>
            <p:cNvSpPr txBox="1">
              <a:spLocks noChangeArrowheads="1"/>
            </p:cNvSpPr>
            <p:nvPr/>
          </p:nvSpPr>
          <p:spPr bwMode="auto">
            <a:xfrm>
              <a:off x="5408983" y="4039762"/>
              <a:ext cx="1035851" cy="3154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/>
              <a:r>
                <a:rPr lang="en-US" sz="2133" b="0" dirty="0"/>
                <a:t>Outline</a:t>
              </a:r>
            </a:p>
          </p:txBody>
        </p:sp>
        <p:sp>
          <p:nvSpPr>
            <p:cNvPr id="167" name="TextBox 27"/>
            <p:cNvSpPr txBox="1">
              <a:spLocks noChangeArrowheads="1"/>
            </p:cNvSpPr>
            <p:nvPr/>
          </p:nvSpPr>
          <p:spPr bwMode="auto">
            <a:xfrm>
              <a:off x="7130411" y="4028803"/>
              <a:ext cx="896014" cy="3154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/>
              <a:r>
                <a:rPr lang="en-US" sz="2133" b="0" dirty="0"/>
                <a:t>Filled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Technology</a:t>
            </a:r>
            <a:endParaRPr lang="th-TH" dirty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Calligraphic Displays</a:t>
            </a:r>
          </a:p>
          <a:p>
            <a:pPr lvl="1"/>
            <a:r>
              <a:rPr lang="en-US" dirty="0"/>
              <a:t>also called vector, stroke or line drawing graphics</a:t>
            </a:r>
          </a:p>
          <a:p>
            <a:pPr lvl="1"/>
            <a:r>
              <a:rPr lang="en-US" dirty="0"/>
              <a:t>lines drawn directly on phosphor</a:t>
            </a:r>
          </a:p>
          <a:p>
            <a:pPr lvl="2"/>
            <a:r>
              <a:rPr lang="en-US" i="0" dirty="0"/>
              <a:t>display processor directs electron beam according to list of lines defined in a "</a:t>
            </a:r>
            <a:r>
              <a:rPr lang="en-US" b="1" i="0" dirty="0"/>
              <a:t>display list</a:t>
            </a:r>
            <a:r>
              <a:rPr lang="en-US" i="0" dirty="0"/>
              <a:t>“</a:t>
            </a:r>
          </a:p>
          <a:p>
            <a:pPr lvl="2"/>
            <a:r>
              <a:rPr lang="en-US" i="0" dirty="0"/>
              <a:t>phosphors glow for only a few micro-seconds so lines must be redrawn or </a:t>
            </a:r>
            <a:r>
              <a:rPr lang="en-US" b="1" i="0" dirty="0"/>
              <a:t>refreshed</a:t>
            </a:r>
            <a:r>
              <a:rPr lang="en-US" i="0" dirty="0"/>
              <a:t> constantly</a:t>
            </a:r>
          </a:p>
          <a:p>
            <a:pPr lvl="2"/>
            <a:r>
              <a:rPr lang="en-US" i="0" dirty="0"/>
              <a:t>deflection speed limits # of lines that can be drawn without flicker.</a:t>
            </a:r>
            <a:endParaRPr lang="th-TH" i="0" dirty="0"/>
          </a:p>
        </p:txBody>
      </p:sp>
    </p:spTree>
    <p:extLst>
      <p:ext uri="{BB962C8B-B14F-4D97-AF65-F5344CB8AC3E}">
        <p14:creationId xmlns:p14="http://schemas.microsoft.com/office/powerpoint/2010/main" val="276750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Vector Display Architecture</a:t>
            </a:r>
            <a:endParaRPr lang="th-TH"/>
          </a:p>
        </p:txBody>
      </p:sp>
      <p:pic>
        <p:nvPicPr>
          <p:cNvPr id="259075" name="Picture 3" descr="D:\PICTURE\vectordispla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524001"/>
            <a:ext cx="6400800" cy="428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797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Technology</a:t>
            </a:r>
            <a:endParaRPr lang="th-TH" dirty="0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dirty="0"/>
              <a:t>Raster Display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Display </a:t>
            </a:r>
            <a:r>
              <a:rPr 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primitives</a:t>
            </a:r>
            <a:r>
              <a:rPr lang="en-US" dirty="0">
                <a:cs typeface="Times New Roman" panose="02020603050405020304" pitchFamily="18" charset="0"/>
              </a:rPr>
              <a:t> (lines, shaded regions, characters) stored as pixels in </a:t>
            </a:r>
            <a:r>
              <a:rPr 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refresh buffer</a:t>
            </a:r>
            <a:r>
              <a:rPr lang="en-US" dirty="0">
                <a:cs typeface="Times New Roman" panose="02020603050405020304" pitchFamily="18" charset="0"/>
              </a:rPr>
              <a:t> (or </a:t>
            </a:r>
            <a:r>
              <a:rPr 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frame buffer</a:t>
            </a:r>
            <a:r>
              <a:rPr lang="en-US" dirty="0">
                <a:cs typeface="Times New Roman" panose="02020603050405020304" pitchFamily="18" charset="0"/>
              </a:rPr>
              <a:t>)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th-TH" dirty="0"/>
              <a:t>Electron beam scans a regular pattern of horizontal raster lines connected by horizontal retraces and vertical retrace</a:t>
            </a:r>
          </a:p>
          <a:p>
            <a:pPr lvl="1">
              <a:lnSpc>
                <a:spcPct val="90000"/>
              </a:lnSpc>
            </a:pPr>
            <a:r>
              <a:rPr lang="th-TH" dirty="0"/>
              <a:t>Video controller coordinates the repeated scanning</a:t>
            </a:r>
          </a:p>
          <a:p>
            <a:pPr lvl="1">
              <a:lnSpc>
                <a:spcPct val="90000"/>
              </a:lnSpc>
            </a:pPr>
            <a:r>
              <a:rPr lang="th-TH" dirty="0"/>
              <a:t>Pixels are individual dots on a raster line</a:t>
            </a:r>
          </a:p>
          <a:p>
            <a:pPr lvl="1">
              <a:lnSpc>
                <a:spcPct val="90000"/>
              </a:lnSpc>
            </a:pP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11397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/>
              <a:t>Raster displays</a:t>
            </a:r>
            <a:r>
              <a:rPr lang="en-US"/>
              <a:t> Architecture</a:t>
            </a:r>
            <a:endParaRPr lang="th-TH"/>
          </a:p>
        </p:txBody>
      </p:sp>
      <p:pic>
        <p:nvPicPr>
          <p:cNvPr id="261123" name="Picture 3" descr="D:\PICTURE\rasterdispla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600201"/>
            <a:ext cx="6324600" cy="415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31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5764"/>
            <a:ext cx="8594725" cy="447675"/>
          </a:xfrm>
          <a:noFill/>
          <a:ln/>
        </p:spPr>
        <p:txBody>
          <a:bodyPr spcFirstLastPara="1" vert="horz" wrap="square" lIns="90488" tIns="44451" rIns="90488" bIns="44451" rtlCol="0" anchor="ctr" anchorCtr="0">
            <a:normAutofit fontScale="90000"/>
          </a:bodyPr>
          <a:lstStyle/>
          <a:p>
            <a:r>
              <a:rPr lang="th-TH" dirty="0"/>
              <a:t>Output Technolog</a:t>
            </a:r>
            <a:r>
              <a:rPr lang="en-US" dirty="0"/>
              <a:t>y</a:t>
            </a:r>
            <a:endParaRPr lang="th-TH" dirty="0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spcFirstLastPara="1" vert="horz" wrap="square" lIns="90488" tIns="44451" rIns="90488" bIns="44451" anchor="t" anchorCtr="0"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 pixel is the smallest unit of a digital image, representing a single color</a:t>
            </a:r>
          </a:p>
          <a:p>
            <a:pPr>
              <a:lnSpc>
                <a:spcPct val="90000"/>
              </a:lnSpc>
            </a:pPr>
            <a:r>
              <a:rPr lang="th-TH" sz="2800" dirty="0"/>
              <a:t>Bitmap is the collection of pixels</a:t>
            </a:r>
            <a:r>
              <a:rPr lang="en-US" sz="2800" dirty="0"/>
              <a:t>. Bitmap files are large because they store information for each pixel, often used in formats like .bmp, .</a:t>
            </a:r>
            <a:r>
              <a:rPr lang="en-US" sz="2800" dirty="0" err="1"/>
              <a:t>png</a:t>
            </a:r>
            <a:r>
              <a:rPr lang="en-US" sz="2800" dirty="0"/>
              <a:t>, and .jpg</a:t>
            </a:r>
            <a:endParaRPr lang="th-TH" sz="2800" dirty="0"/>
          </a:p>
          <a:p>
            <a:pPr>
              <a:lnSpc>
                <a:spcPct val="90000"/>
              </a:lnSpc>
            </a:pPr>
            <a:r>
              <a:rPr lang="th-TH" sz="2800" dirty="0"/>
              <a:t>Frame buffer stores the bitmap</a:t>
            </a:r>
          </a:p>
          <a:p>
            <a:pPr>
              <a:lnSpc>
                <a:spcPct val="90000"/>
              </a:lnSpc>
            </a:pPr>
            <a:r>
              <a:rPr lang="th-TH" sz="2800" dirty="0"/>
              <a:t>Raster display </a:t>
            </a:r>
            <a:r>
              <a:rPr lang="en-US" sz="2800" dirty="0"/>
              <a:t>stores</a:t>
            </a:r>
            <a:r>
              <a:rPr lang="th-TH" sz="2800" dirty="0"/>
              <a:t> the display primitives (line, characters, and solid shaded or patterned area)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Frame buffers 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A portion of memory containing the image data that is to be displayed on the screen. The frame buffer stores the color values of every pixel in a scene, and its content is continuously scanned to the display device.</a:t>
            </a:r>
            <a:endParaRPr lang="en-US" sz="2533" dirty="0"/>
          </a:p>
          <a:p>
            <a:pPr lvl="1">
              <a:lnSpc>
                <a:spcPct val="90000"/>
              </a:lnSpc>
            </a:pPr>
            <a:r>
              <a:rPr lang="en-US" dirty="0"/>
              <a:t>are composed of </a:t>
            </a:r>
            <a:r>
              <a:rPr lang="en-US" b="1" dirty="0"/>
              <a:t>VRAM</a:t>
            </a:r>
            <a:r>
              <a:rPr lang="en-US" dirty="0"/>
              <a:t> (video RAM).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VRAM is dual-ported memory capable of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Random access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Simultaneous high-speed serial output: built-in </a:t>
            </a:r>
            <a:r>
              <a:rPr lang="en-US" b="1" dirty="0"/>
              <a:t>serial shift register</a:t>
            </a:r>
            <a:r>
              <a:rPr lang="en-US" dirty="0"/>
              <a:t> can output entire </a:t>
            </a:r>
            <a:r>
              <a:rPr lang="en-US" i="1" dirty="0"/>
              <a:t>scanline</a:t>
            </a:r>
            <a:r>
              <a:rPr lang="en-US" dirty="0"/>
              <a:t> at high rate synchronized to </a:t>
            </a:r>
            <a:r>
              <a:rPr lang="en-US" b="1" dirty="0"/>
              <a:t>pixel clock.</a:t>
            </a:r>
            <a:r>
              <a:rPr lang="en-US" dirty="0"/>
              <a:t>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8267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 Buffer</a:t>
            </a:r>
            <a:endParaRPr lang="th-TH" dirty="0"/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1"/>
            <a:ext cx="4648200" cy="453231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 frame buffer is characterized by its size, x, y, and pixel depth.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b="1" dirty="0"/>
              <a:t>resolution</a:t>
            </a:r>
            <a:r>
              <a:rPr lang="en-US" sz="2400" dirty="0"/>
              <a:t> of a frame buffer is the number of pixels in the display. e.g. 1024x1024 pixels.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Bit Planes or Bit Depth is the number of bits corresponding to each pixel. This determines the </a:t>
            </a:r>
            <a:r>
              <a:rPr lang="en-US" sz="2400" b="1" dirty="0"/>
              <a:t>color resolution</a:t>
            </a:r>
            <a:r>
              <a:rPr lang="en-US" sz="2400" dirty="0"/>
              <a:t> of the buffer.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Dual ported (simultaneously writing values and displaying in the monitor)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o"/>
            </a:pPr>
            <a:endParaRPr lang="th-TH" sz="2400" dirty="0"/>
          </a:p>
        </p:txBody>
      </p:sp>
      <p:pic>
        <p:nvPicPr>
          <p:cNvPr id="245764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1371601"/>
            <a:ext cx="24765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6477000" y="3962402"/>
            <a:ext cx="4343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>
                <a:latin typeface="Arial" panose="020B0604020202020204" pitchFamily="34" charset="0"/>
              </a:rPr>
              <a:t>Bilevel or monochrome displays have 1 bit/pixel (128Kbytes of RAM)</a:t>
            </a:r>
          </a:p>
          <a:p>
            <a:r>
              <a:rPr lang="en-US" sz="1800">
                <a:latin typeface="Arial" panose="020B0604020202020204" pitchFamily="34" charset="0"/>
              </a:rPr>
              <a:t>8bits/pixel -&gt;</a:t>
            </a:r>
            <a:r>
              <a:rPr lang="en-US" sz="1800">
                <a:latin typeface="Times New Roman" panose="02020603050405020304" pitchFamily="18" charset="0"/>
              </a:rPr>
              <a:t> </a:t>
            </a:r>
            <a:r>
              <a:rPr lang="en-US" sz="1800">
                <a:latin typeface="Arial" panose="020B0604020202020204" pitchFamily="34" charset="0"/>
              </a:rPr>
              <a:t>256 simultaneous colors</a:t>
            </a:r>
            <a:br>
              <a:rPr lang="en-US" sz="1800">
                <a:latin typeface="Arial" panose="020B0604020202020204" pitchFamily="34" charset="0"/>
              </a:rPr>
            </a:br>
            <a:r>
              <a:rPr lang="en-US" sz="1800">
                <a:latin typeface="Arial" panose="020B0604020202020204" pitchFamily="34" charset="0"/>
              </a:rPr>
              <a:t>24bits/pixel -&gt;</a:t>
            </a:r>
            <a:r>
              <a:rPr lang="en-US" sz="1800">
                <a:latin typeface="Times New Roman" panose="02020603050405020304" pitchFamily="18" charset="0"/>
              </a:rPr>
              <a:t> </a:t>
            </a:r>
            <a:r>
              <a:rPr lang="en-US" sz="1800">
                <a:latin typeface="Arial" panose="020B0604020202020204" pitchFamily="34" charset="0"/>
              </a:rPr>
              <a:t>16 million simultaneous colors</a:t>
            </a:r>
          </a:p>
          <a:p>
            <a:pPr eaLnBrk="0" hangingPunct="0"/>
            <a:endParaRPr 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8A57AD-DB2A-4542-B1DB-A6A55AF0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879455"/>
          </a:xfrm>
        </p:spPr>
        <p:txBody>
          <a:bodyPr/>
          <a:lstStyle/>
          <a:p>
            <a:r>
              <a:rPr lang="en-US" dirty="0"/>
              <a:t>Raster vs. Vector Displays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49821A-AFFB-893C-B8ED-FE3FF5695E9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609600" y="2878604"/>
            <a:ext cx="113769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Pixel-based, fixed resolution, common in displays. Cheaper. More realistic.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Shape-based, resolution-independent, best for scalable designs.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Raster is used for photographs and complex images, while vector is used for fonts and logos. </a:t>
            </a:r>
          </a:p>
        </p:txBody>
      </p:sp>
    </p:spTree>
    <p:extLst>
      <p:ext uri="{BB962C8B-B14F-4D97-AF65-F5344CB8AC3E}">
        <p14:creationId xmlns:p14="http://schemas.microsoft.com/office/powerpoint/2010/main" val="1923224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6927D7-BC64-6060-B89E-80350FB4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 Overview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A42F97-F663-FB22-1688-3584DE4FE87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609600" y="2401743"/>
            <a:ext cx="10972800" cy="2892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rendering pipeline is a sequence of steps used in computer graphics to convert a 3D scene into a 2D image on the screen.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Steps in the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533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3D Model Creation</a:t>
            </a:r>
            <a:r>
              <a:rPr kumimoji="0" lang="en-US" altLang="en-US" sz="1533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 objects and scenes using geometry (vertices, polygons).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533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Transformation</a:t>
            </a:r>
            <a:r>
              <a:rPr kumimoji="0" lang="en-US" altLang="en-US" sz="1533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Position, rotate, and scale 3D models in the scene.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533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Lighting</a:t>
            </a:r>
            <a:r>
              <a:rPr kumimoji="0" lang="en-US" altLang="en-US" sz="1533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Simulate how light interacts with objects, adding realism.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533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Projection</a:t>
            </a:r>
            <a:r>
              <a:rPr kumimoji="0" lang="en-US" altLang="en-US" sz="1533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Convert the 3D scene into a 2D viewable plane.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533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Rasterization</a:t>
            </a:r>
            <a:r>
              <a:rPr kumimoji="0" lang="en-US" altLang="en-US" sz="1533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Convert vector-based models into pixels on the screen.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533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Shading &amp; Texturing</a:t>
            </a:r>
            <a:r>
              <a:rPr kumimoji="0" lang="en-US" altLang="en-US" sz="1533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colors, textures, and lighting to pixels for final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884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48DCC-4B4B-A3F9-B50B-6E41698A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357" y="578285"/>
            <a:ext cx="8897565" cy="1560716"/>
          </a:xfrm>
        </p:spPr>
        <p:txBody>
          <a:bodyPr/>
          <a:lstStyle/>
          <a:p>
            <a:r>
              <a:rPr lang="en-US" dirty="0"/>
              <a:t>Stages of the Rendering Pipeline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C9E59A-AC35-1F8E-8AF3-475DE8C1834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239078" y="1589619"/>
            <a:ext cx="93472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Vertex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Transform object coordinates to screen coordinates (includes model and view transformations).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Clipping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Remove objects or parts of objects outside the viewable area (camera's field of view).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Rasterization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Convert 3D objects into 2D pixel data, forming a pixel grid.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Fragment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effects like shading, textures, and lighting to individual pixels (fragments).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Composition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Combine layers and objects into the final image displayed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5" name="Picture 5" descr="OpenGL Rendering Pipeline">
            <a:extLst>
              <a:ext uri="{FF2B5EF4-FFF2-40B4-BE49-F238E27FC236}">
                <a16:creationId xmlns:a16="http://schemas.microsoft.com/office/drawing/2014/main" id="{3418B5BD-CBA8-21B9-A803-4686635F5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22" y="4605636"/>
            <a:ext cx="8193156" cy="180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764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1EC547-CBD4-C7C0-EA1A-CFD29661B8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599" y="1447800"/>
            <a:ext cx="11094671" cy="4800600"/>
          </a:xfrm>
        </p:spPr>
        <p:txBody>
          <a:bodyPr>
            <a:normAutofit fontScale="92500" lnSpcReduction="10000"/>
          </a:bodyPr>
          <a:lstStyle/>
          <a:p>
            <a:pPr marL="101600" indent="0">
              <a:buNone/>
            </a:pPr>
            <a:r>
              <a:rPr lang="en-US" sz="2000" b="1" dirty="0"/>
              <a:t>Calculating Pixels:</a:t>
            </a:r>
          </a:p>
          <a:p>
            <a:pPr marL="101600" indent="0">
              <a:buNone/>
            </a:pPr>
            <a:r>
              <a:rPr lang="en-US" sz="1800" dirty="0"/>
              <a:t>         If you have a screen resolution of 1920 x 1080 (Full HD), the total number of pixels in one frame can be calculated as: </a:t>
            </a:r>
          </a:p>
          <a:p>
            <a:pPr marL="101600" indent="0">
              <a:buNone/>
            </a:pPr>
            <a:r>
              <a:rPr lang="en-US" sz="1800" dirty="0"/>
              <a:t>	Total Pixels = Width × Height</a:t>
            </a:r>
          </a:p>
          <a:p>
            <a:pPr marL="101600" indent="0">
              <a:buNone/>
            </a:pPr>
            <a:r>
              <a:rPr lang="en-US" sz="1800" dirty="0"/>
              <a:t>	Total Pixels = 1920 × 1080 = 2,073,600 pixels per frame </a:t>
            </a:r>
          </a:p>
          <a:p>
            <a:pPr marL="101600" indent="0">
              <a:buNone/>
            </a:pPr>
            <a:r>
              <a:rPr lang="en-US" sz="1800" dirty="0"/>
              <a:t>	So, a 1920 x 1080 resolution video frame contains 2,073,600 pixels</a:t>
            </a:r>
            <a:r>
              <a:rPr lang="en-US" dirty="0"/>
              <a:t>.</a:t>
            </a:r>
          </a:p>
          <a:p>
            <a:pPr marL="101600" indent="0">
              <a:buNone/>
            </a:pPr>
            <a:r>
              <a:rPr lang="en-US" sz="2100" b="1" dirty="0"/>
              <a:t>Calculating Data per Second from FPS:</a:t>
            </a:r>
          </a:p>
          <a:p>
            <a:pPr marL="101600" indent="0">
              <a:buNone/>
            </a:pPr>
            <a:r>
              <a:rPr lang="en-US" dirty="0"/>
              <a:t>     </a:t>
            </a:r>
            <a:r>
              <a:rPr lang="en-US" sz="1900" dirty="0"/>
              <a:t>Let’s assume you are capturing a video at 60 frames per second (FPS). If each frame is 1920 x 1080 pixels, and you want to know how many pixels are processed per second, you multiply the total number of pixels per frame by the FPS: </a:t>
            </a:r>
          </a:p>
          <a:p>
            <a:pPr marL="101600" indent="0">
              <a:buNone/>
            </a:pPr>
            <a:r>
              <a:rPr lang="en-US" sz="1900" dirty="0"/>
              <a:t>	Total Pixels per Second = Pixels per Frame × FPS Pixels per Second </a:t>
            </a:r>
          </a:p>
          <a:p>
            <a:pPr marL="101600" indent="0">
              <a:buNone/>
            </a:pPr>
            <a:r>
              <a:rPr lang="en-US" sz="1900" dirty="0"/>
              <a:t>			   = 2,073,600 × 60  = 124,416,000 pixels per second, </a:t>
            </a:r>
          </a:p>
          <a:p>
            <a:pPr marL="101600" indent="0">
              <a:buNone/>
            </a:pPr>
            <a:r>
              <a:rPr lang="en-US" sz="1900" dirty="0"/>
              <a:t>for a 1920 x 1080 video running at 60 FPS, 124,416,000 pixels are being processed every second.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1AFB20-3F43-9ED0-49AF-CD2DD7C8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243" y="568345"/>
            <a:ext cx="7172028" cy="1071612"/>
          </a:xfrm>
        </p:spPr>
        <p:txBody>
          <a:bodyPr/>
          <a:lstStyle/>
          <a:p>
            <a:r>
              <a:rPr lang="en-US" dirty="0"/>
              <a:t>Computations</a:t>
            </a:r>
          </a:p>
        </p:txBody>
      </p:sp>
    </p:spTree>
    <p:extLst>
      <p:ext uri="{BB962C8B-B14F-4D97-AF65-F5344CB8AC3E}">
        <p14:creationId xmlns:p14="http://schemas.microsoft.com/office/powerpoint/2010/main" val="1409522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AABDA0-EB43-9930-B774-87298B0F10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101600" indent="0">
              <a:buNone/>
            </a:pPr>
            <a:r>
              <a:rPr lang="en-US" sz="1800" b="1" dirty="0"/>
              <a:t>Aspect Ratio</a:t>
            </a:r>
            <a:r>
              <a:rPr lang="en-US" dirty="0"/>
              <a:t>: </a:t>
            </a:r>
            <a:r>
              <a:rPr lang="en-US" sz="1600" dirty="0"/>
              <a:t>The aspect ratio is the ratio of the width to the height of an image or screen:</a:t>
            </a:r>
          </a:p>
          <a:p>
            <a:pPr marL="101600" indent="0">
              <a:buNone/>
            </a:pPr>
            <a:r>
              <a:rPr lang="en-US" sz="1600" dirty="0"/>
              <a:t>	Aspect Ratio = Width/Height</a:t>
            </a:r>
          </a:p>
          <a:p>
            <a:pPr marL="101600" indent="0">
              <a:buNone/>
            </a:pPr>
            <a:r>
              <a:rPr lang="en-US" sz="1600" dirty="0"/>
              <a:t>​ 	Example: For a resolution of 1920 × 1080 (Full HD):</a:t>
            </a:r>
          </a:p>
          <a:p>
            <a:pPr marL="101600" indent="0">
              <a:buNone/>
            </a:pPr>
            <a:r>
              <a:rPr lang="en-US" sz="1600" dirty="0"/>
              <a:t>		Aspect Ratio=1920/1080=16:9</a:t>
            </a:r>
          </a:p>
          <a:p>
            <a:pPr marL="101600" indent="0">
              <a:buNone/>
            </a:pPr>
            <a:r>
              <a:rPr lang="en-US" sz="1800" b="1" dirty="0"/>
              <a:t>Color Depth and Image Size</a:t>
            </a:r>
            <a:r>
              <a:rPr lang="en-US" sz="1800" dirty="0"/>
              <a:t>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567C7C-A24F-79D2-474E-5657AF6A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695" y="568345"/>
            <a:ext cx="7082575" cy="879455"/>
          </a:xfrm>
        </p:spPr>
        <p:txBody>
          <a:bodyPr/>
          <a:lstStyle/>
          <a:p>
            <a:r>
              <a:rPr lang="en-US" dirty="0"/>
              <a:t>Computations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9C1D7-1235-B9DA-AAAE-15E896437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986" y="3429000"/>
            <a:ext cx="675161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56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64E5-D612-B253-3FC7-9AE8EE49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790" y="566928"/>
            <a:ext cx="7261481" cy="1122724"/>
          </a:xfrm>
        </p:spPr>
        <p:txBody>
          <a:bodyPr/>
          <a:lstStyle/>
          <a:p>
            <a:r>
              <a:rPr lang="en-US" dirty="0"/>
              <a:t>Computations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8D520-E794-95A6-11A1-74B81BFA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729" y="2456408"/>
            <a:ext cx="6606490" cy="8239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Scaling and Pixel Density (DPI/PPI)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F6166-922A-B26D-987B-A4C1168AC2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96000" y="2456408"/>
            <a:ext cx="5608272" cy="8239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Anti-aliasing: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4572B7-6107-3C3B-7014-AC3C8219E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27" y="3316639"/>
            <a:ext cx="5479774" cy="2815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27ED8-2A62-CD65-5BF8-2472C768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921" y="3350631"/>
            <a:ext cx="532334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21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485A-26A5-4B7B-C85F-82F364FA7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974" y="568345"/>
            <a:ext cx="7291297" cy="1560716"/>
          </a:xfrm>
        </p:spPr>
        <p:txBody>
          <a:bodyPr/>
          <a:lstStyle/>
          <a:p>
            <a:r>
              <a:rPr lang="en-US" dirty="0"/>
              <a:t>Computations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F1374-5CD7-3AA5-6FF5-FFCA40741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0" y="2438399"/>
            <a:ext cx="9448800" cy="3851255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sz="2100" b="1" dirty="0"/>
              <a:t>Frame Time and Pixel Processing:</a:t>
            </a:r>
          </a:p>
          <a:p>
            <a:r>
              <a:rPr lang="en-US" dirty="0"/>
              <a:t>In real-time graphics, the time to render each frame (frame time) affects how long it takes to process pixels. At 60 FPS, the time to render one frame is approximately </a:t>
            </a:r>
            <a:r>
              <a:rPr lang="en-US" b="1" dirty="0"/>
              <a:t>16.67 milliseconds</a:t>
            </a:r>
            <a:r>
              <a:rPr lang="en-US" dirty="0"/>
              <a:t> (time per frame = 1/FPS = 1/60 = 16.67 </a:t>
            </a:r>
            <a:r>
              <a:rPr lang="en-US" dirty="0" err="1"/>
              <a:t>ms</a:t>
            </a:r>
            <a:r>
              <a:rPr lang="en-US" dirty="0"/>
              <a:t>). </a:t>
            </a:r>
          </a:p>
          <a:p>
            <a:r>
              <a:rPr lang="en-US" dirty="0"/>
              <a:t>If a GPU can process N pixels per millisecond, you can estimate the maximum number of pixels that can be rendered per frame:</a:t>
            </a:r>
          </a:p>
          <a:p>
            <a:pPr marL="114300" indent="0">
              <a:buNone/>
            </a:pPr>
            <a:r>
              <a:rPr lang="en-US" dirty="0"/>
              <a:t>			Pixels per Frame = N × 16.67 </a:t>
            </a:r>
          </a:p>
          <a:p>
            <a:pPr marL="114300" indent="0">
              <a:buNone/>
            </a:pPr>
            <a:r>
              <a:rPr lang="en-US" b="1" dirty="0"/>
              <a:t>       Example</a:t>
            </a:r>
            <a:r>
              <a:rPr lang="en-US" dirty="0"/>
              <a:t>: If a GPU can process 100,000 pixels per millisecond:</a:t>
            </a:r>
          </a:p>
          <a:p>
            <a:pPr marL="114300" indent="0">
              <a:buNone/>
            </a:pPr>
            <a:r>
              <a:rPr lang="en-US" dirty="0"/>
              <a:t>		Pixels per Frame = 100,000×16.67 = 1,667,000 pixels per frame</a:t>
            </a:r>
          </a:p>
          <a:p>
            <a:pPr marL="114300" indent="0">
              <a:buNone/>
            </a:pPr>
            <a:r>
              <a:rPr lang="en-US" dirty="0"/>
              <a:t>       This number can be compared with the resolution to see if the GPU can handle rendering the entire frame in real-time.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57208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r3kFXaLK9YpR1B5VbTsx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jopjEXZ9QgcScefONpL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yp38q5ybrasyL2J2I08G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pFKgQwtHy5brP0gvxTAEP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pEtc4KGKSrcv0oo9f2IK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mkcJMdte61dnf5MDrI0N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kZS6nEyW5p2h90lYthD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hC8imCA0JOaD4RJU65Ax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SD48B3mb2N5aFVuJZugch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e0Pnaj4zz9LmkazuvGak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YSHNjh1tF9jhp3jeT37t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ojBj9vZz2X4D2WFnZMx6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23LwagN6c2n1uoc08vu6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g1shaZD1CnvGP0wOIh3R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yI7EsvbLjbBcvZThl3HVu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HnL9ukjSBGPzTheCqKw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vdBP9Y0Je3TYf0AxnaeO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GU2e1SnlVAl2zUaqrePf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sc830I0TWr0S0KHjK1Ai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eXSpjt96aoF6Cq6tEpl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ZFLdVF6YX5fQcHAXxMyt5X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UwbgetBfUlMmGAEpKAMy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dYdW9D9Es0fYOvNJvond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hBaF7JiPGnAtjd2ijY6f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7HL8B15oaqCEGBLtvplDj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KdAuAGe0heuUyjuj79gjCN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Ya7hzwi3S1Fetx3gFeXr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3fat26XRYrQLGmjffVnQ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z4XpX4c5ORry7R76tc60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HQHWpY13M3CF6wD8TFSC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S7P17DA3ngajjW4NPSJMIJ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WiAs1lHyb1cSgbppPUDu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67ugz7agb3UBwRCI0qbR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NzbagC6YyEL4ctXKMAnVP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YEEyN7TdickWjV5pRy9du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QsF9KfDBuBjEAwvIPY4l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Jf92FnIOLCEJOcTDnEzHI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QwutEF4jO2UVFsRAjxzJo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rt9ca1MTpIb0srmF1WSc9"/>
</p:tagLst>
</file>

<file path=ppt/theme/theme1.xml><?xml version="1.0" encoding="utf-8"?>
<a:theme xmlns:a="http://schemas.openxmlformats.org/drawingml/2006/main" name="Feathered">
  <a:themeElements>
    <a:clrScheme name="Feathered">
      <a:dk1>
        <a:srgbClr val="000000"/>
      </a:dk1>
      <a:lt1>
        <a:srgbClr val="FFFFFF"/>
      </a:lt1>
      <a:dk2>
        <a:srgbClr val="1E1217"/>
      </a:dk2>
      <a:lt2>
        <a:srgbClr val="FAFDFD"/>
      </a:lt2>
      <a:accent1>
        <a:srgbClr val="78475D"/>
      </a:accent1>
      <a:accent2>
        <a:srgbClr val="A7D068"/>
      </a:accent2>
      <a:accent3>
        <a:srgbClr val="78C5CF"/>
      </a:accent3>
      <a:accent4>
        <a:srgbClr val="D36E88"/>
      </a:accent4>
      <a:accent5>
        <a:srgbClr val="D3C588"/>
      </a:accent5>
      <a:accent6>
        <a:srgbClr val="ED9E57"/>
      </a:accent6>
      <a:hlink>
        <a:srgbClr val="78C5CF"/>
      </a:hlink>
      <a:folHlink>
        <a:srgbClr val="D36E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1887</Words>
  <Application>Microsoft Office PowerPoint</Application>
  <PresentationFormat>Widescreen</PresentationFormat>
  <Paragraphs>165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Times New Roman</vt:lpstr>
      <vt:lpstr>Libre Franklin Thin</vt:lpstr>
      <vt:lpstr>Verdana</vt:lpstr>
      <vt:lpstr>Corbel</vt:lpstr>
      <vt:lpstr>Calibri</vt:lpstr>
      <vt:lpstr>Arial</vt:lpstr>
      <vt:lpstr>Century Schoolbook</vt:lpstr>
      <vt:lpstr>Wingdings</vt:lpstr>
      <vt:lpstr>Feathered</vt:lpstr>
      <vt:lpstr>Introduction to Computer Graphics</vt:lpstr>
      <vt:lpstr>What is Computer Graphics?</vt:lpstr>
      <vt:lpstr>What is Computer Graphics?</vt:lpstr>
      <vt:lpstr>Differences</vt:lpstr>
      <vt:lpstr>Applications of CG</vt:lpstr>
      <vt:lpstr>Applications of CG</vt:lpstr>
      <vt:lpstr>Input Methods in Computer Graphics</vt:lpstr>
      <vt:lpstr>Output Devices in Computer Graphics </vt:lpstr>
      <vt:lpstr>Basic Definitions</vt:lpstr>
      <vt:lpstr>Graphics Display Hardware</vt:lpstr>
      <vt:lpstr>Output Technology</vt:lpstr>
      <vt:lpstr>Vector Display Architecture</vt:lpstr>
      <vt:lpstr>Output Technology</vt:lpstr>
      <vt:lpstr>Raster displays Architecture</vt:lpstr>
      <vt:lpstr>Output Technology</vt:lpstr>
      <vt:lpstr>Frame Buffer</vt:lpstr>
      <vt:lpstr>Raster vs. Vector Displays</vt:lpstr>
      <vt:lpstr>Rendering Pipeline Overview</vt:lpstr>
      <vt:lpstr>Stages of the Rendering Pipeline</vt:lpstr>
      <vt:lpstr>Computations</vt:lpstr>
      <vt:lpstr>Computations</vt:lpstr>
      <vt:lpstr>Computations</vt:lpstr>
      <vt:lpstr>Computations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Graphics</dc:title>
  <dc:creator>Microsoft account</dc:creator>
  <cp:lastModifiedBy>Tamkin Mahmud Tan</cp:lastModifiedBy>
  <cp:revision>2</cp:revision>
  <dcterms:created xsi:type="dcterms:W3CDTF">2020-06-13T11:27:06Z</dcterms:created>
  <dcterms:modified xsi:type="dcterms:W3CDTF">2024-10-22T12:02:04Z</dcterms:modified>
</cp:coreProperties>
</file>