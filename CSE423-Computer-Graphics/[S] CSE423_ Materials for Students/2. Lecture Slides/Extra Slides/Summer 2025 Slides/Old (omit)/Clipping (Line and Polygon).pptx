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embeddedFontLst>
    <p:embeddedFont>
      <p:font typeface="Arial Narrow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gDLEuczrjYjDM1M72NfWF1FkdL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53CCA9-40A8-473D-96B0-155E33E5F434}">
  <a:tblStyle styleId="{FC53CCA9-40A8-473D-96B0-155E33E5F43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506F482-B5BC-4E37-8E0C-8C6D2F2D1B1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DFA5A828-EFB2-49D7-B2E2-110655E3DA0D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customschemas.google.com/relationships/presentationmetadata" Target="metadata"/><Relationship Id="rId72" Type="http://schemas.openxmlformats.org/officeDocument/2006/relationships/font" Target="fonts/ArialNarrow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ArialNarrow-italic.fntdata"/><Relationship Id="rId70" Type="http://schemas.openxmlformats.org/officeDocument/2006/relationships/font" Target="fonts/ArialNarrow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ArialNarrow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281c70e1a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25281c70e1a_0_10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281c70e1a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25281c70e1a_0_10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2bc8b8c915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2bc8b8c915_1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cfead74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dcfead74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8" name="Google Shape;6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3" name="Google Shape;6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7" name="Google Shape;6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5281c70e1a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25281c70e1a_0_19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5281c70e1a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g25281c70e1a_0_1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5281c70e1a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g25281c70e1a_0_4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5281c70e1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5" name="Google Shape;685;g25281c70e1a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5281c70e1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1" name="Google Shape;701;g25281c70e1a_0_4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5281c70e1a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g25281c70e1a_0_5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5281c70e1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2" name="Google Shape;732;g25281c70e1a_0_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5281c70e1a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8" name="Google Shape;748;g25281c70e1a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5281c70e1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g25281c70e1a_0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5281c70e1a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25281c70e1a_0_5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5281c70e1a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0" name="Google Shape;810;g25281c70e1a_0_5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5281c70e1a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7" name="Google Shape;837;g25281c70e1a_0_6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5281c70e1a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g25281c70e1a_0_6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5281c70e1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7" name="Google Shape;887;g25281c70e1a_0_6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5281c70e1a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g25281c70e1a_0_7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5281c70e1a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9" name="Google Shape;929;g25281c70e1a_0_7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5281c70e1a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0" name="Google Shape;940;g25281c70e1a_0_7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5281c70e1a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9" name="Google Shape;959;g25281c70e1a_0_7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5281c70e1a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9" name="Google Shape;989;g25281c70e1a_0_7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5281c70e1a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8" name="Google Shape;998;g25281c70e1a_0_7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5281c70e1a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4" name="Google Shape;1004;g25281c70e1a_0_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5281c70e1a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2" name="Google Shape;1012;g25281c70e1a_0_7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5281c70e1a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1" name="Google Shape;1021;g25281c70e1a_0_7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5281c70e1a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g25281c70e1a_0_8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5281c70e1a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3" name="Google Shape;1033;g25281c70e1a_0_8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5281c70e1a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g25281c70e1a_0_8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bc8b8c91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2bc8b8c915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5281c70e1a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3" name="Google Shape;1063;g25281c70e1a_0_15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5281c70e1a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2" name="Google Shape;1092;g25281c70e1a_0_14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5281c70e1a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8" name="Google Shape;1098;g25281c70e1a_0_1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5281c70e1a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4" name="Google Shape;1104;g25281c70e1a_0_1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5281c70e1a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1" name="Google Shape;1111;g25281c70e1a_0_1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5281c70e1a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g25281c70e1a_0_1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5281c70e1a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7" name="Google Shape;1147;g25281c70e1a_0_1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5281c70e1a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3" name="Google Shape;1183;g25281c70e1a_0_12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5281c70e1a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g25281c70e1a_0_13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5281c70e1a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8" name="Google Shape;1278;g25281c70e1a_0_1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5281c70e1a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4" name="Google Shape;1284;g25281c70e1a_0_13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2bc8b8c915_1_25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2bc8b8c915_1_25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g32bc8b8c915_1_2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2bc8b8c915_1_2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2bc8b8c915_1_2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g32bc8b8c915_1_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32bc8b8c915_1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2bc8b8c915_1_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2bc8b8c915_1_2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2bc8b8c915_1_2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g32bc8b8c915_1_2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2bc8b8c915_1_2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2bc8b8c915_1_2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g32bc8b8c915_1_2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2bc8b8c915_1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g32bc8b8c915_1_2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2bc8b8c915_1_27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2bc8b8c915_1_27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g32bc8b8c915_1_2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2bc8b8c915_1_2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2bc8b8c915_1_2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g32bc8b8c915_1_2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32bc8b8c915_1_2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g32bc8b8c915_1_2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2bc8b8c915_1_2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2bc8b8c915_1_28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g32bc8b8c915_1_28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2bc8b8c915_1_2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2bc8b8c915_1_2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2bc8b8c915_1_2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g32bc8b8c915_1_2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2bc8b8c915_1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2bc8b8c915_1_2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2bc8b8c915_1_29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2bc8b8c915_1_29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g32bc8b8c915_1_295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g32bc8b8c915_1_29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g32bc8b8c915_1_295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2bc8b8c915_1_2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2bc8b8c915_1_2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2bc8b8c915_1_2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g32bc8b8c915_1_2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2bc8b8c915_1_2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2bc8b8c915_1_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bc8b8c915_1_3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2bc8b8c915_1_3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2bc8b8c915_1_3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2bc8b8c915_1_3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g32bc8b8c915_1_3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2bc8b8c915_1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2bc8b8c915_1_3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bc8b8c915_1_3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2bc8b8c915_1_3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2bc8b8c915_1_3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g32bc8b8c915_1_3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2bc8b8c915_1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2bc8b8c915_1_3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bc8b8c915_1_3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2bc8b8c915_1_32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g32bc8b8c915_1_3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g32bc8b8c915_1_3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2bc8b8c915_1_3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2bc8b8c915_1_3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g32bc8b8c915_1_3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2bc8b8c915_1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2bc8b8c915_1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bc8b8c915_1_33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2bc8b8c915_1_332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g32bc8b8c915_1_33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g32bc8b8c915_1_3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2bc8b8c915_1_3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2bc8b8c915_1_3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g32bc8b8c915_1_3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bc8b8c915_1_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2bc8b8c915_1_3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bc8b8c915_1_3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2bc8b8c915_1_34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2bc8b8c915_1_3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2bc8b8c915_1_3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2bc8b8c915_1_3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g32bc8b8c915_1_3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2bc8b8c915_1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2bc8b8c915_1_3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bc8b8c915_1_35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2bc8b8c915_1_351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g32bc8b8c915_1_3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2bc8b8c915_1_3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2bc8b8c915_1_3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g32bc8b8c915_1_3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2bc8b8c915_1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2bc8b8c915_1_3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2bc8b8c915_1_2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2bc8b8c915_1_2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2bc8b8c915_1_2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2bc8b8c915_1_2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2bc8b8c915_1_2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20.png"/><Relationship Id="rId7" Type="http://schemas.openxmlformats.org/officeDocument/2006/relationships/image" Target="../media/image82.png"/><Relationship Id="rId8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Relationship Id="rId8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40.png"/><Relationship Id="rId7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Relationship Id="rId9" Type="http://schemas.openxmlformats.org/officeDocument/2006/relationships/image" Target="../media/image49.png"/><Relationship Id="rId5" Type="http://schemas.openxmlformats.org/officeDocument/2006/relationships/image" Target="../media/image30.png"/><Relationship Id="rId6" Type="http://schemas.openxmlformats.org/officeDocument/2006/relationships/image" Target="../media/image59.png"/><Relationship Id="rId7" Type="http://schemas.openxmlformats.org/officeDocument/2006/relationships/image" Target="../media/image26.png"/><Relationship Id="rId8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Relationship Id="rId11" Type="http://schemas.openxmlformats.org/officeDocument/2006/relationships/image" Target="../media/image46.png"/><Relationship Id="rId10" Type="http://schemas.openxmlformats.org/officeDocument/2006/relationships/image" Target="../media/image44.png"/><Relationship Id="rId12" Type="http://schemas.openxmlformats.org/officeDocument/2006/relationships/image" Target="../media/image45.png"/><Relationship Id="rId9" Type="http://schemas.openxmlformats.org/officeDocument/2006/relationships/image" Target="../media/image49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5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Relationship Id="rId11" Type="http://schemas.openxmlformats.org/officeDocument/2006/relationships/image" Target="../media/image46.png"/><Relationship Id="rId10" Type="http://schemas.openxmlformats.org/officeDocument/2006/relationships/image" Target="../media/image44.png"/><Relationship Id="rId12" Type="http://schemas.openxmlformats.org/officeDocument/2006/relationships/image" Target="../media/image45.png"/><Relationship Id="rId9" Type="http://schemas.openxmlformats.org/officeDocument/2006/relationships/image" Target="../media/image49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Relationship Id="rId7" Type="http://schemas.openxmlformats.org/officeDocument/2006/relationships/image" Target="../media/image26.png"/><Relationship Id="rId8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46.png"/><Relationship Id="rId13" Type="http://schemas.openxmlformats.org/officeDocument/2006/relationships/image" Target="../media/image99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61.png"/><Relationship Id="rId9" Type="http://schemas.openxmlformats.org/officeDocument/2006/relationships/image" Target="../media/image44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Relationship Id="rId7" Type="http://schemas.openxmlformats.org/officeDocument/2006/relationships/image" Target="../media/image52.png"/><Relationship Id="rId8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png"/><Relationship Id="rId4" Type="http://schemas.openxmlformats.org/officeDocument/2006/relationships/image" Target="../media/image8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Relationship Id="rId4" Type="http://schemas.openxmlformats.org/officeDocument/2006/relationships/image" Target="../media/image78.png"/><Relationship Id="rId5" Type="http://schemas.openxmlformats.org/officeDocument/2006/relationships/image" Target="../media/image92.png"/><Relationship Id="rId6" Type="http://schemas.openxmlformats.org/officeDocument/2006/relationships/image" Target="../media/image5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2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4.png"/><Relationship Id="rId4" Type="http://schemas.openxmlformats.org/officeDocument/2006/relationships/image" Target="../media/image69.png"/><Relationship Id="rId5" Type="http://schemas.openxmlformats.org/officeDocument/2006/relationships/image" Target="../media/image60.png"/><Relationship Id="rId6" Type="http://schemas.openxmlformats.org/officeDocument/2006/relationships/image" Target="../media/image62.png"/><Relationship Id="rId7" Type="http://schemas.openxmlformats.org/officeDocument/2006/relationships/image" Target="../media/image6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Relationship Id="rId5" Type="http://schemas.openxmlformats.org/officeDocument/2006/relationships/image" Target="../media/image60.png"/><Relationship Id="rId6" Type="http://schemas.openxmlformats.org/officeDocument/2006/relationships/image" Target="../media/image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0.png"/><Relationship Id="rId4" Type="http://schemas.openxmlformats.org/officeDocument/2006/relationships/image" Target="../media/image100.png"/><Relationship Id="rId5" Type="http://schemas.openxmlformats.org/officeDocument/2006/relationships/image" Target="../media/image7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3.png"/><Relationship Id="rId4" Type="http://schemas.openxmlformats.org/officeDocument/2006/relationships/image" Target="../media/image74.png"/><Relationship Id="rId5" Type="http://schemas.openxmlformats.org/officeDocument/2006/relationships/image" Target="../media/image8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3.png"/><Relationship Id="rId4" Type="http://schemas.openxmlformats.org/officeDocument/2006/relationships/image" Target="../media/image81.png"/><Relationship Id="rId5" Type="http://schemas.openxmlformats.org/officeDocument/2006/relationships/image" Target="../media/image7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6.png"/><Relationship Id="rId4" Type="http://schemas.openxmlformats.org/officeDocument/2006/relationships/image" Target="../media/image80.png"/><Relationship Id="rId5" Type="http://schemas.openxmlformats.org/officeDocument/2006/relationships/image" Target="../media/image97.png"/><Relationship Id="rId6" Type="http://schemas.openxmlformats.org/officeDocument/2006/relationships/image" Target="../media/image7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6.png"/><Relationship Id="rId4" Type="http://schemas.openxmlformats.org/officeDocument/2006/relationships/image" Target="../media/image86.png"/><Relationship Id="rId5" Type="http://schemas.openxmlformats.org/officeDocument/2006/relationships/image" Target="../media/image91.png"/><Relationship Id="rId6" Type="http://schemas.openxmlformats.org/officeDocument/2006/relationships/image" Target="../media/image85.png"/><Relationship Id="rId7" Type="http://schemas.openxmlformats.org/officeDocument/2006/relationships/image" Target="../media/image8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6.png"/><Relationship Id="rId4" Type="http://schemas.openxmlformats.org/officeDocument/2006/relationships/image" Target="../media/image88.png"/><Relationship Id="rId5" Type="http://schemas.openxmlformats.org/officeDocument/2006/relationships/image" Target="../media/image94.png"/><Relationship Id="rId6" Type="http://schemas.openxmlformats.org/officeDocument/2006/relationships/image" Target="../media/image89.png"/><Relationship Id="rId7" Type="http://schemas.openxmlformats.org/officeDocument/2006/relationships/image" Target="../media/image10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Clipping</a:t>
            </a:r>
            <a:endParaRPr/>
          </a:p>
        </p:txBody>
      </p:sp>
      <p:sp>
        <p:nvSpPr>
          <p:cNvPr id="118" name="Google Shape;118;p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Cohen-Sutherland Algo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281c70e1a_0_1092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What is Clipping?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g25281c70e1a_0_1092"/>
          <p:cNvPicPr preferRelativeResize="0"/>
          <p:nvPr/>
        </p:nvPicPr>
        <p:blipFill rotWithShape="1">
          <a:blip r:embed="rId3">
            <a:alphaModFix/>
          </a:blip>
          <a:srcRect b="26039" l="9951" r="29726" t="30209"/>
          <a:stretch/>
        </p:blipFill>
        <p:spPr>
          <a:xfrm>
            <a:off x="812800" y="1981200"/>
            <a:ext cx="104648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"/>
          <p:cNvGrpSpPr/>
          <p:nvPr/>
        </p:nvGrpSpPr>
        <p:grpSpPr>
          <a:xfrm>
            <a:off x="2761083" y="1471103"/>
            <a:ext cx="6987217" cy="2886211"/>
            <a:chOff x="3071184" y="3514589"/>
            <a:chExt cx="6987217" cy="2886211"/>
          </a:xfrm>
        </p:grpSpPr>
        <p:grpSp>
          <p:nvGrpSpPr>
            <p:cNvPr id="130" name="Google Shape;130;p2"/>
            <p:cNvGrpSpPr/>
            <p:nvPr/>
          </p:nvGrpSpPr>
          <p:grpSpPr>
            <a:xfrm>
              <a:off x="3071184" y="4114800"/>
              <a:ext cx="6987217" cy="2286000"/>
              <a:chOff x="898" y="2208"/>
              <a:chExt cx="4574" cy="1584"/>
            </a:xfrm>
          </p:grpSpPr>
          <p:sp>
            <p:nvSpPr>
              <p:cNvPr id="131" name="Google Shape;131;p2"/>
              <p:cNvSpPr/>
              <p:nvPr/>
            </p:nvSpPr>
            <p:spPr>
              <a:xfrm>
                <a:off x="5280" y="2304"/>
                <a:ext cx="96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264" y="3648"/>
                <a:ext cx="2112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3120" y="2352"/>
                <a:ext cx="144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3120" y="2208"/>
                <a:ext cx="2256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" name="Google Shape;135;p2"/>
              <p:cNvGrpSpPr/>
              <p:nvPr/>
            </p:nvGrpSpPr>
            <p:grpSpPr>
              <a:xfrm>
                <a:off x="898" y="2545"/>
                <a:ext cx="1453" cy="1041"/>
                <a:chOff x="974" y="2440"/>
                <a:chExt cx="1666" cy="1299"/>
              </a:xfrm>
            </p:grpSpPr>
            <p:grpSp>
              <p:nvGrpSpPr>
                <p:cNvPr id="136" name="Google Shape;136;p2"/>
                <p:cNvGrpSpPr/>
                <p:nvPr/>
              </p:nvGrpSpPr>
              <p:grpSpPr>
                <a:xfrm>
                  <a:off x="974" y="2555"/>
                  <a:ext cx="1666" cy="1184"/>
                  <a:chOff x="1872" y="1499"/>
                  <a:chExt cx="2304" cy="1909"/>
                </a:xfrm>
              </p:grpSpPr>
              <p:grpSp>
                <p:nvGrpSpPr>
                  <p:cNvPr id="137" name="Google Shape;137;p2"/>
                  <p:cNvGrpSpPr/>
                  <p:nvPr/>
                </p:nvGrpSpPr>
                <p:grpSpPr>
                  <a:xfrm>
                    <a:off x="2064" y="2112"/>
                    <a:ext cx="1480" cy="969"/>
                    <a:chOff x="2928" y="2544"/>
                    <a:chExt cx="2448" cy="1440"/>
                  </a:xfrm>
                </p:grpSpPr>
                <p:sp>
                  <p:nvSpPr>
                    <p:cNvPr id="138" name="Google Shape;138;p2"/>
                    <p:cNvSpPr/>
                    <p:nvPr/>
                  </p:nvSpPr>
                  <p:spPr>
                    <a:xfrm>
                      <a:off x="3408" y="3024"/>
                      <a:ext cx="1536" cy="960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39" name="Google Shape;139;p2"/>
                    <p:cNvCxnSpPr/>
                    <p:nvPr/>
                  </p:nvCxnSpPr>
                  <p:spPr>
                    <a:xfrm rot="10800000">
                      <a:off x="2928" y="3024"/>
                      <a:ext cx="48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0" name="Google Shape;140;p2"/>
                    <p:cNvCxnSpPr/>
                    <p:nvPr/>
                  </p:nvCxnSpPr>
                  <p:spPr>
                    <a:xfrm rot="10800000">
                      <a:off x="4848" y="3024"/>
                      <a:ext cx="52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1" name="Google Shape;141;p2"/>
                    <p:cNvCxnSpPr/>
                    <p:nvPr/>
                  </p:nvCxnSpPr>
                  <p:spPr>
                    <a:xfrm flipH="1" rot="10800000">
                      <a:off x="2928" y="2544"/>
                      <a:ext cx="576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2" name="Google Shape;142;p2"/>
                    <p:cNvCxnSpPr/>
                    <p:nvPr/>
                  </p:nvCxnSpPr>
                  <p:spPr>
                    <a:xfrm>
                      <a:off x="3504" y="2544"/>
                      <a:ext cx="124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3" name="Google Shape;143;p2"/>
                    <p:cNvCxnSpPr/>
                    <p:nvPr/>
                  </p:nvCxnSpPr>
                  <p:spPr>
                    <a:xfrm>
                      <a:off x="4752" y="2544"/>
                      <a:ext cx="624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44" name="Google Shape;144;p2"/>
                    <p:cNvSpPr/>
                    <p:nvPr/>
                  </p:nvSpPr>
                  <p:spPr>
                    <a:xfrm>
                      <a:off x="3648" y="3168"/>
                      <a:ext cx="384" cy="288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45" name="Google Shape;145;p2"/>
                    <p:cNvCxnSpPr/>
                    <p:nvPr/>
                  </p:nvCxnSpPr>
                  <p:spPr>
                    <a:xfrm>
                      <a:off x="3648" y="3312"/>
                      <a:ext cx="384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46" name="Google Shape;146;p2"/>
                    <p:cNvCxnSpPr/>
                    <p:nvPr/>
                  </p:nvCxnSpPr>
                  <p:spPr>
                    <a:xfrm>
                      <a:off x="3840" y="3168"/>
                      <a:ext cx="0" cy="28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47" name="Google Shape;147;p2"/>
                    <p:cNvSpPr/>
                    <p:nvPr/>
                  </p:nvSpPr>
                  <p:spPr>
                    <a:xfrm>
                      <a:off x="4224" y="3312"/>
                      <a:ext cx="384" cy="672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8" name="Google Shape;148;p2"/>
                  <p:cNvSpPr/>
                  <p:nvPr/>
                </p:nvSpPr>
                <p:spPr>
                  <a:xfrm>
                    <a:off x="3600" y="2064"/>
                    <a:ext cx="96" cy="1056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" name="Google Shape;149;p2"/>
                  <p:cNvSpPr/>
                  <p:nvPr/>
                </p:nvSpPr>
                <p:spPr>
                  <a:xfrm>
                    <a:off x="3015" y="1499"/>
                    <a:ext cx="1161" cy="661"/>
                  </a:xfrm>
                  <a:custGeom>
                    <a:rect b="b" l="l" r="r" t="t"/>
                    <a:pathLst>
                      <a:path extrusionOk="0" h="661" w="1161">
                        <a:moveTo>
                          <a:pt x="108" y="457"/>
                        </a:moveTo>
                        <a:cubicBezTo>
                          <a:pt x="95" y="403"/>
                          <a:pt x="67" y="344"/>
                          <a:pt x="27" y="304"/>
                        </a:cubicBezTo>
                        <a:cubicBezTo>
                          <a:pt x="5" y="238"/>
                          <a:pt x="14" y="268"/>
                          <a:pt x="0" y="214"/>
                        </a:cubicBezTo>
                        <a:cubicBezTo>
                          <a:pt x="19" y="138"/>
                          <a:pt x="47" y="78"/>
                          <a:pt x="126" y="52"/>
                        </a:cubicBezTo>
                        <a:cubicBezTo>
                          <a:pt x="178" y="0"/>
                          <a:pt x="220" y="23"/>
                          <a:pt x="279" y="52"/>
                        </a:cubicBezTo>
                        <a:cubicBezTo>
                          <a:pt x="291" y="70"/>
                          <a:pt x="294" y="113"/>
                          <a:pt x="315" y="106"/>
                        </a:cubicBezTo>
                        <a:cubicBezTo>
                          <a:pt x="345" y="96"/>
                          <a:pt x="368" y="70"/>
                          <a:pt x="396" y="61"/>
                        </a:cubicBezTo>
                        <a:cubicBezTo>
                          <a:pt x="436" y="48"/>
                          <a:pt x="415" y="56"/>
                          <a:pt x="459" y="34"/>
                        </a:cubicBezTo>
                        <a:cubicBezTo>
                          <a:pt x="477" y="37"/>
                          <a:pt x="499" y="31"/>
                          <a:pt x="513" y="43"/>
                        </a:cubicBezTo>
                        <a:cubicBezTo>
                          <a:pt x="532" y="59"/>
                          <a:pt x="523" y="92"/>
                          <a:pt x="531" y="115"/>
                        </a:cubicBezTo>
                        <a:cubicBezTo>
                          <a:pt x="613" y="63"/>
                          <a:pt x="576" y="77"/>
                          <a:pt x="639" y="61"/>
                        </a:cubicBezTo>
                        <a:cubicBezTo>
                          <a:pt x="659" y="102"/>
                          <a:pt x="650" y="128"/>
                          <a:pt x="693" y="142"/>
                        </a:cubicBezTo>
                        <a:cubicBezTo>
                          <a:pt x="717" y="136"/>
                          <a:pt x="744" y="137"/>
                          <a:pt x="765" y="124"/>
                        </a:cubicBezTo>
                        <a:cubicBezTo>
                          <a:pt x="780" y="115"/>
                          <a:pt x="793" y="103"/>
                          <a:pt x="810" y="97"/>
                        </a:cubicBezTo>
                        <a:cubicBezTo>
                          <a:pt x="848" y="84"/>
                          <a:pt x="889" y="83"/>
                          <a:pt x="927" y="70"/>
                        </a:cubicBezTo>
                        <a:cubicBezTo>
                          <a:pt x="954" y="124"/>
                          <a:pt x="917" y="202"/>
                          <a:pt x="954" y="250"/>
                        </a:cubicBezTo>
                        <a:cubicBezTo>
                          <a:pt x="976" y="279"/>
                          <a:pt x="1026" y="256"/>
                          <a:pt x="1062" y="259"/>
                        </a:cubicBezTo>
                        <a:cubicBezTo>
                          <a:pt x="1062" y="259"/>
                          <a:pt x="1124" y="288"/>
                          <a:pt x="1125" y="295"/>
                        </a:cubicBezTo>
                        <a:cubicBezTo>
                          <a:pt x="1139" y="363"/>
                          <a:pt x="1135" y="433"/>
                          <a:pt x="1143" y="502"/>
                        </a:cubicBezTo>
                        <a:cubicBezTo>
                          <a:pt x="1144" y="511"/>
                          <a:pt x="1149" y="520"/>
                          <a:pt x="1152" y="529"/>
                        </a:cubicBezTo>
                        <a:cubicBezTo>
                          <a:pt x="1140" y="661"/>
                          <a:pt x="1161" y="642"/>
                          <a:pt x="1035" y="628"/>
                        </a:cubicBezTo>
                        <a:cubicBezTo>
                          <a:pt x="1017" y="616"/>
                          <a:pt x="999" y="604"/>
                          <a:pt x="981" y="592"/>
                        </a:cubicBezTo>
                        <a:cubicBezTo>
                          <a:pt x="965" y="581"/>
                          <a:pt x="880" y="638"/>
                          <a:pt x="855" y="646"/>
                        </a:cubicBezTo>
                        <a:cubicBezTo>
                          <a:pt x="842" y="608"/>
                          <a:pt x="820" y="595"/>
                          <a:pt x="783" y="583"/>
                        </a:cubicBezTo>
                        <a:cubicBezTo>
                          <a:pt x="765" y="595"/>
                          <a:pt x="747" y="607"/>
                          <a:pt x="729" y="619"/>
                        </a:cubicBezTo>
                        <a:cubicBezTo>
                          <a:pt x="719" y="625"/>
                          <a:pt x="678" y="594"/>
                          <a:pt x="675" y="592"/>
                        </a:cubicBezTo>
                        <a:cubicBezTo>
                          <a:pt x="653" y="581"/>
                          <a:pt x="615" y="577"/>
                          <a:pt x="594" y="574"/>
                        </a:cubicBezTo>
                        <a:cubicBezTo>
                          <a:pt x="479" y="586"/>
                          <a:pt x="525" y="562"/>
                          <a:pt x="450" y="637"/>
                        </a:cubicBezTo>
                        <a:cubicBezTo>
                          <a:pt x="437" y="650"/>
                          <a:pt x="396" y="655"/>
                          <a:pt x="396" y="655"/>
                        </a:cubicBezTo>
                        <a:cubicBezTo>
                          <a:pt x="360" y="652"/>
                          <a:pt x="321" y="660"/>
                          <a:pt x="288" y="646"/>
                        </a:cubicBezTo>
                        <a:cubicBezTo>
                          <a:pt x="268" y="637"/>
                          <a:pt x="252" y="592"/>
                          <a:pt x="252" y="592"/>
                        </a:cubicBezTo>
                        <a:cubicBezTo>
                          <a:pt x="235" y="524"/>
                          <a:pt x="207" y="537"/>
                          <a:pt x="135" y="529"/>
                        </a:cubicBezTo>
                        <a:cubicBezTo>
                          <a:pt x="126" y="501"/>
                          <a:pt x="135" y="403"/>
                          <a:pt x="108" y="457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0" name="Google Shape;150;p2"/>
                  <p:cNvGrpSpPr/>
                  <p:nvPr/>
                </p:nvGrpSpPr>
                <p:grpSpPr>
                  <a:xfrm>
                    <a:off x="1872" y="2880"/>
                    <a:ext cx="440" cy="389"/>
                    <a:chOff x="2832" y="3456"/>
                    <a:chExt cx="816" cy="528"/>
                  </a:xfrm>
                </p:grpSpPr>
                <p:sp>
                  <p:nvSpPr>
                    <p:cNvPr id="151" name="Google Shape;151;p2"/>
                    <p:cNvSpPr/>
                    <p:nvPr/>
                  </p:nvSpPr>
                  <p:spPr>
                    <a:xfrm>
                      <a:off x="3120" y="3648"/>
                      <a:ext cx="384" cy="14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2" name="Google Shape;152;p2"/>
                    <p:cNvSpPr/>
                    <p:nvPr/>
                  </p:nvSpPr>
                  <p:spPr>
                    <a:xfrm>
                      <a:off x="2832" y="3552"/>
                      <a:ext cx="192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3" name="Google Shape;153;p2"/>
                    <p:cNvSpPr/>
                    <p:nvPr/>
                  </p:nvSpPr>
                  <p:spPr>
                    <a:xfrm>
                      <a:off x="3024" y="3552"/>
                      <a:ext cx="144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54" name="Google Shape;154;p2"/>
                    <p:cNvCxnSpPr/>
                    <p:nvPr/>
                  </p:nvCxnSpPr>
                  <p:spPr>
                    <a:xfrm flipH="1">
                      <a:off x="3024" y="3792"/>
                      <a:ext cx="144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5" name="Google Shape;155;p2"/>
                    <p:cNvCxnSpPr/>
                    <p:nvPr/>
                  </p:nvCxnSpPr>
                  <p:spPr>
                    <a:xfrm>
                      <a:off x="316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6" name="Google Shape;156;p2"/>
                    <p:cNvCxnSpPr/>
                    <p:nvPr/>
                  </p:nvCxnSpPr>
                  <p:spPr>
                    <a:xfrm flipH="1">
                      <a:off x="340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7" name="Google Shape;157;p2"/>
                    <p:cNvCxnSpPr/>
                    <p:nvPr/>
                  </p:nvCxnSpPr>
                  <p:spPr>
                    <a:xfrm>
                      <a:off x="3504" y="3792"/>
                      <a:ext cx="96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8" name="Google Shape;158;p2"/>
                    <p:cNvCxnSpPr/>
                    <p:nvPr/>
                  </p:nvCxnSpPr>
                  <p:spPr>
                    <a:xfrm flipH="1" rot="10800000">
                      <a:off x="3504" y="3648"/>
                      <a:ext cx="96" cy="4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59" name="Google Shape;159;p2"/>
                    <p:cNvCxnSpPr/>
                    <p:nvPr/>
                  </p:nvCxnSpPr>
                  <p:spPr>
                    <a:xfrm flipH="1" rot="10800000">
                      <a:off x="3600" y="3456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160" name="Google Shape;160;p2"/>
                    <p:cNvSpPr/>
                    <p:nvPr/>
                  </p:nvSpPr>
                  <p:spPr>
                    <a:xfrm>
                      <a:off x="2928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1" name="Google Shape;161;p2"/>
                    <p:cNvSpPr/>
                    <p:nvPr/>
                  </p:nvSpPr>
                  <p:spPr>
                    <a:xfrm>
                      <a:off x="3072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62" name="Google Shape;162;p2"/>
                  <p:cNvCxnSpPr/>
                  <p:nvPr/>
                </p:nvCxnSpPr>
                <p:spPr>
                  <a:xfrm flipH="1">
                    <a:off x="2448" y="3072"/>
                    <a:ext cx="384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3" name="Google Shape;163;p2"/>
                  <p:cNvCxnSpPr/>
                  <p:nvPr/>
                </p:nvCxnSpPr>
                <p:spPr>
                  <a:xfrm flipH="1">
                    <a:off x="2880" y="3072"/>
                    <a:ext cx="192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64" name="Google Shape;164;p2"/>
                <p:cNvSpPr/>
                <p:nvPr/>
              </p:nvSpPr>
              <p:spPr>
                <a:xfrm>
                  <a:off x="1212" y="2440"/>
                  <a:ext cx="1284" cy="595"/>
                </a:xfrm>
                <a:prstGeom prst="rect">
                  <a:avLst/>
                </a:prstGeom>
                <a:noFill/>
                <a:ln cap="flat" cmpd="sng" w="38100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65" name="Google Shape;165;p2"/>
              <p:cNvCxnSpPr/>
              <p:nvPr/>
            </p:nvCxnSpPr>
            <p:spPr>
              <a:xfrm flipH="1" rot="10800000">
                <a:off x="3268" y="3375"/>
                <a:ext cx="204" cy="25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2"/>
              <p:cNvCxnSpPr/>
              <p:nvPr/>
            </p:nvCxnSpPr>
            <p:spPr>
              <a:xfrm>
                <a:off x="3472" y="3375"/>
                <a:ext cx="85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2"/>
              <p:cNvCxnSpPr/>
              <p:nvPr/>
            </p:nvCxnSpPr>
            <p:spPr>
              <a:xfrm>
                <a:off x="4328" y="3375"/>
                <a:ext cx="332" cy="3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68" name="Google Shape;168;p2"/>
              <p:cNvSpPr/>
              <p:nvPr/>
            </p:nvSpPr>
            <p:spPr>
              <a:xfrm>
                <a:off x="4834" y="3360"/>
                <a:ext cx="116" cy="31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4155" y="2551"/>
                <a:ext cx="1317" cy="889"/>
              </a:xfrm>
              <a:custGeom>
                <a:rect b="b" l="l" r="r" t="t"/>
                <a:pathLst>
                  <a:path extrusionOk="0" h="661" w="1161">
                    <a:moveTo>
                      <a:pt x="108" y="457"/>
                    </a:moveTo>
                    <a:cubicBezTo>
                      <a:pt x="95" y="403"/>
                      <a:pt x="67" y="344"/>
                      <a:pt x="27" y="304"/>
                    </a:cubicBezTo>
                    <a:cubicBezTo>
                      <a:pt x="5" y="238"/>
                      <a:pt x="14" y="268"/>
                      <a:pt x="0" y="214"/>
                    </a:cubicBezTo>
                    <a:cubicBezTo>
                      <a:pt x="19" y="138"/>
                      <a:pt x="47" y="78"/>
                      <a:pt x="126" y="52"/>
                    </a:cubicBezTo>
                    <a:cubicBezTo>
                      <a:pt x="178" y="0"/>
                      <a:pt x="220" y="23"/>
                      <a:pt x="279" y="52"/>
                    </a:cubicBezTo>
                    <a:cubicBezTo>
                      <a:pt x="291" y="70"/>
                      <a:pt x="294" y="113"/>
                      <a:pt x="315" y="106"/>
                    </a:cubicBezTo>
                    <a:cubicBezTo>
                      <a:pt x="345" y="96"/>
                      <a:pt x="368" y="70"/>
                      <a:pt x="396" y="61"/>
                    </a:cubicBezTo>
                    <a:cubicBezTo>
                      <a:pt x="436" y="48"/>
                      <a:pt x="415" y="56"/>
                      <a:pt x="459" y="34"/>
                    </a:cubicBezTo>
                    <a:cubicBezTo>
                      <a:pt x="477" y="37"/>
                      <a:pt x="499" y="31"/>
                      <a:pt x="513" y="43"/>
                    </a:cubicBezTo>
                    <a:cubicBezTo>
                      <a:pt x="532" y="59"/>
                      <a:pt x="523" y="92"/>
                      <a:pt x="531" y="115"/>
                    </a:cubicBezTo>
                    <a:cubicBezTo>
                      <a:pt x="613" y="63"/>
                      <a:pt x="576" y="77"/>
                      <a:pt x="639" y="61"/>
                    </a:cubicBezTo>
                    <a:cubicBezTo>
                      <a:pt x="659" y="102"/>
                      <a:pt x="650" y="128"/>
                      <a:pt x="693" y="142"/>
                    </a:cubicBezTo>
                    <a:cubicBezTo>
                      <a:pt x="717" y="136"/>
                      <a:pt x="744" y="137"/>
                      <a:pt x="765" y="124"/>
                    </a:cubicBezTo>
                    <a:cubicBezTo>
                      <a:pt x="780" y="115"/>
                      <a:pt x="793" y="103"/>
                      <a:pt x="810" y="97"/>
                    </a:cubicBezTo>
                    <a:cubicBezTo>
                      <a:pt x="848" y="84"/>
                      <a:pt x="889" y="83"/>
                      <a:pt x="927" y="70"/>
                    </a:cubicBezTo>
                    <a:cubicBezTo>
                      <a:pt x="954" y="124"/>
                      <a:pt x="917" y="202"/>
                      <a:pt x="954" y="250"/>
                    </a:cubicBezTo>
                    <a:cubicBezTo>
                      <a:pt x="976" y="279"/>
                      <a:pt x="1026" y="256"/>
                      <a:pt x="1062" y="259"/>
                    </a:cubicBezTo>
                    <a:cubicBezTo>
                      <a:pt x="1062" y="259"/>
                      <a:pt x="1124" y="288"/>
                      <a:pt x="1125" y="295"/>
                    </a:cubicBezTo>
                    <a:cubicBezTo>
                      <a:pt x="1139" y="363"/>
                      <a:pt x="1135" y="433"/>
                      <a:pt x="1143" y="502"/>
                    </a:cubicBezTo>
                    <a:cubicBezTo>
                      <a:pt x="1144" y="511"/>
                      <a:pt x="1149" y="520"/>
                      <a:pt x="1152" y="529"/>
                    </a:cubicBezTo>
                    <a:cubicBezTo>
                      <a:pt x="1140" y="661"/>
                      <a:pt x="1161" y="642"/>
                      <a:pt x="1035" y="628"/>
                    </a:cubicBezTo>
                    <a:cubicBezTo>
                      <a:pt x="1017" y="616"/>
                      <a:pt x="999" y="604"/>
                      <a:pt x="981" y="592"/>
                    </a:cubicBezTo>
                    <a:cubicBezTo>
                      <a:pt x="965" y="581"/>
                      <a:pt x="880" y="638"/>
                      <a:pt x="855" y="646"/>
                    </a:cubicBezTo>
                    <a:cubicBezTo>
                      <a:pt x="842" y="608"/>
                      <a:pt x="820" y="595"/>
                      <a:pt x="783" y="583"/>
                    </a:cubicBezTo>
                    <a:cubicBezTo>
                      <a:pt x="765" y="595"/>
                      <a:pt x="747" y="607"/>
                      <a:pt x="729" y="619"/>
                    </a:cubicBezTo>
                    <a:cubicBezTo>
                      <a:pt x="719" y="625"/>
                      <a:pt x="678" y="594"/>
                      <a:pt x="675" y="592"/>
                    </a:cubicBezTo>
                    <a:cubicBezTo>
                      <a:pt x="653" y="581"/>
                      <a:pt x="615" y="577"/>
                      <a:pt x="594" y="574"/>
                    </a:cubicBezTo>
                    <a:cubicBezTo>
                      <a:pt x="479" y="586"/>
                      <a:pt x="525" y="562"/>
                      <a:pt x="450" y="637"/>
                    </a:cubicBezTo>
                    <a:cubicBezTo>
                      <a:pt x="437" y="650"/>
                      <a:pt x="396" y="655"/>
                      <a:pt x="396" y="655"/>
                    </a:cubicBezTo>
                    <a:cubicBezTo>
                      <a:pt x="360" y="652"/>
                      <a:pt x="321" y="660"/>
                      <a:pt x="288" y="646"/>
                    </a:cubicBezTo>
                    <a:cubicBezTo>
                      <a:pt x="268" y="637"/>
                      <a:pt x="252" y="592"/>
                      <a:pt x="252" y="592"/>
                    </a:cubicBezTo>
                    <a:cubicBezTo>
                      <a:pt x="235" y="524"/>
                      <a:pt x="207" y="537"/>
                      <a:pt x="135" y="529"/>
                    </a:cubicBezTo>
                    <a:cubicBezTo>
                      <a:pt x="126" y="501"/>
                      <a:pt x="135" y="403"/>
                      <a:pt x="108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5280" y="2592"/>
                <a:ext cx="96" cy="1056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3264" y="2352"/>
                <a:ext cx="2015" cy="1291"/>
              </a:xfrm>
              <a:prstGeom prst="rect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5376" y="2880"/>
                <a:ext cx="96" cy="57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592" y="2880"/>
                <a:ext cx="336" cy="336"/>
              </a:xfrm>
              <a:prstGeom prst="rightArrow">
                <a:avLst>
                  <a:gd fmla="val 50000" name="adj1"/>
                  <a:gd fmla="val 25000" name="adj2"/>
                </a:avLst>
              </a:prstGeom>
              <a:solidFill>
                <a:schemeClr val="hlink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2"/>
            <p:cNvSpPr txBox="1"/>
            <p:nvPr/>
          </p:nvSpPr>
          <p:spPr>
            <a:xfrm>
              <a:off x="6625240" y="3514589"/>
              <a:ext cx="2282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Clipped view in screen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static.javatpoint.com/tutorial/computer-graphics/images/computer-graphics-clipping1.jpg"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26" y="2142890"/>
            <a:ext cx="6305550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 txBox="1"/>
          <p:nvPr/>
        </p:nvSpPr>
        <p:spPr>
          <a:xfrm>
            <a:off x="5368446" y="102571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Clipping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281c70e1a_0_1097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Clipping in a Raster World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25281c70e1a_0_1097"/>
          <p:cNvSpPr txBox="1"/>
          <p:nvPr>
            <p:ph idx="1" type="body"/>
          </p:nvPr>
        </p:nvSpPr>
        <p:spPr>
          <a:xfrm>
            <a:off x="609600" y="1143000"/>
            <a:ext cx="11379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Clipping techniques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Analytical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Lines, polygons etc.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Floating point graphics package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During scan conversion (scissoring)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Checking extrema suffices, internal points can be ignored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Circles, curves etc.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During writing a pixel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Outline primitive not much larger, few pixels are clipped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961577" y="395825"/>
            <a:ext cx="8229600" cy="1801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point (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not clipped if: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x ≤ 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y ≤ y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b="0" baseline="-2500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 it is clipped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" name="Google Shape;192;p4"/>
          <p:cNvCxnSpPr/>
          <p:nvPr/>
        </p:nvCxnSpPr>
        <p:spPr>
          <a:xfrm rot="10800000">
            <a:off x="1766805" y="3629564"/>
            <a:ext cx="40227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4"/>
          <p:cNvCxnSpPr/>
          <p:nvPr/>
        </p:nvCxnSpPr>
        <p:spPr>
          <a:xfrm>
            <a:off x="1200067" y="5729826"/>
            <a:ext cx="4538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4"/>
          <p:cNvCxnSpPr/>
          <p:nvPr/>
        </p:nvCxnSpPr>
        <p:spPr>
          <a:xfrm rot="10800000">
            <a:off x="1662030" y="2704051"/>
            <a:ext cx="0" cy="33543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4"/>
          <p:cNvSpPr/>
          <p:nvPr/>
        </p:nvSpPr>
        <p:spPr>
          <a:xfrm>
            <a:off x="2643105" y="3626389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4"/>
          <p:cNvCxnSpPr/>
          <p:nvPr/>
        </p:nvCxnSpPr>
        <p:spPr>
          <a:xfrm rot="10800000">
            <a:off x="1555667" y="3624801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4"/>
          <p:cNvCxnSpPr/>
          <p:nvPr/>
        </p:nvCxnSpPr>
        <p:spPr>
          <a:xfrm rot="10800000">
            <a:off x="1555667" y="4959889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4"/>
          <p:cNvCxnSpPr/>
          <p:nvPr/>
        </p:nvCxnSpPr>
        <p:spPr>
          <a:xfrm>
            <a:off x="2649455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4"/>
          <p:cNvCxnSpPr/>
          <p:nvPr/>
        </p:nvCxnSpPr>
        <p:spPr>
          <a:xfrm>
            <a:off x="4619542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4"/>
          <p:cNvSpPr txBox="1"/>
          <p:nvPr/>
        </p:nvSpPr>
        <p:spPr>
          <a:xfrm>
            <a:off x="988930" y="3399376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988930" y="47487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2319255" y="57266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4290930" y="5728239"/>
            <a:ext cx="590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3108242" y="3235864"/>
            <a:ext cx="996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094080" y="4024851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949742" y="3434301"/>
            <a:ext cx="74613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4103605" y="3929601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5000542" y="333111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2839955" y="3807364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1923967" y="4062951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3700380" y="5193251"/>
            <a:ext cx="4302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3235242" y="453126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3328905" y="2783426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5000542" y="4616989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4870367" y="3235864"/>
            <a:ext cx="481013" cy="4826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4794167" y="2986626"/>
            <a:ext cx="696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2639930" y="4135976"/>
            <a:ext cx="194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Points Within the Window are Not 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4"/>
          <p:cNvCxnSpPr/>
          <p:nvPr/>
        </p:nvCxnSpPr>
        <p:spPr>
          <a:xfrm rot="10800000">
            <a:off x="1777917" y="4958301"/>
            <a:ext cx="402113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4"/>
          <p:cNvCxnSpPr/>
          <p:nvPr/>
        </p:nvCxnSpPr>
        <p:spPr>
          <a:xfrm rot="5400000">
            <a:off x="1190542" y="4166139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4"/>
          <p:cNvCxnSpPr/>
          <p:nvPr/>
        </p:nvCxnSpPr>
        <p:spPr>
          <a:xfrm rot="5400000">
            <a:off x="3162217" y="4145501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4"/>
          <p:cNvSpPr/>
          <p:nvPr/>
        </p:nvSpPr>
        <p:spPr>
          <a:xfrm>
            <a:off x="2811380" y="3901026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3219367" y="462492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1904917" y="4178839"/>
            <a:ext cx="76200" cy="746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3671805" y="5298026"/>
            <a:ext cx="76200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3300330" y="2886614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3178092" y="2675476"/>
            <a:ext cx="481013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3621005" y="27913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3571792" y="5107526"/>
            <a:ext cx="482600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 txBox="1"/>
          <p:nvPr/>
        </p:nvSpPr>
        <p:spPr>
          <a:xfrm>
            <a:off x="2919330" y="52170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1798555" y="3989926"/>
            <a:ext cx="481012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1722355" y="3740689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8631762" y="3532300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10092262" y="3835512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8828612" y="3713275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9223899" y="4437175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8800037" y="3806937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9208024" y="4530837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10074713" y="3950392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6948503" y="4024851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5"/>
          <p:cNvGrpSpPr/>
          <p:nvPr/>
        </p:nvGrpSpPr>
        <p:grpSpPr>
          <a:xfrm>
            <a:off x="378625" y="1502906"/>
            <a:ext cx="5148263" cy="3617912"/>
            <a:chOff x="3272900" y="1502908"/>
            <a:chExt cx="5148263" cy="3617913"/>
          </a:xfrm>
        </p:grpSpPr>
        <p:cxnSp>
          <p:nvCxnSpPr>
            <p:cNvPr id="245" name="Google Shape;245;p5"/>
            <p:cNvCxnSpPr/>
            <p:nvPr/>
          </p:nvCxnSpPr>
          <p:spPr>
            <a:xfrm rot="5400000">
              <a:off x="3453875" y="3088820"/>
              <a:ext cx="3171825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5"/>
            <p:cNvCxnSpPr/>
            <p:nvPr/>
          </p:nvCxnSpPr>
          <p:spPr>
            <a:xfrm rot="5400000">
              <a:off x="5555725" y="3123745"/>
              <a:ext cx="317341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5"/>
            <p:cNvCxnSpPr/>
            <p:nvPr/>
          </p:nvCxnSpPr>
          <p:spPr>
            <a:xfrm rot="10800000">
              <a:off x="4041250" y="2523670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5"/>
            <p:cNvCxnSpPr/>
            <p:nvPr/>
          </p:nvCxnSpPr>
          <p:spPr>
            <a:xfrm rot="10800000">
              <a:off x="4085700" y="3915907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9" name="Google Shape;249;p5"/>
            <p:cNvSpPr/>
            <p:nvPr/>
          </p:nvSpPr>
          <p:spPr>
            <a:xfrm>
              <a:off x="5036613" y="2509382"/>
              <a:ext cx="2108200" cy="140652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" name="Google Shape;250;p5"/>
            <p:cNvCxnSpPr/>
            <p:nvPr/>
          </p:nvCxnSpPr>
          <p:spPr>
            <a:xfrm rot="10800000">
              <a:off x="3876150" y="2518907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5"/>
            <p:cNvCxnSpPr/>
            <p:nvPr/>
          </p:nvCxnSpPr>
          <p:spPr>
            <a:xfrm rot="10800000">
              <a:off x="3876150" y="3917495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5"/>
            <p:cNvCxnSpPr/>
            <p:nvPr/>
          </p:nvCxnSpPr>
          <p:spPr>
            <a:xfrm>
              <a:off x="5042963" y="4652507"/>
              <a:ext cx="0" cy="212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5"/>
            <p:cNvCxnSpPr/>
            <p:nvPr/>
          </p:nvCxnSpPr>
          <p:spPr>
            <a:xfrm>
              <a:off x="7143225" y="4636632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5"/>
            <p:cNvSpPr txBox="1"/>
            <p:nvPr/>
          </p:nvSpPr>
          <p:spPr>
            <a:xfrm>
              <a:off x="3272900" y="2307770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5"/>
            <p:cNvSpPr txBox="1"/>
            <p:nvPr/>
          </p:nvSpPr>
          <p:spPr>
            <a:xfrm>
              <a:off x="3272900" y="3706357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5"/>
            <p:cNvSpPr txBox="1"/>
            <p:nvPr/>
          </p:nvSpPr>
          <p:spPr>
            <a:xfrm>
              <a:off x="4690538" y="4749345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"/>
            <p:cNvSpPr txBox="1"/>
            <p:nvPr/>
          </p:nvSpPr>
          <p:spPr>
            <a:xfrm>
              <a:off x="6792388" y="4750932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5"/>
            <p:cNvSpPr txBox="1"/>
            <p:nvPr/>
          </p:nvSpPr>
          <p:spPr>
            <a:xfrm>
              <a:off x="5531913" y="2095045"/>
              <a:ext cx="9969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" name="Google Shape;259;p5"/>
            <p:cNvCxnSpPr/>
            <p:nvPr/>
          </p:nvCxnSpPr>
          <p:spPr>
            <a:xfrm flipH="1" rot="10800000">
              <a:off x="5320775" y="2655432"/>
              <a:ext cx="701675" cy="3508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0" name="Google Shape;260;p5"/>
            <p:cNvCxnSpPr/>
            <p:nvPr/>
          </p:nvCxnSpPr>
          <p:spPr>
            <a:xfrm flipH="1" rot="10800000">
              <a:off x="4341288" y="1807707"/>
              <a:ext cx="1028700" cy="847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1" name="Google Shape;261;p5"/>
            <p:cNvCxnSpPr/>
            <p:nvPr/>
          </p:nvCxnSpPr>
          <p:spPr>
            <a:xfrm>
              <a:off x="5420788" y="3682545"/>
              <a:ext cx="742950" cy="584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62" name="Google Shape;262;p5"/>
            <p:cNvCxnSpPr/>
            <p:nvPr/>
          </p:nvCxnSpPr>
          <p:spPr>
            <a:xfrm>
              <a:off x="4620688" y="3249157"/>
              <a:ext cx="2943225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63" name="Google Shape;263;p5"/>
            <p:cNvSpPr txBox="1"/>
            <p:nvPr/>
          </p:nvSpPr>
          <p:spPr>
            <a:xfrm>
              <a:off x="4126975" y="26887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5"/>
            <p:cNvSpPr txBox="1"/>
            <p:nvPr/>
          </p:nvSpPr>
          <p:spPr>
            <a:xfrm>
              <a:off x="6017688" y="2537957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"/>
            <p:cNvSpPr txBox="1"/>
            <p:nvPr/>
          </p:nvSpPr>
          <p:spPr>
            <a:xfrm>
              <a:off x="5146150" y="30062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"/>
            <p:cNvSpPr txBox="1"/>
            <p:nvPr/>
          </p:nvSpPr>
          <p:spPr>
            <a:xfrm>
              <a:off x="4131738" y="3258682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"/>
            <p:cNvSpPr txBox="1"/>
            <p:nvPr/>
          </p:nvSpPr>
          <p:spPr>
            <a:xfrm>
              <a:off x="6163738" y="4181020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5"/>
            <p:cNvSpPr txBox="1"/>
            <p:nvPr/>
          </p:nvSpPr>
          <p:spPr>
            <a:xfrm>
              <a:off x="5414438" y="350792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5"/>
            <p:cNvSpPr txBox="1"/>
            <p:nvPr/>
          </p:nvSpPr>
          <p:spPr>
            <a:xfrm>
              <a:off x="5355700" y="1675945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"/>
            <p:cNvSpPr txBox="1"/>
            <p:nvPr/>
          </p:nvSpPr>
          <p:spPr>
            <a:xfrm>
              <a:off x="7549625" y="35650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5"/>
            <p:cNvCxnSpPr/>
            <p:nvPr/>
          </p:nvCxnSpPr>
          <p:spPr>
            <a:xfrm flipH="1" rot="10800000">
              <a:off x="4438125" y="4471532"/>
              <a:ext cx="3068638" cy="173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72" name="Google Shape;272;p5"/>
            <p:cNvSpPr txBox="1"/>
            <p:nvPr/>
          </p:nvSpPr>
          <p:spPr>
            <a:xfrm>
              <a:off x="3995213" y="4323895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"/>
            <p:cNvSpPr txBox="1"/>
            <p:nvPr/>
          </p:nvSpPr>
          <p:spPr>
            <a:xfrm>
              <a:off x="7508350" y="4328657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4" name="Google Shape;274;p5"/>
          <p:cNvCxnSpPr/>
          <p:nvPr/>
        </p:nvCxnSpPr>
        <p:spPr>
          <a:xfrm rot="5400000">
            <a:off x="6800774" y="3087233"/>
            <a:ext cx="31718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5"/>
          <p:cNvCxnSpPr/>
          <p:nvPr/>
        </p:nvCxnSpPr>
        <p:spPr>
          <a:xfrm rot="5400000">
            <a:off x="8902624" y="3122158"/>
            <a:ext cx="317341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5"/>
          <p:cNvCxnSpPr/>
          <p:nvPr/>
        </p:nvCxnSpPr>
        <p:spPr>
          <a:xfrm rot="10800000">
            <a:off x="7388149" y="2522083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5"/>
          <p:cNvCxnSpPr/>
          <p:nvPr/>
        </p:nvCxnSpPr>
        <p:spPr>
          <a:xfrm rot="10800000">
            <a:off x="7432599" y="3914320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5"/>
          <p:cNvSpPr/>
          <p:nvPr/>
        </p:nvSpPr>
        <p:spPr>
          <a:xfrm>
            <a:off x="8383512" y="2507795"/>
            <a:ext cx="2108200" cy="14065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5"/>
          <p:cNvCxnSpPr/>
          <p:nvPr/>
        </p:nvCxnSpPr>
        <p:spPr>
          <a:xfrm rot="10800000">
            <a:off x="7223049" y="2517320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5"/>
          <p:cNvCxnSpPr/>
          <p:nvPr/>
        </p:nvCxnSpPr>
        <p:spPr>
          <a:xfrm rot="10800000">
            <a:off x="7223049" y="3915908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5"/>
          <p:cNvCxnSpPr/>
          <p:nvPr/>
        </p:nvCxnSpPr>
        <p:spPr>
          <a:xfrm>
            <a:off x="8389862" y="4650920"/>
            <a:ext cx="0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5"/>
          <p:cNvCxnSpPr/>
          <p:nvPr/>
        </p:nvCxnSpPr>
        <p:spPr>
          <a:xfrm>
            <a:off x="10490124" y="463504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5"/>
          <p:cNvSpPr txBox="1"/>
          <p:nvPr/>
        </p:nvSpPr>
        <p:spPr>
          <a:xfrm>
            <a:off x="6619799" y="2306183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6619799" y="3704770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8037437" y="4747758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10139287" y="4749345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8878812" y="2093458"/>
            <a:ext cx="996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5"/>
          <p:cNvCxnSpPr/>
          <p:nvPr/>
        </p:nvCxnSpPr>
        <p:spPr>
          <a:xfrm flipH="1" rot="10800000">
            <a:off x="8667674" y="2653845"/>
            <a:ext cx="701675" cy="3508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9" name="Google Shape;289;p5"/>
          <p:cNvCxnSpPr/>
          <p:nvPr/>
        </p:nvCxnSpPr>
        <p:spPr>
          <a:xfrm>
            <a:off x="8767687" y="3680958"/>
            <a:ext cx="276839" cy="21768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90" name="Google Shape;290;p5"/>
          <p:cNvCxnSpPr/>
          <p:nvPr/>
        </p:nvCxnSpPr>
        <p:spPr>
          <a:xfrm>
            <a:off x="8383512" y="3312180"/>
            <a:ext cx="2113420" cy="3282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91" name="Google Shape;291;p5"/>
          <p:cNvSpPr txBox="1"/>
          <p:nvPr/>
        </p:nvSpPr>
        <p:spPr>
          <a:xfrm>
            <a:off x="9364587" y="2536370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8493049" y="300468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7962031" y="3155495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9070966" y="3912995"/>
            <a:ext cx="48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 txBox="1"/>
          <p:nvPr/>
        </p:nvSpPr>
        <p:spPr>
          <a:xfrm>
            <a:off x="8761337" y="350633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10495831" y="3534213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5849648" y="3122158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6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{FC53CCA9-40A8-473D-96B0-155E33E5F434}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04" name="Google Shape;304;p6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305" name="Google Shape;305;p6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6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6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6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6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6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7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{FC53CCA9-40A8-473D-96B0-155E33E5F434}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20" name="Google Shape;320;p7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321" name="Google Shape;321;p7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7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7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7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7"/>
          <p:cNvSpPr txBox="1"/>
          <p:nvPr/>
        </p:nvSpPr>
        <p:spPr>
          <a:xfrm>
            <a:off x="6308159" y="484716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6292284" y="494082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6185127" y="334297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6169252" y="343663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"/>
          <p:cNvSpPr txBox="1"/>
          <p:nvPr/>
        </p:nvSpPr>
        <p:spPr>
          <a:xfrm>
            <a:off x="7924233" y="576565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7910842" y="585286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7924234" y="4602688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7908359" y="4696350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"/>
          <p:cNvSpPr txBox="1"/>
          <p:nvPr>
            <p:ph idx="1" type="body"/>
          </p:nvPr>
        </p:nvSpPr>
        <p:spPr>
          <a:xfrm>
            <a:off x="726881" y="114181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43" name="Google Shape;343;p8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44" name="Google Shape;344;p8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 txBox="1"/>
          <p:nvPr>
            <p:ph idx="1" type="body"/>
          </p:nvPr>
        </p:nvSpPr>
        <p:spPr>
          <a:xfrm>
            <a:off x="726881" y="114181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58" name="Google Shape;358;p9"/>
          <p:cNvGrpSpPr/>
          <p:nvPr/>
        </p:nvGrpSpPr>
        <p:grpSpPr>
          <a:xfrm>
            <a:off x="4926772" y="1508525"/>
            <a:ext cx="5549900" cy="3617913"/>
            <a:chOff x="1120" y="1978"/>
            <a:chExt cx="3496" cy="2279"/>
          </a:xfrm>
        </p:grpSpPr>
        <p:cxnSp>
          <p:nvCxnSpPr>
            <p:cNvPr id="359" name="Google Shape;359;p9"/>
            <p:cNvCxnSpPr/>
            <p:nvPr/>
          </p:nvCxnSpPr>
          <p:spPr>
            <a:xfrm rot="5400000">
              <a:off x="1234" y="2977"/>
              <a:ext cx="199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9"/>
            <p:cNvCxnSpPr/>
            <p:nvPr/>
          </p:nvCxnSpPr>
          <p:spPr>
            <a:xfrm rot="5400000">
              <a:off x="2558" y="2999"/>
              <a:ext cx="1999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9"/>
            <p:cNvCxnSpPr/>
            <p:nvPr/>
          </p:nvCxnSpPr>
          <p:spPr>
            <a:xfrm rot="10800000">
              <a:off x="1604" y="2621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2" name="Google Shape;362;p9"/>
            <p:cNvCxnSpPr/>
            <p:nvPr/>
          </p:nvCxnSpPr>
          <p:spPr>
            <a:xfrm rot="10800000">
              <a:off x="1632" y="3498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9"/>
            <p:cNvCxnSpPr/>
            <p:nvPr/>
          </p:nvCxnSpPr>
          <p:spPr>
            <a:xfrm>
              <a:off x="1262" y="4025"/>
              <a:ext cx="30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9"/>
            <p:cNvCxnSpPr/>
            <p:nvPr/>
          </p:nvCxnSpPr>
          <p:spPr>
            <a:xfrm rot="10800000">
              <a:off x="1572" y="1994"/>
              <a:ext cx="0" cy="22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5" name="Google Shape;365;p9"/>
            <p:cNvSpPr/>
            <p:nvPr/>
          </p:nvSpPr>
          <p:spPr>
            <a:xfrm>
              <a:off x="2231" y="2612"/>
              <a:ext cx="1328" cy="88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6" name="Google Shape;366;p9"/>
            <p:cNvCxnSpPr/>
            <p:nvPr/>
          </p:nvCxnSpPr>
          <p:spPr>
            <a:xfrm rot="10800000">
              <a:off x="1500" y="2618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9"/>
            <p:cNvCxnSpPr/>
            <p:nvPr/>
          </p:nvCxnSpPr>
          <p:spPr>
            <a:xfrm rot="10800000">
              <a:off x="1500" y="3499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9"/>
            <p:cNvCxnSpPr/>
            <p:nvPr/>
          </p:nvCxnSpPr>
          <p:spPr>
            <a:xfrm>
              <a:off x="2235" y="3962"/>
              <a:ext cx="0" cy="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9"/>
            <p:cNvCxnSpPr/>
            <p:nvPr/>
          </p:nvCxnSpPr>
          <p:spPr>
            <a:xfrm>
              <a:off x="3558" y="395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0" name="Google Shape;370;p9"/>
            <p:cNvSpPr txBox="1"/>
            <p:nvPr/>
          </p:nvSpPr>
          <p:spPr>
            <a:xfrm>
              <a:off x="1120" y="2485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1120" y="3366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"/>
            <p:cNvSpPr txBox="1"/>
            <p:nvPr/>
          </p:nvSpPr>
          <p:spPr>
            <a:xfrm>
              <a:off x="2013" y="4023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 txBox="1"/>
            <p:nvPr/>
          </p:nvSpPr>
          <p:spPr>
            <a:xfrm>
              <a:off x="3337" y="4024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 txBox="1"/>
            <p:nvPr/>
          </p:nvSpPr>
          <p:spPr>
            <a:xfrm>
              <a:off x="2543" y="2351"/>
              <a:ext cx="6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9"/>
            <p:cNvCxnSpPr/>
            <p:nvPr/>
          </p:nvCxnSpPr>
          <p:spPr>
            <a:xfrm flipH="1" rot="10800000">
              <a:off x="2410" y="2704"/>
              <a:ext cx="442" cy="2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6" name="Google Shape;376;p9"/>
            <p:cNvCxnSpPr/>
            <p:nvPr/>
          </p:nvCxnSpPr>
          <p:spPr>
            <a:xfrm flipH="1" rot="10800000">
              <a:off x="1793" y="2170"/>
              <a:ext cx="648" cy="5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7" name="Google Shape;377;p9"/>
            <p:cNvCxnSpPr/>
            <p:nvPr/>
          </p:nvCxnSpPr>
          <p:spPr>
            <a:xfrm>
              <a:off x="2473" y="3351"/>
              <a:ext cx="468" cy="3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78" name="Google Shape;378;p9"/>
            <p:cNvCxnSpPr/>
            <p:nvPr/>
          </p:nvCxnSpPr>
          <p:spPr>
            <a:xfrm>
              <a:off x="1969" y="3078"/>
              <a:ext cx="18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79" name="Google Shape;379;p9"/>
            <p:cNvSpPr txBox="1"/>
            <p:nvPr/>
          </p:nvSpPr>
          <p:spPr>
            <a:xfrm>
              <a:off x="1658" y="27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"/>
            <p:cNvSpPr txBox="1"/>
            <p:nvPr/>
          </p:nvSpPr>
          <p:spPr>
            <a:xfrm>
              <a:off x="2849" y="2630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 txBox="1"/>
            <p:nvPr/>
          </p:nvSpPr>
          <p:spPr>
            <a:xfrm>
              <a:off x="2300" y="29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 txBox="1"/>
            <p:nvPr/>
          </p:nvSpPr>
          <p:spPr>
            <a:xfrm>
              <a:off x="1661" y="3084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 txBox="1"/>
            <p:nvPr/>
          </p:nvSpPr>
          <p:spPr>
            <a:xfrm>
              <a:off x="2941" y="366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 txBox="1"/>
            <p:nvPr/>
          </p:nvSpPr>
          <p:spPr>
            <a:xfrm>
              <a:off x="2469" y="3241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"/>
            <p:cNvSpPr txBox="1"/>
            <p:nvPr/>
          </p:nvSpPr>
          <p:spPr>
            <a:xfrm>
              <a:off x="2432" y="2087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"/>
            <p:cNvSpPr txBox="1"/>
            <p:nvPr/>
          </p:nvSpPr>
          <p:spPr>
            <a:xfrm>
              <a:off x="3814" y="3277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9"/>
            <p:cNvCxnSpPr/>
            <p:nvPr/>
          </p:nvCxnSpPr>
          <p:spPr>
            <a:xfrm rot="10800000">
              <a:off x="3667" y="2070"/>
              <a:ext cx="338" cy="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88" name="Google Shape;388;p9"/>
            <p:cNvSpPr txBox="1"/>
            <p:nvPr/>
          </p:nvSpPr>
          <p:spPr>
            <a:xfrm>
              <a:off x="3991" y="2920"/>
              <a:ext cx="62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"/>
            <p:cNvSpPr txBox="1"/>
            <p:nvPr/>
          </p:nvSpPr>
          <p:spPr>
            <a:xfrm>
              <a:off x="3675" y="1995"/>
              <a:ext cx="6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9"/>
            <p:cNvCxnSpPr/>
            <p:nvPr/>
          </p:nvCxnSpPr>
          <p:spPr>
            <a:xfrm flipH="1" rot="10800000">
              <a:off x="1854" y="3848"/>
              <a:ext cx="1933" cy="1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91" name="Google Shape;391;p9"/>
            <p:cNvSpPr txBox="1"/>
            <p:nvPr/>
          </p:nvSpPr>
          <p:spPr>
            <a:xfrm>
              <a:off x="1575" y="375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 txBox="1"/>
            <p:nvPr/>
          </p:nvSpPr>
          <p:spPr>
            <a:xfrm>
              <a:off x="3788" y="3758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9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94" name="Google Shape;394;p9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2bc8b8c915_1_172"/>
          <p:cNvSpPr txBox="1"/>
          <p:nvPr>
            <p:ph idx="1" type="body"/>
          </p:nvPr>
        </p:nvSpPr>
        <p:spPr>
          <a:xfrm>
            <a:off x="726881" y="503853"/>
            <a:ext cx="105156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Calculate_Outcode_3D(x,y,z){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if(z&lt;z</a:t>
            </a:r>
            <a:r>
              <a:rPr baseline="-25000" lang="en-US"/>
              <a:t>min</a:t>
            </a:r>
            <a:r>
              <a:rPr lang="en-US"/>
              <a:t>) bit4=1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bit4=0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(z&gt;z</a:t>
            </a:r>
            <a:r>
              <a:rPr baseline="-25000" lang="en-US"/>
              <a:t>max</a:t>
            </a:r>
            <a:r>
              <a:rPr lang="en-US"/>
              <a:t>) bit5=1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bit5=0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aphicFrame>
        <p:nvGraphicFramePr>
          <p:cNvPr id="408" name="Google Shape;408;g32bc8b8c915_1_172"/>
          <p:cNvGraphicFramePr/>
          <p:nvPr/>
        </p:nvGraphicFramePr>
        <p:xfrm>
          <a:off x="6335485" y="2364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{F506F482-B5BC-4E37-8E0C-8C6D2F2D1B1A}</a:tableStyleId>
              </a:tblPr>
              <a:tblGrid>
                <a:gridCol w="660975"/>
                <a:gridCol w="780350"/>
                <a:gridCol w="780350"/>
                <a:gridCol w="780350"/>
                <a:gridCol w="780350"/>
                <a:gridCol w="780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Above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Below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Right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Left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Region Code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dcfead7443_0_34"/>
          <p:cNvSpPr txBox="1"/>
          <p:nvPr>
            <p:ph idx="1" type="body"/>
          </p:nvPr>
        </p:nvSpPr>
        <p:spPr>
          <a:xfrm>
            <a:off x="838200" y="1517200"/>
            <a:ext cx="10515600" cy="412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4A86E8"/>
                </a:solidFill>
              </a:rPr>
              <a:t>Condition of Trivial Acceptance:</a:t>
            </a:r>
            <a:endParaRPr b="1" sz="3200" u="sng">
              <a:solidFill>
                <a:srgbClr val="4A86E8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Lines that are </a:t>
            </a:r>
            <a:r>
              <a:rPr lang="en-US"/>
              <a:t>completely</a:t>
            </a:r>
            <a:r>
              <a:rPr lang="en-US"/>
              <a:t> </a:t>
            </a:r>
            <a:r>
              <a:rPr b="1" lang="en-US">
                <a:solidFill>
                  <a:srgbClr val="4A86E8"/>
                </a:solidFill>
              </a:rPr>
              <a:t>INSIDE</a:t>
            </a:r>
            <a:endParaRPr b="1">
              <a:solidFill>
                <a:srgbClr val="4A86E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OC1==OC2==0000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CC4125"/>
                </a:solidFill>
              </a:rPr>
              <a:t>Condition of Trivial Rejection:</a:t>
            </a:r>
            <a:endParaRPr b="1" sz="3200" u="sng">
              <a:solidFill>
                <a:srgbClr val="CC4125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Lines that are completely </a:t>
            </a:r>
            <a:r>
              <a:rPr b="1" lang="en-US">
                <a:solidFill>
                  <a:srgbClr val="CC4125"/>
                </a:solidFill>
              </a:rPr>
              <a:t>OUTSIDE</a:t>
            </a:r>
            <a:endParaRPr b="1">
              <a:solidFill>
                <a:srgbClr val="CC412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(OC1 AND OC2) != 0000</a:t>
            </a:r>
            <a:endParaRPr/>
          </a:p>
        </p:txBody>
      </p:sp>
      <p:grpSp>
        <p:nvGrpSpPr>
          <p:cNvPr id="414" name="Google Shape;414;g2dcfead7443_0_34"/>
          <p:cNvGrpSpPr/>
          <p:nvPr/>
        </p:nvGrpSpPr>
        <p:grpSpPr>
          <a:xfrm>
            <a:off x="6621077" y="1291848"/>
            <a:ext cx="5439006" cy="3574544"/>
            <a:chOff x="5626487" y="1063252"/>
            <a:chExt cx="5784946" cy="4070308"/>
          </a:xfrm>
        </p:grpSpPr>
        <p:cxnSp>
          <p:nvCxnSpPr>
            <p:cNvPr id="415" name="Google Shape;415;g2dcfead7443_0_34"/>
            <p:cNvCxnSpPr/>
            <p:nvPr/>
          </p:nvCxnSpPr>
          <p:spPr>
            <a:xfrm rot="5400000">
              <a:off x="5829885" y="2845252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g2dcfead7443_0_34"/>
            <p:cNvCxnSpPr/>
            <p:nvPr/>
          </p:nvCxnSpPr>
          <p:spPr>
            <a:xfrm rot="5400000">
              <a:off x="8191662" y="2884504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g2dcfead7443_0_34"/>
            <p:cNvCxnSpPr/>
            <p:nvPr/>
          </p:nvCxnSpPr>
          <p:spPr>
            <a:xfrm rot="10800000">
              <a:off x="6489786" y="2210252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g2dcfead7443_0_34"/>
            <p:cNvCxnSpPr/>
            <p:nvPr/>
          </p:nvCxnSpPr>
          <p:spPr>
            <a:xfrm rot="10800000">
              <a:off x="6539733" y="3774667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9" name="Google Shape;419;g2dcfead7443_0_34"/>
            <p:cNvSpPr/>
            <p:nvPr/>
          </p:nvSpPr>
          <p:spPr>
            <a:xfrm>
              <a:off x="7608317" y="2194198"/>
              <a:ext cx="2368800" cy="1580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0" name="Google Shape;420;g2dcfead7443_0_34"/>
            <p:cNvCxnSpPr/>
            <p:nvPr/>
          </p:nvCxnSpPr>
          <p:spPr>
            <a:xfrm rot="10800000">
              <a:off x="6304290" y="2204901"/>
              <a:ext cx="237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g2dcfead7443_0_34"/>
            <p:cNvCxnSpPr/>
            <p:nvPr/>
          </p:nvCxnSpPr>
          <p:spPr>
            <a:xfrm rot="10800000">
              <a:off x="6304290" y="3776451"/>
              <a:ext cx="237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g2dcfead7443_0_34"/>
            <p:cNvCxnSpPr/>
            <p:nvPr/>
          </p:nvCxnSpPr>
          <p:spPr>
            <a:xfrm>
              <a:off x="7615452" y="4602362"/>
              <a:ext cx="0" cy="239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g2dcfead7443_0_34"/>
            <p:cNvCxnSpPr/>
            <p:nvPr/>
          </p:nvCxnSpPr>
          <p:spPr>
            <a:xfrm>
              <a:off x="9975454" y="4584524"/>
              <a:ext cx="0" cy="256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g2dcfead7443_0_34"/>
            <p:cNvSpPr txBox="1"/>
            <p:nvPr/>
          </p:nvSpPr>
          <p:spPr>
            <a:xfrm>
              <a:off x="5626487" y="1967652"/>
              <a:ext cx="663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2dcfead7443_0_34"/>
            <p:cNvSpPr txBox="1"/>
            <p:nvPr/>
          </p:nvSpPr>
          <p:spPr>
            <a:xfrm>
              <a:off x="5626487" y="3539202"/>
              <a:ext cx="6153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2dcfead7443_0_34"/>
            <p:cNvSpPr txBox="1"/>
            <p:nvPr/>
          </p:nvSpPr>
          <p:spPr>
            <a:xfrm>
              <a:off x="7219443" y="4711176"/>
              <a:ext cx="6153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2dcfead7443_0_34"/>
            <p:cNvSpPr txBox="1"/>
            <p:nvPr/>
          </p:nvSpPr>
          <p:spPr>
            <a:xfrm>
              <a:off x="9581228" y="4712960"/>
              <a:ext cx="6636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2dcfead7443_0_34"/>
            <p:cNvSpPr txBox="1"/>
            <p:nvPr/>
          </p:nvSpPr>
          <p:spPr>
            <a:xfrm>
              <a:off x="8164871" y="1728619"/>
              <a:ext cx="11202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g2dcfead7443_0_34"/>
            <p:cNvCxnSpPr/>
            <p:nvPr/>
          </p:nvCxnSpPr>
          <p:spPr>
            <a:xfrm flipH="1" rot="10800000">
              <a:off x="8012180" y="2667591"/>
              <a:ext cx="1283700" cy="432300"/>
            </a:xfrm>
            <a:prstGeom prst="straightConnector1">
              <a:avLst/>
            </a:prstGeom>
            <a:noFill/>
            <a:ln cap="flat" cmpd="sng" w="28575">
              <a:solidFill>
                <a:srgbClr val="4A86E8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0" name="Google Shape;430;g2dcfead7443_0_34"/>
            <p:cNvSpPr txBox="1"/>
            <p:nvPr/>
          </p:nvSpPr>
          <p:spPr>
            <a:xfrm>
              <a:off x="9223143" y="2566058"/>
              <a:ext cx="9219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r>
                <a:rPr b="1" lang="en-US">
                  <a:solidFill>
                    <a:schemeClr val="dk1"/>
                  </a:solidFill>
                </a:rPr>
                <a:t>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2dcfead7443_0_34"/>
            <p:cNvSpPr txBox="1"/>
            <p:nvPr/>
          </p:nvSpPr>
          <p:spPr>
            <a:xfrm>
              <a:off x="7724372" y="3026100"/>
              <a:ext cx="9381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</a:t>
              </a:r>
              <a:r>
                <a:rPr b="1" lang="en-US">
                  <a:solidFill>
                    <a:schemeClr val="dk1"/>
                  </a:solidFill>
                </a:rPr>
                <a:t>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>
                  <a:solidFill>
                    <a:schemeClr val="dk1"/>
                  </a:solidFill>
                </a:rPr>
                <a:t>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g2dcfead7443_0_34"/>
          <p:cNvGrpSpPr/>
          <p:nvPr/>
        </p:nvGrpSpPr>
        <p:grpSpPr>
          <a:xfrm>
            <a:off x="8648825" y="3935274"/>
            <a:ext cx="3143830" cy="635757"/>
            <a:chOff x="7724372" y="2889290"/>
            <a:chExt cx="3516589" cy="773709"/>
          </a:xfrm>
        </p:grpSpPr>
        <p:cxnSp>
          <p:nvCxnSpPr>
            <p:cNvPr id="433" name="Google Shape;433;g2dcfead7443_0_34"/>
            <p:cNvCxnSpPr/>
            <p:nvPr/>
          </p:nvCxnSpPr>
          <p:spPr>
            <a:xfrm flipH="1" rot="10800000">
              <a:off x="8012180" y="2889291"/>
              <a:ext cx="2503800" cy="210600"/>
            </a:xfrm>
            <a:prstGeom prst="straightConnector1">
              <a:avLst/>
            </a:prstGeom>
            <a:noFill/>
            <a:ln cap="flat" cmpd="sng" w="28575">
              <a:solidFill>
                <a:srgbClr val="CC4125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4" name="Google Shape;434;g2dcfead7443_0_34"/>
            <p:cNvSpPr txBox="1"/>
            <p:nvPr/>
          </p:nvSpPr>
          <p:spPr>
            <a:xfrm>
              <a:off x="10319060" y="2889290"/>
              <a:ext cx="921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r>
                <a:rPr b="1" lang="en-US">
                  <a:solidFill>
                    <a:schemeClr val="dk1"/>
                  </a:solidFill>
                </a:rPr>
                <a:t>01</a:t>
              </a:r>
              <a:r>
                <a:rPr b="1" lang="en-US">
                  <a:solidFill>
                    <a:schemeClr val="dk1"/>
                  </a:solidFill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2dcfead7443_0_34"/>
            <p:cNvSpPr txBox="1"/>
            <p:nvPr/>
          </p:nvSpPr>
          <p:spPr>
            <a:xfrm>
              <a:off x="7724372" y="3026100"/>
              <a:ext cx="9381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</a:t>
              </a:r>
              <a:r>
                <a:rPr b="1" lang="en-US">
                  <a:solidFill>
                    <a:schemeClr val="dk1"/>
                  </a:solidFill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>
                  <a:solidFill>
                    <a:schemeClr val="dk1"/>
                  </a:solidFill>
                </a:rPr>
                <a:t>0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"/>
          <p:cNvSpPr txBox="1"/>
          <p:nvPr/>
        </p:nvSpPr>
        <p:spPr>
          <a:xfrm>
            <a:off x="726881" y="333955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if((oc1 AND oc2)!=0000){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>
            <p:ph idx="1" type="body"/>
          </p:nvPr>
        </p:nvSpPr>
        <p:spPr>
          <a:xfrm>
            <a:off x="726881" y="333955"/>
            <a:ext cx="5061600" cy="5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 sz="1400"/>
          </a:p>
        </p:txBody>
      </p:sp>
      <p:grpSp>
        <p:nvGrpSpPr>
          <p:cNvPr id="446" name="Google Shape;446;p11"/>
          <p:cNvGrpSpPr/>
          <p:nvPr/>
        </p:nvGrpSpPr>
        <p:grpSpPr>
          <a:xfrm>
            <a:off x="5626487" y="1063252"/>
            <a:ext cx="5784946" cy="4065339"/>
            <a:chOff x="5626487" y="1063252"/>
            <a:chExt cx="5784946" cy="4065339"/>
          </a:xfrm>
        </p:grpSpPr>
        <p:cxnSp>
          <p:nvCxnSpPr>
            <p:cNvPr id="447" name="Google Shape;447;p11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11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11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11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1" name="Google Shape;451;p11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2" name="Google Shape;452;p11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11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11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5" name="Google Shape;455;p11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6" name="Google Shape;456;p11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1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1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1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1"/>
            <p:cNvSpPr txBox="1"/>
            <p:nvPr/>
          </p:nvSpPr>
          <p:spPr>
            <a:xfrm>
              <a:off x="8164871" y="1728619"/>
              <a:ext cx="1120242" cy="4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11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62" name="Google Shape;462;p11"/>
            <p:cNvSpPr txBox="1"/>
            <p:nvPr/>
          </p:nvSpPr>
          <p:spPr>
            <a:xfrm>
              <a:off x="10184161" y="1093577"/>
              <a:ext cx="9220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1"/>
            <p:cNvSpPr txBox="1"/>
            <p:nvPr/>
          </p:nvSpPr>
          <p:spPr>
            <a:xfrm>
              <a:off x="6420289" y="4332933"/>
              <a:ext cx="9380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"/>
          <p:cNvSpPr txBox="1"/>
          <p:nvPr>
            <p:ph idx="1" type="body"/>
          </p:nvPr>
        </p:nvSpPr>
        <p:spPr>
          <a:xfrm>
            <a:off x="726881" y="333955"/>
            <a:ext cx="5061600" cy="5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469" name="Google Shape;469;p12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2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2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2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2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12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12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12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2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2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12"/>
          <p:cNvCxnSpPr/>
          <p:nvPr/>
        </p:nvCxnSpPr>
        <p:spPr>
          <a:xfrm flipH="1" rot="10800000">
            <a:off x="7156174" y="1227363"/>
            <a:ext cx="3013716" cy="2553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4" name="Google Shape;484;p12"/>
          <p:cNvSpPr txBox="1"/>
          <p:nvPr/>
        </p:nvSpPr>
        <p:spPr>
          <a:xfrm>
            <a:off x="10184161" y="1093577"/>
            <a:ext cx="9220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[1010]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 txBox="1"/>
          <p:nvPr/>
        </p:nvSpPr>
        <p:spPr>
          <a:xfrm>
            <a:off x="6746811" y="3858508"/>
            <a:ext cx="977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[0001]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3"/>
          <p:cNvSpPr txBox="1"/>
          <p:nvPr>
            <p:ph idx="1" type="body"/>
          </p:nvPr>
        </p:nvSpPr>
        <p:spPr>
          <a:xfrm>
            <a:off x="726881" y="333955"/>
            <a:ext cx="5061600" cy="5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491" name="Google Shape;491;p13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13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13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3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13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13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13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13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3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13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3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13"/>
          <p:cNvCxnSpPr/>
          <p:nvPr/>
        </p:nvCxnSpPr>
        <p:spPr>
          <a:xfrm flipH="1" rot="10800000">
            <a:off x="7604751" y="1163884"/>
            <a:ext cx="2640060" cy="22368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6" name="Google Shape;506;p13"/>
          <p:cNvSpPr txBox="1"/>
          <p:nvPr/>
        </p:nvSpPr>
        <p:spPr>
          <a:xfrm>
            <a:off x="10043345" y="1228669"/>
            <a:ext cx="9717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[1010]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"/>
          <p:cNvSpPr txBox="1"/>
          <p:nvPr>
            <p:ph idx="1" type="body"/>
          </p:nvPr>
        </p:nvSpPr>
        <p:spPr>
          <a:xfrm>
            <a:off x="726881" y="333955"/>
            <a:ext cx="5061600" cy="5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 sz="12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 sz="1400"/>
          </a:p>
        </p:txBody>
      </p:sp>
      <p:cxnSp>
        <p:nvCxnSpPr>
          <p:cNvPr id="513" name="Google Shape;513;p14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4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14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14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14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14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4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14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14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14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14"/>
          <p:cNvCxnSpPr/>
          <p:nvPr/>
        </p:nvCxnSpPr>
        <p:spPr>
          <a:xfrm flipH="1" rot="10800000">
            <a:off x="7604751" y="2205585"/>
            <a:ext cx="1410560" cy="11951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28" name="Google Shape;528;p14"/>
          <p:cNvSpPr txBox="1"/>
          <p:nvPr/>
        </p:nvSpPr>
        <p:spPr>
          <a:xfrm>
            <a:off x="9120204" y="1890669"/>
            <a:ext cx="10115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4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15"/>
          <p:cNvGrpSpPr/>
          <p:nvPr/>
        </p:nvGrpSpPr>
        <p:grpSpPr>
          <a:xfrm>
            <a:off x="2456536" y="212462"/>
            <a:ext cx="3284410" cy="2308101"/>
            <a:chOff x="5626487" y="1063252"/>
            <a:chExt cx="5784946" cy="4065339"/>
          </a:xfrm>
        </p:grpSpPr>
        <p:cxnSp>
          <p:nvCxnSpPr>
            <p:cNvPr id="535" name="Google Shape;535;p15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15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15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15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15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0" name="Google Shape;540;p15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15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15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15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4" name="Google Shape;544;p15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5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5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5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" name="Google Shape;548;p15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49" name="Google Shape;549;p15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5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1" name="Google Shape;551;p15"/>
          <p:cNvCxnSpPr/>
          <p:nvPr/>
        </p:nvCxnSpPr>
        <p:spPr>
          <a:xfrm>
            <a:off x="6456459" y="0"/>
            <a:ext cx="31805" cy="694148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2" name="Google Shape;552;p15"/>
          <p:cNvCxnSpPr/>
          <p:nvPr/>
        </p:nvCxnSpPr>
        <p:spPr>
          <a:xfrm flipH="1" rot="10800000">
            <a:off x="0" y="3322611"/>
            <a:ext cx="12192000" cy="10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15"/>
          <p:cNvSpPr txBox="1"/>
          <p:nvPr/>
        </p:nvSpPr>
        <p:spPr>
          <a:xfrm>
            <a:off x="267696" y="1973005"/>
            <a:ext cx="22861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543592" y="150279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3593877" y="1388359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15"/>
          <p:cNvGrpSpPr/>
          <p:nvPr/>
        </p:nvGrpSpPr>
        <p:grpSpPr>
          <a:xfrm>
            <a:off x="8797658" y="304033"/>
            <a:ext cx="3284692" cy="2308225"/>
            <a:chOff x="5626487" y="1063252"/>
            <a:chExt cx="5784946" cy="4065208"/>
          </a:xfrm>
        </p:grpSpPr>
        <p:cxnSp>
          <p:nvCxnSpPr>
            <p:cNvPr id="557" name="Google Shape;557;p15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15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15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15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15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2" name="Google Shape;562;p15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15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15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15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6" name="Google Shape;566;p15"/>
            <p:cNvSpPr txBox="1"/>
            <p:nvPr/>
          </p:nvSpPr>
          <p:spPr>
            <a:xfrm>
              <a:off x="5626487" y="1967652"/>
              <a:ext cx="663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5"/>
            <p:cNvSpPr txBox="1"/>
            <p:nvPr/>
          </p:nvSpPr>
          <p:spPr>
            <a:xfrm>
              <a:off x="5626487" y="3539202"/>
              <a:ext cx="61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5"/>
            <p:cNvSpPr txBox="1"/>
            <p:nvPr/>
          </p:nvSpPr>
          <p:spPr>
            <a:xfrm>
              <a:off x="7219443" y="4711176"/>
              <a:ext cx="61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5"/>
            <p:cNvSpPr txBox="1"/>
            <p:nvPr/>
          </p:nvSpPr>
          <p:spPr>
            <a:xfrm>
              <a:off x="9581228" y="4712960"/>
              <a:ext cx="663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15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71" name="Google Shape;571;p15"/>
            <p:cNvSpPr txBox="1"/>
            <p:nvPr/>
          </p:nvSpPr>
          <p:spPr>
            <a:xfrm>
              <a:off x="10184162" y="1093578"/>
              <a:ext cx="660300" cy="5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5"/>
            <p:cNvSpPr txBox="1"/>
            <p:nvPr/>
          </p:nvSpPr>
          <p:spPr>
            <a:xfrm>
              <a:off x="6420289" y="4332933"/>
              <a:ext cx="686400" cy="5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p15"/>
          <p:cNvSpPr txBox="1"/>
          <p:nvPr/>
        </p:nvSpPr>
        <p:spPr>
          <a:xfrm>
            <a:off x="6586076" y="2146102"/>
            <a:ext cx="239514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11228206" y="44932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 txBox="1"/>
          <p:nvPr/>
        </p:nvSpPr>
        <p:spPr>
          <a:xfrm>
            <a:off x="10670499" y="295777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6" name="Google Shape;576;p15"/>
          <p:cNvGrpSpPr/>
          <p:nvPr/>
        </p:nvGrpSpPr>
        <p:grpSpPr>
          <a:xfrm>
            <a:off x="2428178" y="3634680"/>
            <a:ext cx="3284410" cy="2308101"/>
            <a:chOff x="5626487" y="1063252"/>
            <a:chExt cx="5784946" cy="4065339"/>
          </a:xfrm>
        </p:grpSpPr>
        <p:cxnSp>
          <p:nvCxnSpPr>
            <p:cNvPr id="577" name="Google Shape;577;p15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15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15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15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1" name="Google Shape;581;p15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2" name="Google Shape;582;p15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15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15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15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6" name="Google Shape;586;p15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5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5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5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0" name="Google Shape;590;p15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91" name="Google Shape;591;p15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5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15"/>
          <p:cNvSpPr txBox="1"/>
          <p:nvPr/>
        </p:nvSpPr>
        <p:spPr>
          <a:xfrm>
            <a:off x="239338" y="5395223"/>
            <a:ext cx="2605137" cy="10624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98" r="0" t="-11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3276695" y="5139698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 txBox="1"/>
          <p:nvPr/>
        </p:nvSpPr>
        <p:spPr>
          <a:xfrm>
            <a:off x="2761449" y="4842512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15"/>
          <p:cNvGrpSpPr/>
          <p:nvPr/>
        </p:nvGrpSpPr>
        <p:grpSpPr>
          <a:xfrm>
            <a:off x="8797383" y="3651898"/>
            <a:ext cx="3284410" cy="2308101"/>
            <a:chOff x="5626487" y="1063252"/>
            <a:chExt cx="5784946" cy="4065339"/>
          </a:xfrm>
        </p:grpSpPr>
        <p:cxnSp>
          <p:nvCxnSpPr>
            <p:cNvPr id="597" name="Google Shape;597;p15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15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15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15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1" name="Google Shape;601;p15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2" name="Google Shape;602;p15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15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4" name="Google Shape;604;p15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15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15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5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5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5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0" name="Google Shape;610;p15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11" name="Google Shape;611;p15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5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3" name="Google Shape;613;p15"/>
          <p:cNvSpPr txBox="1"/>
          <p:nvPr/>
        </p:nvSpPr>
        <p:spPr>
          <a:xfrm>
            <a:off x="6608543" y="5412441"/>
            <a:ext cx="2178481" cy="10440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37" r="0" t="-11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10711375" y="4242518"/>
            <a:ext cx="72228" cy="8140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 txBox="1"/>
          <p:nvPr/>
        </p:nvSpPr>
        <p:spPr>
          <a:xfrm>
            <a:off x="10138522" y="3922298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6"/>
          <p:cNvSpPr txBox="1"/>
          <p:nvPr>
            <p:ph idx="1" type="body"/>
          </p:nvPr>
        </p:nvSpPr>
        <p:spPr>
          <a:xfrm>
            <a:off x="1148325" y="745250"/>
            <a:ext cx="8140800" cy="52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Determine whether the following line are accepted/rejected/partial using Cohen Sutherland line clipping algorithm.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Given (-250,-200) to (250,200)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(-100, -220) to (300, -210).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b) Given (0,0) to (300,200)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If they are partially accepted/rejected find the line segment within the clipping window. 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"/>
          <p:cNvSpPr txBox="1"/>
          <p:nvPr>
            <p:ph idx="1" type="body"/>
          </p:nvPr>
        </p:nvSpPr>
        <p:spPr>
          <a:xfrm>
            <a:off x="838200" y="182880"/>
            <a:ext cx="10515600" cy="599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26" name="Google Shape;626;p17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"/>
          <p:cNvSpPr txBox="1"/>
          <p:nvPr>
            <p:ph idx="1" type="body"/>
          </p:nvPr>
        </p:nvSpPr>
        <p:spPr>
          <a:xfrm>
            <a:off x="838200" y="182880"/>
            <a:ext cx="10515600" cy="599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32" name="Google Shape;632;p18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9"/>
          <p:cNvSpPr txBox="1"/>
          <p:nvPr>
            <p:ph idx="1" type="body"/>
          </p:nvPr>
        </p:nvSpPr>
        <p:spPr>
          <a:xfrm>
            <a:off x="838200" y="182880"/>
            <a:ext cx="10515600" cy="599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38" name="Google Shape;638;p19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0"/>
          <p:cNvSpPr txBox="1"/>
          <p:nvPr>
            <p:ph idx="1" type="body"/>
          </p:nvPr>
        </p:nvSpPr>
        <p:spPr>
          <a:xfrm>
            <a:off x="838200" y="182880"/>
            <a:ext cx="10515600" cy="599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2" r="0" t="-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44" name="Google Shape;644;p20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1"/>
          <p:cNvSpPr txBox="1"/>
          <p:nvPr>
            <p:ph idx="1" type="body"/>
          </p:nvPr>
        </p:nvSpPr>
        <p:spPr>
          <a:xfrm>
            <a:off x="838200" y="182880"/>
            <a:ext cx="10515600" cy="599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2" l="-113" r="0" t="-6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50" name="Google Shape;650;p21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5281c70e1a_0_1933"/>
          <p:cNvSpPr txBox="1"/>
          <p:nvPr>
            <p:ph idx="1" type="body"/>
          </p:nvPr>
        </p:nvSpPr>
        <p:spPr>
          <a:xfrm>
            <a:off x="1219200" y="1143000"/>
            <a:ext cx="10972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Works well for two cases:</a:t>
            </a:r>
            <a:endParaRPr sz="3100"/>
          </a:p>
          <a:p>
            <a:pPr indent="-53340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A86E8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large clip region</a:t>
            </a:r>
            <a:endParaRPr sz="3100">
              <a:solidFill>
                <a:srgbClr val="4A86E8"/>
              </a:solidFill>
            </a:endParaRPr>
          </a:p>
          <a:p>
            <a:pPr indent="-53340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06666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E0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small clip region</a:t>
            </a:r>
            <a:endParaRPr sz="3100">
              <a:solidFill>
                <a:srgbClr val="E06666"/>
              </a:solidFill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- Why?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[For many trivial accept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and many trivial reject]</a:t>
            </a:r>
            <a:endParaRPr sz="31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700" u="sng">
                <a:latin typeface="Times New Roman"/>
                <a:ea typeface="Times New Roman"/>
                <a:cs typeface="Times New Roman"/>
                <a:sym typeface="Times New Roman"/>
              </a:rPr>
              <a:t>Where is the problem?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Only rectangular clipping region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Unnecessary clipping is done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Different clipping order  may take less iterations  to finish </a:t>
            </a:r>
            <a:endParaRPr sz="3100"/>
          </a:p>
        </p:txBody>
      </p:sp>
      <p:pic>
        <p:nvPicPr>
          <p:cNvPr id="656" name="Google Shape;656;g25281c70e1a_0_1933"/>
          <p:cNvPicPr preferRelativeResize="0"/>
          <p:nvPr/>
        </p:nvPicPr>
        <p:blipFill rotWithShape="1">
          <a:blip r:embed="rId3">
            <a:alphaModFix/>
          </a:blip>
          <a:srcRect b="14583" l="24012" r="43776" t="47915"/>
          <a:stretch/>
        </p:blipFill>
        <p:spPr>
          <a:xfrm>
            <a:off x="6299200" y="1447800"/>
            <a:ext cx="5588002" cy="274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7" name="Google Shape;657;g25281c70e1a_0_1933"/>
          <p:cNvCxnSpPr/>
          <p:nvPr/>
        </p:nvCxnSpPr>
        <p:spPr>
          <a:xfrm flipH="1" rot="-5400000">
            <a:off x="10528350" y="1892250"/>
            <a:ext cx="685800" cy="406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58" name="Google Shape;658;g25281c70e1a_0_1933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Cohen-Sutherland L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 Clipping Algorithm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g25281c70e1a_0_1933"/>
          <p:cNvSpPr/>
          <p:nvPr/>
        </p:nvSpPr>
        <p:spPr>
          <a:xfrm>
            <a:off x="7373925" y="1681150"/>
            <a:ext cx="4508400" cy="2568300"/>
          </a:xfrm>
          <a:prstGeom prst="rect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g25281c70e1a_0_1933"/>
          <p:cNvCxnSpPr/>
          <p:nvPr/>
        </p:nvCxnSpPr>
        <p:spPr>
          <a:xfrm>
            <a:off x="4914875" y="1913400"/>
            <a:ext cx="2418000" cy="30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g25281c70e1a_0_1933"/>
          <p:cNvSpPr/>
          <p:nvPr/>
        </p:nvSpPr>
        <p:spPr>
          <a:xfrm>
            <a:off x="8765271" y="2705741"/>
            <a:ext cx="778800" cy="478200"/>
          </a:xfrm>
          <a:prstGeom prst="rect">
            <a:avLst/>
          </a:prstGeom>
          <a:noFill/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2" name="Google Shape;662;g25281c70e1a_0_1933"/>
          <p:cNvCxnSpPr/>
          <p:nvPr/>
        </p:nvCxnSpPr>
        <p:spPr>
          <a:xfrm>
            <a:off x="4983200" y="2405200"/>
            <a:ext cx="3782100" cy="46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5281c70e1a_0_101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Clipping</a:t>
            </a:r>
            <a:endParaRPr/>
          </a:p>
        </p:txBody>
      </p:sp>
      <p:sp>
        <p:nvSpPr>
          <p:cNvPr id="668" name="Google Shape;668;g25281c70e1a_0_101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Cyrus-Beck Algo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5281c70e1a_0_466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674" name="Google Shape;674;g25281c70e1a_0_466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75" name="Google Shape;675;g25281c70e1a_0_466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g25281c70e1a_0_466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25281c70e1a_0_466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25281c70e1a_0_466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25281c70e1a_0_466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25281c70e1a_0_466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25281c70e1a_0_466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25281c70e1a_0_466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5281c70e1a_0_479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688" name="Google Shape;688;g25281c70e1a_0_479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89" name="Google Shape;689;g25281c70e1a_0_479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g25281c70e1a_0_479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25281c70e1a_0_479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25281c70e1a_0_479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25281c70e1a_0_479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25281c70e1a_0_479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25281c70e1a_0_479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25281c70e1a_0_479"/>
          <p:cNvSpPr txBox="1"/>
          <p:nvPr/>
        </p:nvSpPr>
        <p:spPr>
          <a:xfrm>
            <a:off x="7076661" y="3680965"/>
            <a:ext cx="3970800" cy="646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8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25281c70e1a_0_479"/>
          <p:cNvSpPr txBox="1"/>
          <p:nvPr/>
        </p:nvSpPr>
        <p:spPr>
          <a:xfrm>
            <a:off x="811645" y="3856787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25281c70e1a_0_479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5281c70e1a_0_494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04" name="Google Shape;704;g25281c70e1a_0_494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5" name="Google Shape;705;g25281c70e1a_0_494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6" name="Google Shape;706;g25281c70e1a_0_494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25281c70e1a_0_494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g25281c70e1a_0_494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25281c70e1a_0_494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25281c70e1a_0_494"/>
          <p:cNvSpPr/>
          <p:nvPr/>
        </p:nvSpPr>
        <p:spPr>
          <a:xfrm>
            <a:off x="2464650" y="3375501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25281c70e1a_0_494"/>
          <p:cNvSpPr txBox="1"/>
          <p:nvPr/>
        </p:nvSpPr>
        <p:spPr>
          <a:xfrm>
            <a:off x="2464650" y="3375501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25281c70e1a_0_494"/>
          <p:cNvSpPr txBox="1"/>
          <p:nvPr/>
        </p:nvSpPr>
        <p:spPr>
          <a:xfrm>
            <a:off x="7076661" y="3680965"/>
            <a:ext cx="39708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0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25281c70e1a_0_494"/>
          <p:cNvSpPr txBox="1"/>
          <p:nvPr/>
        </p:nvSpPr>
        <p:spPr>
          <a:xfrm>
            <a:off x="3705919" y="1748538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25281c70e1a_0_494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5281c70e1a_0_509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20" name="Google Shape;720;g25281c70e1a_0_509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21" name="Google Shape;721;g25281c70e1a_0_509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2" name="Google Shape;722;g25281c70e1a_0_509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25281c70e1a_0_509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25281c70e1a_0_509"/>
          <p:cNvSpPr txBox="1"/>
          <p:nvPr/>
        </p:nvSpPr>
        <p:spPr>
          <a:xfrm>
            <a:off x="1375576" y="4262303"/>
            <a:ext cx="1200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25281c70e1a_0_509"/>
          <p:cNvSpPr txBox="1"/>
          <p:nvPr/>
        </p:nvSpPr>
        <p:spPr>
          <a:xfrm>
            <a:off x="4222398" y="2159413"/>
            <a:ext cx="1184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25281c70e1a_0_509"/>
          <p:cNvSpPr/>
          <p:nvPr/>
        </p:nvSpPr>
        <p:spPr>
          <a:xfrm>
            <a:off x="2794987" y="3143588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25281c70e1a_0_509"/>
          <p:cNvSpPr txBox="1"/>
          <p:nvPr/>
        </p:nvSpPr>
        <p:spPr>
          <a:xfrm>
            <a:off x="2842591" y="3086877"/>
            <a:ext cx="706500" cy="610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25281c70e1a_0_509"/>
          <p:cNvSpPr txBox="1"/>
          <p:nvPr/>
        </p:nvSpPr>
        <p:spPr>
          <a:xfrm>
            <a:off x="7076661" y="3680965"/>
            <a:ext cx="4121100" cy="1374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25281c70e1a_0_509"/>
          <p:cNvSpPr txBox="1"/>
          <p:nvPr/>
        </p:nvSpPr>
        <p:spPr>
          <a:xfrm>
            <a:off x="7076661" y="2344079"/>
            <a:ext cx="4095900" cy="1200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567" l="-1338" r="0" t="-3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5281c70e1a_0_523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35" name="Google Shape;735;g25281c70e1a_0_523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6" name="Google Shape;736;g25281c70e1a_0_523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7" name="Google Shape;737;g25281c70e1a_0_523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25281c70e1a_0_523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25281c70e1a_0_523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25281c70e1a_0_523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25281c70e1a_0_523"/>
          <p:cNvSpPr/>
          <p:nvPr/>
        </p:nvSpPr>
        <p:spPr>
          <a:xfrm>
            <a:off x="2457363" y="337855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g25281c70e1a_0_523"/>
          <p:cNvSpPr txBox="1"/>
          <p:nvPr/>
        </p:nvSpPr>
        <p:spPr>
          <a:xfrm>
            <a:off x="2457363" y="3378554"/>
            <a:ext cx="675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25281c70e1a_0_523"/>
          <p:cNvSpPr txBox="1"/>
          <p:nvPr/>
        </p:nvSpPr>
        <p:spPr>
          <a:xfrm>
            <a:off x="7076661" y="4496978"/>
            <a:ext cx="1541700" cy="646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25281c70e1a_0_523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25281c70e1a_0_523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5281c70e1a_0_538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51" name="Google Shape;751;g25281c70e1a_0_538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2" name="Google Shape;752;g25281c70e1a_0_538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3" name="Google Shape;753;g25281c70e1a_0_538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25281c70e1a_0_538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25281c70e1a_0_538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25281c70e1a_0_538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25281c70e1a_0_538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25281c70e1a_0_538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25281c70e1a_0_538"/>
          <p:cNvSpPr txBox="1"/>
          <p:nvPr/>
        </p:nvSpPr>
        <p:spPr>
          <a:xfrm>
            <a:off x="7076661" y="4496978"/>
            <a:ext cx="4468800" cy="923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6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25281c70e1a_0_538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25281c70e1a_0_538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25281c70e1a_0_538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25281c70e1a_0_538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5281c70e1a_0_555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69" name="Google Shape;769;g25281c70e1a_0_555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0" name="Google Shape;770;g25281c70e1a_0_555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1" name="Google Shape;771;g25281c70e1a_0_555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25281c70e1a_0_555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25281c70e1a_0_555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25281c70e1a_0_555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25281c70e1a_0_555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25281c70e1a_0_555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25281c70e1a_0_555"/>
          <p:cNvSpPr txBox="1"/>
          <p:nvPr/>
        </p:nvSpPr>
        <p:spPr>
          <a:xfrm>
            <a:off x="7076661" y="4496978"/>
            <a:ext cx="48912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25281c70e1a_0_555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25281c70e1a_0_555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25281c70e1a_0_555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25281c70e1a_0_555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25281c70e1a_0_555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25281c70e1a_0_555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25281c70e1a_0_555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25281c70e1a_0_555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5281c70e1a_0_576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791" name="Google Shape;791;g25281c70e1a_0_576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92" name="Google Shape;792;g25281c70e1a_0_576"/>
          <p:cNvCxnSpPr/>
          <p:nvPr/>
        </p:nvCxnSpPr>
        <p:spPr>
          <a:xfrm flipH="1" rot="10800000">
            <a:off x="1431235" y="2229089"/>
            <a:ext cx="2822700" cy="19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3" name="Google Shape;793;g25281c70e1a_0_576"/>
          <p:cNvSpPr/>
          <p:nvPr/>
        </p:nvSpPr>
        <p:spPr>
          <a:xfrm>
            <a:off x="1375576" y="41426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g25281c70e1a_0_576"/>
          <p:cNvSpPr/>
          <p:nvPr/>
        </p:nvSpPr>
        <p:spPr>
          <a:xfrm>
            <a:off x="4198289" y="2173529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25281c70e1a_0_576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25281c70e1a_0_576"/>
          <p:cNvSpPr txBox="1"/>
          <p:nvPr/>
        </p:nvSpPr>
        <p:spPr>
          <a:xfrm>
            <a:off x="4222398" y="2159413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25281c70e1a_0_576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25281c70e1a_0_576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25281c70e1a_0_576"/>
          <p:cNvSpPr txBox="1"/>
          <p:nvPr/>
        </p:nvSpPr>
        <p:spPr>
          <a:xfrm>
            <a:off x="7076661" y="4496978"/>
            <a:ext cx="4309500" cy="923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268" r="0" t="-39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25281c70e1a_0_576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25281c70e1a_0_576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25281c70e1a_0_576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25281c70e1a_0_576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25281c70e1a_0_576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25281c70e1a_0_576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25281c70e1a_0_576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25281c70e1a_0_576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5281c70e1a_0_597"/>
          <p:cNvSpPr txBox="1"/>
          <p:nvPr>
            <p:ph type="title"/>
          </p:nvPr>
        </p:nvSpPr>
        <p:spPr>
          <a:xfrm>
            <a:off x="71097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Parametric equation of Line</a:t>
            </a:r>
            <a:endParaRPr/>
          </a:p>
        </p:txBody>
      </p:sp>
      <p:cxnSp>
        <p:nvCxnSpPr>
          <p:cNvPr id="813" name="Google Shape;813;g25281c70e1a_0_597"/>
          <p:cNvCxnSpPr/>
          <p:nvPr/>
        </p:nvCxnSpPr>
        <p:spPr>
          <a:xfrm flipH="1" rot="10800000">
            <a:off x="12816" y="952150"/>
            <a:ext cx="6038400" cy="423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814" name="Google Shape;814;g25281c70e1a_0_597"/>
          <p:cNvGrpSpPr/>
          <p:nvPr/>
        </p:nvGrpSpPr>
        <p:grpSpPr>
          <a:xfrm>
            <a:off x="1375576" y="2173529"/>
            <a:ext cx="2934013" cy="2080401"/>
            <a:chOff x="1375576" y="2173529"/>
            <a:chExt cx="2934013" cy="2080401"/>
          </a:xfrm>
        </p:grpSpPr>
        <p:cxnSp>
          <p:nvCxnSpPr>
            <p:cNvPr id="815" name="Google Shape;815;g25281c70e1a_0_597"/>
            <p:cNvCxnSpPr/>
            <p:nvPr/>
          </p:nvCxnSpPr>
          <p:spPr>
            <a:xfrm flipH="1" rot="10800000">
              <a:off x="1431235" y="2229089"/>
              <a:ext cx="2822700" cy="1969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6" name="Google Shape;816;g25281c70e1a_0_597"/>
            <p:cNvSpPr/>
            <p:nvPr/>
          </p:nvSpPr>
          <p:spPr>
            <a:xfrm>
              <a:off x="1375576" y="4142630"/>
              <a:ext cx="111300" cy="1113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g25281c70e1a_0_597"/>
            <p:cNvSpPr/>
            <p:nvPr/>
          </p:nvSpPr>
          <p:spPr>
            <a:xfrm>
              <a:off x="4198289" y="2173529"/>
              <a:ext cx="111300" cy="1113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8" name="Google Shape;818;g25281c70e1a_0_597"/>
          <p:cNvSpPr txBox="1"/>
          <p:nvPr/>
        </p:nvSpPr>
        <p:spPr>
          <a:xfrm>
            <a:off x="1375576" y="4262303"/>
            <a:ext cx="9597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25281c70e1a_0_597"/>
          <p:cNvSpPr txBox="1"/>
          <p:nvPr/>
        </p:nvSpPr>
        <p:spPr>
          <a:xfrm>
            <a:off x="4198289" y="2259209"/>
            <a:ext cx="9543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25281c70e1a_0_597"/>
          <p:cNvSpPr/>
          <p:nvPr/>
        </p:nvSpPr>
        <p:spPr>
          <a:xfrm>
            <a:off x="2786932" y="314543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25281c70e1a_0_597"/>
          <p:cNvSpPr txBox="1"/>
          <p:nvPr/>
        </p:nvSpPr>
        <p:spPr>
          <a:xfrm>
            <a:off x="2015444" y="2776098"/>
            <a:ext cx="8829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25281c70e1a_0_597"/>
          <p:cNvSpPr txBox="1"/>
          <p:nvPr/>
        </p:nvSpPr>
        <p:spPr>
          <a:xfrm>
            <a:off x="7076661" y="4496978"/>
            <a:ext cx="430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P(-0.3) and P(1.3) are outside the line segment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g25281c70e1a_0_597"/>
          <p:cNvSpPr txBox="1"/>
          <p:nvPr/>
        </p:nvSpPr>
        <p:spPr>
          <a:xfrm>
            <a:off x="7076661" y="2344079"/>
            <a:ext cx="3821700" cy="17544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087" l="-1428" r="0" t="-20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25281c70e1a_0_597"/>
          <p:cNvSpPr txBox="1"/>
          <p:nvPr/>
        </p:nvSpPr>
        <p:spPr>
          <a:xfrm>
            <a:off x="7132320" y="1748538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Suppose, endpoints of a line are (1, 1) and (5, 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g25281c70e1a_0_597"/>
          <p:cNvSpPr txBox="1"/>
          <p:nvPr/>
        </p:nvSpPr>
        <p:spPr>
          <a:xfrm>
            <a:off x="824917" y="3727780"/>
            <a:ext cx="706500" cy="369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25281c70e1a_0_597"/>
          <p:cNvSpPr txBox="1"/>
          <p:nvPr/>
        </p:nvSpPr>
        <p:spPr>
          <a:xfrm>
            <a:off x="3654468" y="1790081"/>
            <a:ext cx="706500" cy="369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25281c70e1a_0_597"/>
          <p:cNvSpPr/>
          <p:nvPr/>
        </p:nvSpPr>
        <p:spPr>
          <a:xfrm>
            <a:off x="2096494" y="3616200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25281c70e1a_0_597"/>
          <p:cNvSpPr txBox="1"/>
          <p:nvPr/>
        </p:nvSpPr>
        <p:spPr>
          <a:xfrm>
            <a:off x="1391351" y="3256116"/>
            <a:ext cx="1011000" cy="3693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25281c70e1a_0_597"/>
          <p:cNvSpPr txBox="1"/>
          <p:nvPr/>
        </p:nvSpPr>
        <p:spPr>
          <a:xfrm>
            <a:off x="2786932" y="3201089"/>
            <a:ext cx="734400" cy="369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25281c70e1a_0_597"/>
          <p:cNvSpPr txBox="1"/>
          <p:nvPr/>
        </p:nvSpPr>
        <p:spPr>
          <a:xfrm>
            <a:off x="2062725" y="3662062"/>
            <a:ext cx="734400" cy="369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25281c70e1a_0_597"/>
          <p:cNvSpPr txBox="1"/>
          <p:nvPr/>
        </p:nvSpPr>
        <p:spPr>
          <a:xfrm>
            <a:off x="4823524" y="1003824"/>
            <a:ext cx="882900" cy="369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25281c70e1a_0_597"/>
          <p:cNvSpPr/>
          <p:nvPr/>
        </p:nvSpPr>
        <p:spPr>
          <a:xfrm>
            <a:off x="5368456" y="134950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25281c70e1a_0_597"/>
          <p:cNvSpPr/>
          <p:nvPr/>
        </p:nvSpPr>
        <p:spPr>
          <a:xfrm>
            <a:off x="295524" y="4902984"/>
            <a:ext cx="111300" cy="1113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25281c70e1a_0_597"/>
          <p:cNvSpPr txBox="1"/>
          <p:nvPr/>
        </p:nvSpPr>
        <p:spPr>
          <a:xfrm>
            <a:off x="-91378" y="4379535"/>
            <a:ext cx="1056000" cy="369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" name="Google Shape;839;g25281c70e1a_0_623"/>
          <p:cNvCxnSpPr/>
          <p:nvPr/>
        </p:nvCxnSpPr>
        <p:spPr>
          <a:xfrm flipH="1" rot="10800000">
            <a:off x="966504" y="1731172"/>
            <a:ext cx="4658700" cy="324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0" name="Google Shape;840;g25281c70e1a_0_623"/>
          <p:cNvSpPr/>
          <p:nvPr/>
        </p:nvSpPr>
        <p:spPr>
          <a:xfrm>
            <a:off x="874644" y="4889212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g25281c70e1a_0_623"/>
          <p:cNvSpPr/>
          <p:nvPr/>
        </p:nvSpPr>
        <p:spPr>
          <a:xfrm>
            <a:off x="5533268" y="1639395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" name="Google Shape;842;g25281c70e1a_0_623"/>
          <p:cNvCxnSpPr/>
          <p:nvPr/>
        </p:nvCxnSpPr>
        <p:spPr>
          <a:xfrm>
            <a:off x="2401294" y="914400"/>
            <a:ext cx="24000" cy="466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3" name="Google Shape;843;g25281c70e1a_0_623"/>
          <p:cNvSpPr txBox="1"/>
          <p:nvPr/>
        </p:nvSpPr>
        <p:spPr>
          <a:xfrm>
            <a:off x="2488758" y="1315993"/>
            <a:ext cx="10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25281c70e1a_0_623"/>
          <p:cNvSpPr/>
          <p:nvPr/>
        </p:nvSpPr>
        <p:spPr>
          <a:xfrm>
            <a:off x="2320940" y="3898890"/>
            <a:ext cx="183600" cy="1836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g25281c70e1a_0_623"/>
          <p:cNvSpPr txBox="1"/>
          <p:nvPr/>
        </p:nvSpPr>
        <p:spPr>
          <a:xfrm>
            <a:off x="2552369" y="3806084"/>
            <a:ext cx="3717600" cy="6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45" l="-1467" r="-658" t="-47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g25281c70e1a_0_623"/>
          <p:cNvCxnSpPr/>
          <p:nvPr/>
        </p:nvCxnSpPr>
        <p:spPr>
          <a:xfrm flipH="1" rot="10800000">
            <a:off x="8391537" y="1587324"/>
            <a:ext cx="2939700" cy="205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7" name="Google Shape;847;g25281c70e1a_0_623"/>
          <p:cNvSpPr/>
          <p:nvPr/>
        </p:nvSpPr>
        <p:spPr>
          <a:xfrm>
            <a:off x="8333570" y="3580157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25281c70e1a_0_623"/>
          <p:cNvSpPr/>
          <p:nvPr/>
        </p:nvSpPr>
        <p:spPr>
          <a:xfrm>
            <a:off x="11273334" y="1529402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g25281c70e1a_0_623"/>
          <p:cNvCxnSpPr/>
          <p:nvPr/>
        </p:nvCxnSpPr>
        <p:spPr>
          <a:xfrm>
            <a:off x="8073574" y="804407"/>
            <a:ext cx="24000" cy="466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0" name="Google Shape;850;g25281c70e1a_0_623"/>
          <p:cNvSpPr txBox="1"/>
          <p:nvPr/>
        </p:nvSpPr>
        <p:spPr>
          <a:xfrm>
            <a:off x="8161038" y="1206000"/>
            <a:ext cx="108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g25281c70e1a_0_623"/>
          <p:cNvSpPr/>
          <p:nvPr/>
        </p:nvSpPr>
        <p:spPr>
          <a:xfrm>
            <a:off x="8019240" y="3836604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25281c70e1a_0_623"/>
          <p:cNvSpPr txBox="1"/>
          <p:nvPr/>
        </p:nvSpPr>
        <p:spPr>
          <a:xfrm>
            <a:off x="8224649" y="3696091"/>
            <a:ext cx="3863700" cy="646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145" l="-1258" r="-787" t="-47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g25281c70e1a_0_623"/>
          <p:cNvCxnSpPr/>
          <p:nvPr/>
        </p:nvCxnSpPr>
        <p:spPr>
          <a:xfrm flipH="1" rot="10800000">
            <a:off x="5451773" y="3650116"/>
            <a:ext cx="2939700" cy="20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4" name="Google Shape;854;g25281c70e1a_0_623"/>
          <p:cNvSpPr/>
          <p:nvPr/>
        </p:nvSpPr>
        <p:spPr>
          <a:xfrm>
            <a:off x="8013299" y="3830663"/>
            <a:ext cx="115800" cy="1158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9" name="Google Shape;859;g25281c70e1a_0_642"/>
          <p:cNvCxnSpPr/>
          <p:nvPr/>
        </p:nvCxnSpPr>
        <p:spPr>
          <a:xfrm rot="5400000">
            <a:off x="1782671" y="3115596"/>
            <a:ext cx="35640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g25281c70e1a_0_642"/>
          <p:cNvCxnSpPr/>
          <p:nvPr/>
        </p:nvCxnSpPr>
        <p:spPr>
          <a:xfrm rot="5400000">
            <a:off x="4144448" y="3154848"/>
            <a:ext cx="35658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g25281c70e1a_0_642"/>
          <p:cNvCxnSpPr/>
          <p:nvPr/>
        </p:nvCxnSpPr>
        <p:spPr>
          <a:xfrm rot="10800000">
            <a:off x="2442572" y="2480596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g25281c70e1a_0_642"/>
          <p:cNvCxnSpPr/>
          <p:nvPr/>
        </p:nvCxnSpPr>
        <p:spPr>
          <a:xfrm rot="10800000">
            <a:off x="2492519" y="4045011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3" name="Google Shape;863;g25281c70e1a_0_642"/>
          <p:cNvSpPr/>
          <p:nvPr/>
        </p:nvSpPr>
        <p:spPr>
          <a:xfrm>
            <a:off x="3561103" y="2464542"/>
            <a:ext cx="2368800" cy="1580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g25281c70e1a_0_642"/>
          <p:cNvCxnSpPr/>
          <p:nvPr/>
        </p:nvCxnSpPr>
        <p:spPr>
          <a:xfrm rot="10800000">
            <a:off x="2257076" y="247524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g25281c70e1a_0_642"/>
          <p:cNvCxnSpPr/>
          <p:nvPr/>
        </p:nvCxnSpPr>
        <p:spPr>
          <a:xfrm rot="10800000">
            <a:off x="2257076" y="404679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g25281c70e1a_0_642"/>
          <p:cNvCxnSpPr/>
          <p:nvPr/>
        </p:nvCxnSpPr>
        <p:spPr>
          <a:xfrm>
            <a:off x="3568238" y="4872706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g25281c70e1a_0_642"/>
          <p:cNvCxnSpPr/>
          <p:nvPr/>
        </p:nvCxnSpPr>
        <p:spPr>
          <a:xfrm>
            <a:off x="5928240" y="4854868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g25281c70e1a_0_642"/>
          <p:cNvSpPr txBox="1"/>
          <p:nvPr/>
        </p:nvSpPr>
        <p:spPr>
          <a:xfrm>
            <a:off x="1579273" y="2237996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25281c70e1a_0_642"/>
          <p:cNvSpPr txBox="1"/>
          <p:nvPr/>
        </p:nvSpPr>
        <p:spPr>
          <a:xfrm>
            <a:off x="1579273" y="3809546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25281c70e1a_0_642"/>
          <p:cNvSpPr txBox="1"/>
          <p:nvPr/>
        </p:nvSpPr>
        <p:spPr>
          <a:xfrm>
            <a:off x="3172229" y="4981520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25281c70e1a_0_642"/>
          <p:cNvSpPr txBox="1"/>
          <p:nvPr/>
        </p:nvSpPr>
        <p:spPr>
          <a:xfrm>
            <a:off x="5534014" y="4983304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25281c70e1a_0_642"/>
          <p:cNvSpPr txBox="1"/>
          <p:nvPr/>
        </p:nvSpPr>
        <p:spPr>
          <a:xfrm>
            <a:off x="4117657" y="1998963"/>
            <a:ext cx="1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g25281c70e1a_0_642"/>
          <p:cNvCxnSpPr/>
          <p:nvPr/>
        </p:nvCxnSpPr>
        <p:spPr>
          <a:xfrm flipH="1" rot="10800000">
            <a:off x="2109750" y="898380"/>
            <a:ext cx="4720200" cy="39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74" name="Google Shape;874;g25281c70e1a_0_642"/>
          <p:cNvSpPr txBox="1"/>
          <p:nvPr/>
        </p:nvSpPr>
        <p:spPr>
          <a:xfrm>
            <a:off x="6855898" y="760509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25281c70e1a_0_642"/>
          <p:cNvSpPr txBox="1"/>
          <p:nvPr/>
        </p:nvSpPr>
        <p:spPr>
          <a:xfrm>
            <a:off x="1737532" y="4718817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g25281c70e1a_0_642"/>
          <p:cNvSpPr/>
          <p:nvPr/>
        </p:nvSpPr>
        <p:spPr>
          <a:xfrm flipH="1" rot="10800000">
            <a:off x="3075545" y="4020001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25281c70e1a_0_642"/>
          <p:cNvSpPr/>
          <p:nvPr/>
        </p:nvSpPr>
        <p:spPr>
          <a:xfrm flipH="1" rot="10800000">
            <a:off x="3530093" y="36237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25281c70e1a_0_642"/>
          <p:cNvSpPr/>
          <p:nvPr/>
        </p:nvSpPr>
        <p:spPr>
          <a:xfrm flipH="1" rot="10800000">
            <a:off x="4928405" y="2438905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25281c70e1a_0_642"/>
          <p:cNvSpPr/>
          <p:nvPr/>
        </p:nvSpPr>
        <p:spPr>
          <a:xfrm flipH="1" rot="10800000">
            <a:off x="5894735" y="1628054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25281c70e1a_0_642"/>
          <p:cNvSpPr txBox="1"/>
          <p:nvPr/>
        </p:nvSpPr>
        <p:spPr>
          <a:xfrm>
            <a:off x="2943089" y="4061066"/>
            <a:ext cx="1304400" cy="30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25281c70e1a_0_642"/>
          <p:cNvSpPr txBox="1"/>
          <p:nvPr/>
        </p:nvSpPr>
        <p:spPr>
          <a:xfrm>
            <a:off x="3530093" y="3541426"/>
            <a:ext cx="1081500" cy="32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25281c70e1a_0_642"/>
          <p:cNvSpPr txBox="1"/>
          <p:nvPr/>
        </p:nvSpPr>
        <p:spPr>
          <a:xfrm>
            <a:off x="4787802" y="2471392"/>
            <a:ext cx="1044900" cy="32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25281c70e1a_0_642"/>
          <p:cNvSpPr txBox="1"/>
          <p:nvPr/>
        </p:nvSpPr>
        <p:spPr>
          <a:xfrm>
            <a:off x="5873241" y="1570365"/>
            <a:ext cx="1177800" cy="328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25281c70e1a_0_642"/>
          <p:cNvSpPr txBox="1"/>
          <p:nvPr/>
        </p:nvSpPr>
        <p:spPr>
          <a:xfrm>
            <a:off x="8436334" y="2711395"/>
            <a:ext cx="330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endpoints outside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intersections have t between 0 and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9" name="Google Shape;889;g25281c70e1a_0_671"/>
          <p:cNvCxnSpPr/>
          <p:nvPr/>
        </p:nvCxnSpPr>
        <p:spPr>
          <a:xfrm rot="5400000">
            <a:off x="1782671" y="3115596"/>
            <a:ext cx="35640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g25281c70e1a_0_671"/>
          <p:cNvCxnSpPr/>
          <p:nvPr/>
        </p:nvCxnSpPr>
        <p:spPr>
          <a:xfrm rot="5400000">
            <a:off x="4144448" y="3154848"/>
            <a:ext cx="35658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g25281c70e1a_0_671"/>
          <p:cNvCxnSpPr/>
          <p:nvPr/>
        </p:nvCxnSpPr>
        <p:spPr>
          <a:xfrm rot="10800000">
            <a:off x="2442572" y="2480596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g25281c70e1a_0_671"/>
          <p:cNvCxnSpPr/>
          <p:nvPr/>
        </p:nvCxnSpPr>
        <p:spPr>
          <a:xfrm rot="10800000">
            <a:off x="2492519" y="4045011"/>
            <a:ext cx="487170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g25281c70e1a_0_671"/>
          <p:cNvSpPr/>
          <p:nvPr/>
        </p:nvSpPr>
        <p:spPr>
          <a:xfrm>
            <a:off x="3561103" y="2464542"/>
            <a:ext cx="2368800" cy="1580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4" name="Google Shape;894;g25281c70e1a_0_671"/>
          <p:cNvCxnSpPr/>
          <p:nvPr/>
        </p:nvCxnSpPr>
        <p:spPr>
          <a:xfrm rot="10800000">
            <a:off x="2257076" y="247524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g25281c70e1a_0_671"/>
          <p:cNvCxnSpPr/>
          <p:nvPr/>
        </p:nvCxnSpPr>
        <p:spPr>
          <a:xfrm rot="10800000">
            <a:off x="2257076" y="4046795"/>
            <a:ext cx="23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g25281c70e1a_0_671"/>
          <p:cNvCxnSpPr/>
          <p:nvPr/>
        </p:nvCxnSpPr>
        <p:spPr>
          <a:xfrm>
            <a:off x="3568238" y="4872706"/>
            <a:ext cx="0" cy="23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g25281c70e1a_0_671"/>
          <p:cNvCxnSpPr/>
          <p:nvPr/>
        </p:nvCxnSpPr>
        <p:spPr>
          <a:xfrm>
            <a:off x="5928240" y="4854868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8" name="Google Shape;898;g25281c70e1a_0_671"/>
          <p:cNvSpPr txBox="1"/>
          <p:nvPr/>
        </p:nvSpPr>
        <p:spPr>
          <a:xfrm>
            <a:off x="1579273" y="2237996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25281c70e1a_0_671"/>
          <p:cNvSpPr txBox="1"/>
          <p:nvPr/>
        </p:nvSpPr>
        <p:spPr>
          <a:xfrm>
            <a:off x="1579273" y="3809546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25281c70e1a_0_671"/>
          <p:cNvSpPr txBox="1"/>
          <p:nvPr/>
        </p:nvSpPr>
        <p:spPr>
          <a:xfrm>
            <a:off x="3172229" y="4981520"/>
            <a:ext cx="6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25281c70e1a_0_671"/>
          <p:cNvSpPr txBox="1"/>
          <p:nvPr/>
        </p:nvSpPr>
        <p:spPr>
          <a:xfrm>
            <a:off x="5534014" y="4983304"/>
            <a:ext cx="6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25281c70e1a_0_671"/>
          <p:cNvSpPr txBox="1"/>
          <p:nvPr/>
        </p:nvSpPr>
        <p:spPr>
          <a:xfrm>
            <a:off x="4117657" y="1998963"/>
            <a:ext cx="112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3" name="Google Shape;903;g25281c70e1a_0_671"/>
          <p:cNvCxnSpPr/>
          <p:nvPr/>
        </p:nvCxnSpPr>
        <p:spPr>
          <a:xfrm flipH="1" rot="10800000">
            <a:off x="2109750" y="898380"/>
            <a:ext cx="4720200" cy="39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04" name="Google Shape;904;g25281c70e1a_0_671"/>
          <p:cNvSpPr txBox="1"/>
          <p:nvPr/>
        </p:nvSpPr>
        <p:spPr>
          <a:xfrm>
            <a:off x="4654544" y="2660634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25281c70e1a_0_671"/>
          <p:cNvSpPr txBox="1"/>
          <p:nvPr/>
        </p:nvSpPr>
        <p:spPr>
          <a:xfrm>
            <a:off x="3985003" y="3231866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25281c70e1a_0_671"/>
          <p:cNvSpPr/>
          <p:nvPr/>
        </p:nvSpPr>
        <p:spPr>
          <a:xfrm flipH="1" rot="10800000">
            <a:off x="3075545" y="4020001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25281c70e1a_0_671"/>
          <p:cNvSpPr/>
          <p:nvPr/>
        </p:nvSpPr>
        <p:spPr>
          <a:xfrm flipH="1" rot="10800000">
            <a:off x="3530093" y="36237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25281c70e1a_0_671"/>
          <p:cNvSpPr/>
          <p:nvPr/>
        </p:nvSpPr>
        <p:spPr>
          <a:xfrm flipH="1" rot="10800000">
            <a:off x="4928405" y="2438905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25281c70e1a_0_671"/>
          <p:cNvSpPr/>
          <p:nvPr/>
        </p:nvSpPr>
        <p:spPr>
          <a:xfrm flipH="1" rot="10800000">
            <a:off x="5894735" y="1628054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25281c70e1a_0_671"/>
          <p:cNvSpPr txBox="1"/>
          <p:nvPr/>
        </p:nvSpPr>
        <p:spPr>
          <a:xfrm>
            <a:off x="2943089" y="4061066"/>
            <a:ext cx="1429500" cy="30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25281c70e1a_0_671"/>
          <p:cNvSpPr txBox="1"/>
          <p:nvPr/>
        </p:nvSpPr>
        <p:spPr>
          <a:xfrm>
            <a:off x="3530093" y="3541426"/>
            <a:ext cx="1216200" cy="328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25281c70e1a_0_671"/>
          <p:cNvSpPr txBox="1"/>
          <p:nvPr/>
        </p:nvSpPr>
        <p:spPr>
          <a:xfrm>
            <a:off x="4787802" y="2471392"/>
            <a:ext cx="1044900" cy="327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4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25281c70e1a_0_671"/>
          <p:cNvSpPr txBox="1"/>
          <p:nvPr/>
        </p:nvSpPr>
        <p:spPr>
          <a:xfrm>
            <a:off x="5873241" y="1570365"/>
            <a:ext cx="1177800" cy="328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6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4" name="Google Shape;914;g25281c70e1a_0_671"/>
          <p:cNvCxnSpPr/>
          <p:nvPr/>
        </p:nvCxnSpPr>
        <p:spPr>
          <a:xfrm flipH="1" rot="10800000">
            <a:off x="3975652" y="2711345"/>
            <a:ext cx="723600" cy="612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915" name="Google Shape;915;g25281c70e1a_0_671"/>
          <p:cNvSpPr txBox="1"/>
          <p:nvPr/>
        </p:nvSpPr>
        <p:spPr>
          <a:xfrm>
            <a:off x="8436334" y="2711395"/>
            <a:ext cx="330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endpoints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intersections have t outside 0 to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5281c70e1a_0_70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Vector</a:t>
            </a:r>
            <a:endParaRPr/>
          </a:p>
        </p:txBody>
      </p:sp>
      <p:cxnSp>
        <p:nvCxnSpPr>
          <p:cNvPr id="921" name="Google Shape;921;g25281c70e1a_0_701"/>
          <p:cNvCxnSpPr/>
          <p:nvPr/>
        </p:nvCxnSpPr>
        <p:spPr>
          <a:xfrm flipH="1" rot="10800000">
            <a:off x="1057523" y="2282095"/>
            <a:ext cx="2480700" cy="22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stealth"/>
          </a:ln>
        </p:spPr>
      </p:cxnSp>
      <p:sp>
        <p:nvSpPr>
          <p:cNvPr id="922" name="Google Shape;922;g25281c70e1a_0_701"/>
          <p:cNvSpPr txBox="1"/>
          <p:nvPr/>
        </p:nvSpPr>
        <p:spPr>
          <a:xfrm>
            <a:off x="977853" y="4540195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25281c70e1a_0_701"/>
          <p:cNvSpPr txBox="1"/>
          <p:nvPr/>
        </p:nvSpPr>
        <p:spPr>
          <a:xfrm>
            <a:off x="3554050" y="2203919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25281c70e1a_0_701"/>
          <p:cNvSpPr/>
          <p:nvPr/>
        </p:nvSpPr>
        <p:spPr>
          <a:xfrm flipH="1" rot="10800000">
            <a:off x="3518603" y="2247759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g25281c70e1a_0_701"/>
          <p:cNvSpPr txBox="1"/>
          <p:nvPr/>
        </p:nvSpPr>
        <p:spPr>
          <a:xfrm>
            <a:off x="6815579" y="1989056"/>
            <a:ext cx="3535200" cy="92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98" l="-1378" r="0" t="-3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25281c70e1a_0_701"/>
          <p:cNvSpPr txBox="1"/>
          <p:nvPr/>
        </p:nvSpPr>
        <p:spPr>
          <a:xfrm>
            <a:off x="2037905" y="3103332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5281c70e1a_0_7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Vector</a:t>
            </a:r>
            <a:endParaRPr/>
          </a:p>
        </p:txBody>
      </p:sp>
      <p:cxnSp>
        <p:nvCxnSpPr>
          <p:cNvPr id="932" name="Google Shape;932;g25281c70e1a_0_711"/>
          <p:cNvCxnSpPr/>
          <p:nvPr/>
        </p:nvCxnSpPr>
        <p:spPr>
          <a:xfrm flipH="1" rot="10800000">
            <a:off x="1057523" y="2282095"/>
            <a:ext cx="2480700" cy="22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stealth"/>
          </a:ln>
        </p:spPr>
      </p:cxnSp>
      <p:sp>
        <p:nvSpPr>
          <p:cNvPr id="933" name="Google Shape;933;g25281c70e1a_0_711"/>
          <p:cNvSpPr txBox="1"/>
          <p:nvPr/>
        </p:nvSpPr>
        <p:spPr>
          <a:xfrm>
            <a:off x="977852" y="4540195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(2,3)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25281c70e1a_0_711"/>
          <p:cNvSpPr txBox="1"/>
          <p:nvPr/>
        </p:nvSpPr>
        <p:spPr>
          <a:xfrm>
            <a:off x="3554050" y="2203919"/>
            <a:ext cx="78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(5,5)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25281c70e1a_0_711"/>
          <p:cNvSpPr/>
          <p:nvPr/>
        </p:nvSpPr>
        <p:spPr>
          <a:xfrm flipH="1" rot="10800000">
            <a:off x="3518603" y="2247759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25281c70e1a_0_711"/>
          <p:cNvSpPr txBox="1"/>
          <p:nvPr/>
        </p:nvSpPr>
        <p:spPr>
          <a:xfrm>
            <a:off x="6815579" y="1989056"/>
            <a:ext cx="3535200" cy="147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6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25281c70e1a_0_711"/>
          <p:cNvSpPr txBox="1"/>
          <p:nvPr/>
        </p:nvSpPr>
        <p:spPr>
          <a:xfrm>
            <a:off x="2037905" y="3103332"/>
            <a:ext cx="31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5281c70e1a_0_7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vectors to boundary</a:t>
            </a:r>
            <a:endParaRPr/>
          </a:p>
        </p:txBody>
      </p:sp>
      <p:grpSp>
        <p:nvGrpSpPr>
          <p:cNvPr id="943" name="Google Shape;943;g25281c70e1a_0_721"/>
          <p:cNvGrpSpPr/>
          <p:nvPr/>
        </p:nvGrpSpPr>
        <p:grpSpPr>
          <a:xfrm>
            <a:off x="1188708" y="1578655"/>
            <a:ext cx="6823864" cy="4997157"/>
            <a:chOff x="2442572" y="1333596"/>
            <a:chExt cx="4921647" cy="3604152"/>
          </a:xfrm>
        </p:grpSpPr>
        <p:cxnSp>
          <p:nvCxnSpPr>
            <p:cNvPr id="944" name="Google Shape;944;g25281c70e1a_0_721"/>
            <p:cNvCxnSpPr/>
            <p:nvPr/>
          </p:nvCxnSpPr>
          <p:spPr>
            <a:xfrm rot="5400000">
              <a:off x="1782671" y="3115596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5" name="Google Shape;945;g25281c70e1a_0_721"/>
            <p:cNvCxnSpPr/>
            <p:nvPr/>
          </p:nvCxnSpPr>
          <p:spPr>
            <a:xfrm rot="5400000">
              <a:off x="4144448" y="3154848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6" name="Google Shape;946;g25281c70e1a_0_721"/>
            <p:cNvCxnSpPr/>
            <p:nvPr/>
          </p:nvCxnSpPr>
          <p:spPr>
            <a:xfrm rot="10800000">
              <a:off x="2442572" y="2480596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7" name="Google Shape;947;g25281c70e1a_0_721"/>
            <p:cNvCxnSpPr/>
            <p:nvPr/>
          </p:nvCxnSpPr>
          <p:spPr>
            <a:xfrm rot="10800000">
              <a:off x="2492519" y="4045011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8" name="Google Shape;948;g25281c70e1a_0_721"/>
          <p:cNvCxnSpPr/>
          <p:nvPr/>
        </p:nvCxnSpPr>
        <p:spPr>
          <a:xfrm rot="10800000">
            <a:off x="2073800" y="3978112"/>
            <a:ext cx="6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9" name="Google Shape;949;g25281c70e1a_0_721"/>
          <p:cNvSpPr txBox="1"/>
          <p:nvPr/>
        </p:nvSpPr>
        <p:spPr>
          <a:xfrm>
            <a:off x="838200" y="4070756"/>
            <a:ext cx="1736100" cy="39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0" name="Google Shape;950;g25281c70e1a_0_721"/>
          <p:cNvCxnSpPr/>
          <p:nvPr/>
        </p:nvCxnSpPr>
        <p:spPr>
          <a:xfrm>
            <a:off x="6020519" y="3978113"/>
            <a:ext cx="69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1" name="Google Shape;951;g25281c70e1a_0_721"/>
          <p:cNvSpPr txBox="1"/>
          <p:nvPr/>
        </p:nvSpPr>
        <p:spPr>
          <a:xfrm>
            <a:off x="6276729" y="4044851"/>
            <a:ext cx="1675200" cy="391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9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2" name="Google Shape;952;g25281c70e1a_0_721"/>
          <p:cNvCxnSpPr/>
          <p:nvPr/>
        </p:nvCxnSpPr>
        <p:spPr>
          <a:xfrm rot="10800000">
            <a:off x="4496586" y="2471274"/>
            <a:ext cx="0" cy="70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3" name="Google Shape;953;g25281c70e1a_0_721"/>
          <p:cNvSpPr txBox="1"/>
          <p:nvPr/>
        </p:nvSpPr>
        <p:spPr>
          <a:xfrm>
            <a:off x="4009403" y="2038282"/>
            <a:ext cx="1514100" cy="390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g25281c70e1a_0_721"/>
          <p:cNvCxnSpPr/>
          <p:nvPr/>
        </p:nvCxnSpPr>
        <p:spPr>
          <a:xfrm>
            <a:off x="4496586" y="5338148"/>
            <a:ext cx="0" cy="7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5" name="Google Shape;955;g25281c70e1a_0_721"/>
          <p:cNvSpPr txBox="1"/>
          <p:nvPr/>
        </p:nvSpPr>
        <p:spPr>
          <a:xfrm>
            <a:off x="3878455" y="6044168"/>
            <a:ext cx="20133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25281c70e1a_0_721"/>
          <p:cNvSpPr txBox="1"/>
          <p:nvPr/>
        </p:nvSpPr>
        <p:spPr>
          <a:xfrm>
            <a:off x="8766928" y="3178674"/>
            <a:ext cx="3271200" cy="1477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5347" l="-1488" r="-1857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5281c70e1a_0_7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vectors to boundary</a:t>
            </a:r>
            <a:endParaRPr/>
          </a:p>
        </p:txBody>
      </p:sp>
      <p:grpSp>
        <p:nvGrpSpPr>
          <p:cNvPr id="962" name="Google Shape;962;g25281c70e1a_0_739"/>
          <p:cNvGrpSpPr/>
          <p:nvPr/>
        </p:nvGrpSpPr>
        <p:grpSpPr>
          <a:xfrm>
            <a:off x="1188708" y="1578655"/>
            <a:ext cx="6823864" cy="4997157"/>
            <a:chOff x="2442572" y="1333596"/>
            <a:chExt cx="4921647" cy="3604152"/>
          </a:xfrm>
        </p:grpSpPr>
        <p:cxnSp>
          <p:nvCxnSpPr>
            <p:cNvPr id="963" name="Google Shape;963;g25281c70e1a_0_739"/>
            <p:cNvCxnSpPr/>
            <p:nvPr/>
          </p:nvCxnSpPr>
          <p:spPr>
            <a:xfrm rot="5400000">
              <a:off x="1782671" y="3115596"/>
              <a:ext cx="35640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4" name="Google Shape;964;g25281c70e1a_0_739"/>
            <p:cNvCxnSpPr/>
            <p:nvPr/>
          </p:nvCxnSpPr>
          <p:spPr>
            <a:xfrm rot="5400000">
              <a:off x="4144448" y="3154848"/>
              <a:ext cx="35658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g25281c70e1a_0_739"/>
            <p:cNvCxnSpPr/>
            <p:nvPr/>
          </p:nvCxnSpPr>
          <p:spPr>
            <a:xfrm rot="10800000">
              <a:off x="2442572" y="2480596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6" name="Google Shape;966;g25281c70e1a_0_739"/>
            <p:cNvCxnSpPr/>
            <p:nvPr/>
          </p:nvCxnSpPr>
          <p:spPr>
            <a:xfrm rot="10800000">
              <a:off x="2492519" y="4045011"/>
              <a:ext cx="4871700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67" name="Google Shape;967;g25281c70e1a_0_739"/>
          <p:cNvCxnSpPr/>
          <p:nvPr/>
        </p:nvCxnSpPr>
        <p:spPr>
          <a:xfrm rot="10800000">
            <a:off x="2073800" y="3978112"/>
            <a:ext cx="6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8" name="Google Shape;968;g25281c70e1a_0_739"/>
          <p:cNvSpPr txBox="1"/>
          <p:nvPr/>
        </p:nvSpPr>
        <p:spPr>
          <a:xfrm>
            <a:off x="687239" y="3517471"/>
            <a:ext cx="1736100" cy="391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93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g25281c70e1a_0_739"/>
          <p:cNvCxnSpPr/>
          <p:nvPr/>
        </p:nvCxnSpPr>
        <p:spPr>
          <a:xfrm>
            <a:off x="6027851" y="2431694"/>
            <a:ext cx="69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0" name="Google Shape;970;g25281c70e1a_0_739"/>
          <p:cNvSpPr txBox="1"/>
          <p:nvPr/>
        </p:nvSpPr>
        <p:spPr>
          <a:xfrm>
            <a:off x="6523550" y="2453403"/>
            <a:ext cx="1675200" cy="391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92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g25281c70e1a_0_739"/>
          <p:cNvCxnSpPr/>
          <p:nvPr/>
        </p:nvCxnSpPr>
        <p:spPr>
          <a:xfrm rot="10800000">
            <a:off x="4496586" y="2471274"/>
            <a:ext cx="0" cy="70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2" name="Google Shape;972;g25281c70e1a_0_739"/>
          <p:cNvSpPr txBox="1"/>
          <p:nvPr/>
        </p:nvSpPr>
        <p:spPr>
          <a:xfrm>
            <a:off x="4009403" y="2038282"/>
            <a:ext cx="1514100" cy="390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g25281c70e1a_0_739"/>
          <p:cNvCxnSpPr/>
          <p:nvPr/>
        </p:nvCxnSpPr>
        <p:spPr>
          <a:xfrm>
            <a:off x="4496586" y="5338148"/>
            <a:ext cx="0" cy="7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4" name="Google Shape;974;g25281c70e1a_0_739"/>
          <p:cNvSpPr txBox="1"/>
          <p:nvPr/>
        </p:nvSpPr>
        <p:spPr>
          <a:xfrm>
            <a:off x="3878455" y="6044168"/>
            <a:ext cx="2013300" cy="369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5" name="Google Shape;975;g25281c70e1a_0_739"/>
          <p:cNvCxnSpPr/>
          <p:nvPr/>
        </p:nvCxnSpPr>
        <p:spPr>
          <a:xfrm flipH="1" rot="10800000">
            <a:off x="499621" y="1781643"/>
            <a:ext cx="6947700" cy="326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oval"/>
            <a:tailEnd len="med" w="med" type="triangle"/>
          </a:ln>
        </p:spPr>
      </p:cxnSp>
      <p:sp>
        <p:nvSpPr>
          <p:cNvPr id="976" name="Google Shape;976;g25281c70e1a_0_739"/>
          <p:cNvSpPr/>
          <p:nvPr/>
        </p:nvSpPr>
        <p:spPr>
          <a:xfrm flipH="1" rot="10800000">
            <a:off x="7421299" y="1757563"/>
            <a:ext cx="65100" cy="651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25281c70e1a_0_739"/>
          <p:cNvSpPr txBox="1"/>
          <p:nvPr/>
        </p:nvSpPr>
        <p:spPr>
          <a:xfrm>
            <a:off x="462587" y="5062969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25281c70e1a_0_739"/>
          <p:cNvSpPr txBox="1"/>
          <p:nvPr/>
        </p:nvSpPr>
        <p:spPr>
          <a:xfrm>
            <a:off x="7421841" y="1790050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25281c70e1a_0_739"/>
          <p:cNvSpPr txBox="1"/>
          <p:nvPr/>
        </p:nvSpPr>
        <p:spPr>
          <a:xfrm>
            <a:off x="6393859" y="1545183"/>
            <a:ext cx="10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-P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25281c70e1a_0_739"/>
          <p:cNvSpPr txBox="1"/>
          <p:nvPr/>
        </p:nvSpPr>
        <p:spPr>
          <a:xfrm>
            <a:off x="8669134" y="1839744"/>
            <a:ext cx="316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angle between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 is more than 90 degree-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&lt;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intersection point is 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(Potentially entering)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g25281c70e1a_0_739"/>
          <p:cNvSpPr txBox="1"/>
          <p:nvPr/>
        </p:nvSpPr>
        <p:spPr>
          <a:xfrm>
            <a:off x="8630913" y="4103958"/>
            <a:ext cx="316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angle between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 is less than 90 degree-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Or, 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&gt;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intersection point is 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(Potentially leaving)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g25281c70e1a_0_739"/>
          <p:cNvSpPr txBox="1"/>
          <p:nvPr/>
        </p:nvSpPr>
        <p:spPr>
          <a:xfrm>
            <a:off x="2793061" y="4044851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g25281c70e1a_0_739"/>
          <p:cNvSpPr txBox="1"/>
          <p:nvPr/>
        </p:nvSpPr>
        <p:spPr>
          <a:xfrm>
            <a:off x="4460521" y="3169041"/>
            <a:ext cx="40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g25281c70e1a_0_739"/>
          <p:cNvSpPr/>
          <p:nvPr/>
        </p:nvSpPr>
        <p:spPr>
          <a:xfrm rot="-5024964">
            <a:off x="2490673" y="3742409"/>
            <a:ext cx="614453" cy="534776"/>
          </a:xfrm>
          <a:prstGeom prst="arc">
            <a:avLst>
              <a:gd fmla="val 16200000" name="adj1"/>
              <a:gd fmla="val 285367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25281c70e1a_0_739"/>
          <p:cNvSpPr/>
          <p:nvPr/>
        </p:nvSpPr>
        <p:spPr>
          <a:xfrm rot="-5024964">
            <a:off x="4307320" y="2867688"/>
            <a:ext cx="614453" cy="534776"/>
          </a:xfrm>
          <a:prstGeom prst="arc">
            <a:avLst>
              <a:gd fmla="val 19920056" name="adj1"/>
              <a:gd fmla="val 33252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25281c70e1a_0_739"/>
          <p:cNvSpPr/>
          <p:nvPr/>
        </p:nvSpPr>
        <p:spPr>
          <a:xfrm rot="-5024964">
            <a:off x="5944982" y="2113493"/>
            <a:ext cx="614453" cy="534776"/>
          </a:xfrm>
          <a:prstGeom prst="arc">
            <a:avLst>
              <a:gd fmla="val 3133225" name="adj1"/>
              <a:gd fmla="val 577656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g25281c70e1a_0_7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262" y="0"/>
            <a:ext cx="7696201" cy="617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g25281c70e1a_0_7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107" y="5507610"/>
            <a:ext cx="1904998" cy="7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g25281c70e1a_0_7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7707" y="5507610"/>
            <a:ext cx="188118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g25281c70e1a_0_768"/>
          <p:cNvSpPr txBox="1"/>
          <p:nvPr/>
        </p:nvSpPr>
        <p:spPr>
          <a:xfrm>
            <a:off x="2476107" y="5050410"/>
            <a:ext cx="33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 = Potentially Entering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5281c70e1a_0_768"/>
          <p:cNvSpPr txBox="1"/>
          <p:nvPr/>
        </p:nvSpPr>
        <p:spPr>
          <a:xfrm>
            <a:off x="6790932" y="5050410"/>
            <a:ext cx="325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 = Potentially Leaving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5281c70e1a_0_7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Cyrus-Beck algo</a:t>
            </a:r>
            <a:endParaRPr/>
          </a:p>
        </p:txBody>
      </p:sp>
      <p:sp>
        <p:nvSpPr>
          <p:cNvPr id="1001" name="Google Shape;1001;g25281c70e1a_0_7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t values of intersection points with each 4 boundaries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Classify intersection points whether PE/PL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Select the PE with highest t and the PL with the lowest 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parametric line eqn. find the clipped points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g25281c70e1a_0_7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24" y="2109788"/>
            <a:ext cx="4386263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g25281c70e1a_0_7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2497" y="1447800"/>
            <a:ext cx="4191000" cy="44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g25281c70e1a_0_7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753" y="2109788"/>
            <a:ext cx="4191001" cy="44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g25281c70e1a_0_781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g25281c70e1a_0_7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568" y="1796650"/>
            <a:ext cx="4386263" cy="33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g25281c70e1a_0_788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  <p:sp>
        <p:nvSpPr>
          <p:cNvPr id="1016" name="Google Shape;1016;g25281c70e1a_0_788"/>
          <p:cNvSpPr txBox="1"/>
          <p:nvPr/>
        </p:nvSpPr>
        <p:spPr>
          <a:xfrm>
            <a:off x="5330712" y="2304852"/>
            <a:ext cx="3813300" cy="2923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25281c70e1a_0_788"/>
          <p:cNvSpPr txBox="1"/>
          <p:nvPr/>
        </p:nvSpPr>
        <p:spPr>
          <a:xfrm>
            <a:off x="5208163" y="1687398"/>
            <a:ext cx="19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left boundary,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g25281c70e1a_0_788"/>
          <p:cNvSpPr txBox="1"/>
          <p:nvPr/>
        </p:nvSpPr>
        <p:spPr>
          <a:xfrm>
            <a:off x="9511645" y="1796650"/>
            <a:ext cx="2653500" cy="2099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828" r="0" t="-17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5281c70e1a_0_796"/>
          <p:cNvSpPr txBox="1"/>
          <p:nvPr>
            <p:ph type="title"/>
          </p:nvPr>
        </p:nvSpPr>
        <p:spPr>
          <a:xfrm>
            <a:off x="638175" y="0"/>
            <a:ext cx="85059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Cyrus-Beck Algorithm</a:t>
            </a:r>
            <a:endParaRPr/>
          </a:p>
        </p:txBody>
      </p:sp>
      <p:sp>
        <p:nvSpPr>
          <p:cNvPr id="1024" name="Google Shape;1024;g25281c70e1a_0_796"/>
          <p:cNvSpPr txBox="1"/>
          <p:nvPr/>
        </p:nvSpPr>
        <p:spPr>
          <a:xfrm>
            <a:off x="974174" y="115252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5281c70e1a_0_80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030" name="Google Shape;1030;g25281c70e1a_0_801"/>
          <p:cNvSpPr txBox="1"/>
          <p:nvPr>
            <p:ph idx="1" type="body"/>
          </p:nvPr>
        </p:nvSpPr>
        <p:spPr>
          <a:xfrm>
            <a:off x="1059594" y="792812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Calculate the value of t of the lines given below for all edges and specify whether they are entering or leaving t. [Given (0,0) to (300,200) be the clip region.]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(iii) (-250, 200) to (150, 100)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Also, find the line segment within the clipping window</a:t>
            </a: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5281c70e1a_0_830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25281c70e1a_0_830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25281c70e1a_0_830"/>
          <p:cNvSpPr txBox="1"/>
          <p:nvPr/>
        </p:nvSpPr>
        <p:spPr>
          <a:xfrm>
            <a:off x="326006" y="500932"/>
            <a:ext cx="58356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7" l="-828" r="0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25281c70e1a_0_830"/>
          <p:cNvSpPr txBox="1"/>
          <p:nvPr/>
        </p:nvSpPr>
        <p:spPr>
          <a:xfrm>
            <a:off x="1264257" y="2329732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6" l="-2098" r="0" t="-81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25281c70e1a_0_830"/>
          <p:cNvSpPr txBox="1"/>
          <p:nvPr/>
        </p:nvSpPr>
        <p:spPr>
          <a:xfrm>
            <a:off x="801826" y="6299471"/>
            <a:ext cx="468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line segment is outside clip window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0" name="Google Shape;1040;g25281c70e1a_0_8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851425"/>
            <a:ext cx="6009199" cy="3414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5281c70e1a_0_839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25281c70e1a_0_839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="0" baseline="-2500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25281c70e1a_0_839"/>
          <p:cNvSpPr txBox="1"/>
          <p:nvPr/>
        </p:nvSpPr>
        <p:spPr>
          <a:xfrm>
            <a:off x="326006" y="500932"/>
            <a:ext cx="59037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7" l="-828" r="0" t="-20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25281c70e1a_0_839"/>
          <p:cNvSpPr txBox="1"/>
          <p:nvPr/>
        </p:nvSpPr>
        <p:spPr>
          <a:xfrm>
            <a:off x="1256305" y="1978260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5" l="-2108" r="0" t="-99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25281c70e1a_0_839"/>
          <p:cNvSpPr txBox="1"/>
          <p:nvPr/>
        </p:nvSpPr>
        <p:spPr>
          <a:xfrm>
            <a:off x="425588" y="5657696"/>
            <a:ext cx="5704500" cy="1200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548" l="-848" r="-327" t="-2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g25281c70e1a_0_8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399" y="2423875"/>
            <a:ext cx="5903700" cy="331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2bc8b8c915_1_84"/>
          <p:cNvSpPr txBox="1"/>
          <p:nvPr/>
        </p:nvSpPr>
        <p:spPr>
          <a:xfrm>
            <a:off x="9448035" y="269999"/>
            <a:ext cx="2665800" cy="24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6" name="Google Shape;1056;g32bc8b8c915_1_84"/>
          <p:cNvSpPr txBox="1"/>
          <p:nvPr/>
        </p:nvSpPr>
        <p:spPr>
          <a:xfrm>
            <a:off x="6444673" y="3100595"/>
            <a:ext cx="7812000" cy="57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Precalculate N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edge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(each line segment to be clipped)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P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degenerated, so clip as a point;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0;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candidate intersection with a clip edge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!=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 {   /* Ignore edges parallel to line */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sign of  N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D to categorize as PE or PL;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 t); 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return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true clip intersection;</a:t>
            </a:r>
            <a:endParaRPr baseline="-2500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057" name="Google Shape;1057;g32bc8b8c915_1_84"/>
          <p:cNvSpPr txBox="1"/>
          <p:nvPr/>
        </p:nvSpPr>
        <p:spPr>
          <a:xfrm>
            <a:off x="379589" y="221745"/>
            <a:ext cx="5903700" cy="147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68" l="-829" r="0" t="-20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8" name="Google Shape;1058;g32bc8b8c915_1_84"/>
          <p:cNvSpPr txBox="1"/>
          <p:nvPr/>
        </p:nvSpPr>
        <p:spPr>
          <a:xfrm>
            <a:off x="1240403" y="1699073"/>
            <a:ext cx="23124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9" l="-2099" r="0" t="-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9" name="Google Shape;1059;g32bc8b8c915_1_84"/>
          <p:cNvSpPr txBox="1"/>
          <p:nvPr/>
        </p:nvSpPr>
        <p:spPr>
          <a:xfrm>
            <a:off x="597578" y="5354128"/>
            <a:ext cx="4646700" cy="13851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959" l="-389" r="0" t="-4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60" name="Google Shape;1060;g32bc8b8c915_1_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220775"/>
            <a:ext cx="5565338" cy="3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5281c70e1a_0_1542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Advantage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with polygons too (not only with clip rectangles)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Works in 3D scenario (polyhedrons)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Does not work with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concave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polygon clip region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cxnSp>
        <p:nvCxnSpPr>
          <p:cNvPr id="1066" name="Google Shape;1066;g25281c70e1a_0_1542"/>
          <p:cNvCxnSpPr/>
          <p:nvPr/>
        </p:nvCxnSpPr>
        <p:spPr>
          <a:xfrm rot="-5400000">
            <a:off x="2070050" y="4432350"/>
            <a:ext cx="838200" cy="11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g25281c70e1a_0_1542"/>
          <p:cNvCxnSpPr/>
          <p:nvPr/>
        </p:nvCxnSpPr>
        <p:spPr>
          <a:xfrm>
            <a:off x="3048000" y="4572000"/>
            <a:ext cx="1016100" cy="45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g25281c70e1a_0_1542"/>
          <p:cNvCxnSpPr/>
          <p:nvPr/>
        </p:nvCxnSpPr>
        <p:spPr>
          <a:xfrm rot="-5400000">
            <a:off x="4203650" y="4051350"/>
            <a:ext cx="838200" cy="11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g25281c70e1a_0_1542"/>
          <p:cNvCxnSpPr/>
          <p:nvPr/>
        </p:nvCxnSpPr>
        <p:spPr>
          <a:xfrm rot="5400000">
            <a:off x="4102050" y="5168850"/>
            <a:ext cx="2057400" cy="10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g25281c70e1a_0_1542"/>
          <p:cNvCxnSpPr/>
          <p:nvPr/>
        </p:nvCxnSpPr>
        <p:spPr>
          <a:xfrm>
            <a:off x="1930400" y="5410200"/>
            <a:ext cx="31497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g25281c70e1a_0_1542"/>
          <p:cNvCxnSpPr/>
          <p:nvPr/>
        </p:nvCxnSpPr>
        <p:spPr>
          <a:xfrm flipH="1" rot="10800000">
            <a:off x="1320800" y="4343400"/>
            <a:ext cx="56895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g25281c70e1a_0_1542"/>
          <p:cNvCxnSpPr/>
          <p:nvPr/>
        </p:nvCxnSpPr>
        <p:spPr>
          <a:xfrm rot="10800000">
            <a:off x="2032000" y="4648200"/>
            <a:ext cx="609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g25281c70e1a_0_1542"/>
          <p:cNvCxnSpPr/>
          <p:nvPr/>
        </p:nvCxnSpPr>
        <p:spPr>
          <a:xfrm rot="-5400000">
            <a:off x="3619450" y="4308086"/>
            <a:ext cx="381000" cy="5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g25281c70e1a_0_1542"/>
          <p:cNvCxnSpPr/>
          <p:nvPr/>
        </p:nvCxnSpPr>
        <p:spPr>
          <a:xfrm flipH="1" rot="5400000">
            <a:off x="4305300" y="4381500"/>
            <a:ext cx="228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g25281c70e1a_0_1542"/>
          <p:cNvCxnSpPr/>
          <p:nvPr/>
        </p:nvCxnSpPr>
        <p:spPr>
          <a:xfrm>
            <a:off x="5181600" y="4572000"/>
            <a:ext cx="19305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g25281c70e1a_0_1542"/>
          <p:cNvSpPr/>
          <p:nvPr/>
        </p:nvSpPr>
        <p:spPr>
          <a:xfrm>
            <a:off x="2336800" y="4648200"/>
            <a:ext cx="812700" cy="533400"/>
          </a:xfrm>
          <a:prstGeom prst="arc">
            <a:avLst>
              <a:gd fmla="val 12621667" name="adj1"/>
              <a:gd fmla="val 20477297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g25281c70e1a_0_1542"/>
          <p:cNvSpPr/>
          <p:nvPr/>
        </p:nvSpPr>
        <p:spPr>
          <a:xfrm rot="2330230">
            <a:off x="3534401" y="4506990"/>
            <a:ext cx="711359" cy="634921"/>
          </a:xfrm>
          <a:prstGeom prst="arc">
            <a:avLst>
              <a:gd fmla="val 13457221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g25281c70e1a_0_1542"/>
          <p:cNvSpPr/>
          <p:nvPr/>
        </p:nvSpPr>
        <p:spPr>
          <a:xfrm rot="2330230">
            <a:off x="4245601" y="4430789"/>
            <a:ext cx="711359" cy="634921"/>
          </a:xfrm>
          <a:prstGeom prst="arc">
            <a:avLst>
              <a:gd fmla="val 11007923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g25281c70e1a_0_1542"/>
          <p:cNvSpPr/>
          <p:nvPr/>
        </p:nvSpPr>
        <p:spPr>
          <a:xfrm rot="2330230">
            <a:off x="5566401" y="4430790"/>
            <a:ext cx="711359" cy="634921"/>
          </a:xfrm>
          <a:prstGeom prst="arc">
            <a:avLst>
              <a:gd fmla="val 13457221" name="adj1"/>
              <a:gd fmla="val 16854873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g25281c70e1a_0_1542"/>
          <p:cNvSpPr/>
          <p:nvPr/>
        </p:nvSpPr>
        <p:spPr>
          <a:xfrm>
            <a:off x="2336800" y="49530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g25281c70e1a_0_1542"/>
          <p:cNvSpPr/>
          <p:nvPr/>
        </p:nvSpPr>
        <p:spPr>
          <a:xfrm>
            <a:off x="3048000" y="48006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g25281c70e1a_0_1542"/>
          <p:cNvSpPr/>
          <p:nvPr/>
        </p:nvSpPr>
        <p:spPr>
          <a:xfrm>
            <a:off x="4267200" y="47244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g25281c70e1a_0_1542"/>
          <p:cNvSpPr/>
          <p:nvPr/>
        </p:nvSpPr>
        <p:spPr>
          <a:xfrm>
            <a:off x="5080000" y="4572000"/>
            <a:ext cx="71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g25281c70e1a_0_1542"/>
          <p:cNvSpPr/>
          <p:nvPr/>
        </p:nvSpPr>
        <p:spPr>
          <a:xfrm>
            <a:off x="2235200" y="4343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g25281c70e1a_0_1542"/>
          <p:cNvSpPr/>
          <p:nvPr/>
        </p:nvSpPr>
        <p:spPr>
          <a:xfrm>
            <a:off x="3251200" y="4343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g25281c70e1a_0_1542"/>
          <p:cNvSpPr/>
          <p:nvPr/>
        </p:nvSpPr>
        <p:spPr>
          <a:xfrm>
            <a:off x="4368800" y="4114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25281c70e1a_0_1542"/>
          <p:cNvSpPr/>
          <p:nvPr/>
        </p:nvSpPr>
        <p:spPr>
          <a:xfrm>
            <a:off x="5181600" y="4114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g25281c70e1a_0_1542"/>
          <p:cNvSpPr/>
          <p:nvPr/>
        </p:nvSpPr>
        <p:spPr>
          <a:xfrm>
            <a:off x="7213600" y="3810000"/>
            <a:ext cx="43689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whole line is discarded though some segments should be displayed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g25281c70e1a_0_1542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Cyrus-Beck Parametric Line Clipping Algorithm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5281c70e1a_0_143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Clipping</a:t>
            </a:r>
            <a:endParaRPr/>
          </a:p>
        </p:txBody>
      </p:sp>
      <p:sp>
        <p:nvSpPr>
          <p:cNvPr id="1095" name="Google Shape;1095;g25281c70e1a_0_143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0" name="Google Shape;1100;g25281c70e1a_0_1177"/>
          <p:cNvPicPr preferRelativeResize="0"/>
          <p:nvPr/>
        </p:nvPicPr>
        <p:blipFill rotWithShape="1">
          <a:blip r:embed="rId3">
            <a:alphaModFix/>
          </a:blip>
          <a:srcRect b="13543" l="19327" r="19178" t="21873"/>
          <a:stretch/>
        </p:blipFill>
        <p:spPr>
          <a:xfrm>
            <a:off x="1219200" y="1066800"/>
            <a:ext cx="10667999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g25281c70e1a_0_1177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5281c70e1a_0_1182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7" name="Google Shape;1107;g25281c70e1a_0_1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72849"/>
            <a:ext cx="9143999" cy="37851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g25281c70e1a_0_1182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Divide and Conquer Strategy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Clip against a single infinite clip edge and get new vertices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Repeat for next clip edge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Adding Vertices to Output List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5281c70e1a_0_1188"/>
          <p:cNvSpPr txBox="1"/>
          <p:nvPr>
            <p:ph idx="1" type="body"/>
          </p:nvPr>
        </p:nvSpPr>
        <p:spPr>
          <a:xfrm>
            <a:off x="1072896" y="914400"/>
            <a:ext cx="10972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u="sng"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Polygon described by an input of list of vertices: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…,v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Convex clip region C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u="sng"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Inputlist :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…,v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For each clip edge e in E do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 🡨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 🡨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j 🡨 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While (j&lt;n)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 do, if both S &amp; P inside the clip region, 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	            Add p to output list 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else if S inside &amp; P outside, then 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Find intersection point i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Add i to output list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else if S outside and P inside, then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find intersection point i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add i to output list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add P to output list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else if S and P both outside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do nothing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	S 🡨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 🡨 v</a:t>
            </a: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j+1</a:t>
            </a:r>
            <a:endParaRPr/>
          </a:p>
          <a:p>
            <a:pPr indent="-514350" lvl="1" marL="9144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aseline="-25000" lang="en-US" sz="16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 ++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inputlist 🡨 current output list</a:t>
            </a:r>
            <a:endParaRPr baseline="-25000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4" name="Google Shape;1114;g25281c70e1a_0_1188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15" name="Google Shape;1115;g25281c70e1a_0_1188"/>
          <p:cNvCxnSpPr/>
          <p:nvPr/>
        </p:nvCxnSpPr>
        <p:spPr>
          <a:xfrm>
            <a:off x="9022371" y="974775"/>
            <a:ext cx="0" cy="5486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0" name="Google Shape;1120;g25281c70e1a_0_1194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g25281c70e1a_0_1194"/>
          <p:cNvSpPr txBox="1"/>
          <p:nvPr>
            <p:ph idx="1" type="body"/>
          </p:nvPr>
        </p:nvSpPr>
        <p:spPr>
          <a:xfrm>
            <a:off x="609600" y="91440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a, b, c, d, e, f, g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g, P = 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1, 2, c, d, e, f, 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22" name="Google Shape;1122;g25281c70e1a_0_1194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3" name="Google Shape;1123;g25281c70e1a_0_1194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4" name="Google Shape;1124;g25281c70e1a_0_1194"/>
          <p:cNvCxnSpPr/>
          <p:nvPr/>
        </p:nvCxnSpPr>
        <p:spPr>
          <a:xfrm rot="5400000">
            <a:off x="6870100" y="2171100"/>
            <a:ext cx="25146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g25281c70e1a_0_1194"/>
          <p:cNvCxnSpPr/>
          <p:nvPr/>
        </p:nvCxnSpPr>
        <p:spPr>
          <a:xfrm rot="5400000">
            <a:off x="9104850" y="2171550"/>
            <a:ext cx="25155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g25281c70e1a_0_1194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g25281c70e1a_0_1194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8" name="Google Shape;1128;g25281c70e1a_0_1194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9" name="Google Shape;1129;g25281c70e1a_0_1194"/>
          <p:cNvCxnSpPr/>
          <p:nvPr/>
        </p:nvCxnSpPr>
        <p:spPr>
          <a:xfrm rot="10800000">
            <a:off x="7135103" y="2895688"/>
            <a:ext cx="44703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0" name="Google Shape;1130;g25281c70e1a_0_1194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1" name="Google Shape;1131;g25281c70e1a_0_1194"/>
          <p:cNvCxnSpPr>
            <a:stCxn id="1132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g25281c70e1a_0_1194"/>
          <p:cNvCxnSpPr/>
          <p:nvPr/>
        </p:nvCxnSpPr>
        <p:spPr>
          <a:xfrm flipH="1" rot="10800000">
            <a:off x="8432800" y="1828800"/>
            <a:ext cx="23367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4" name="Google Shape;1134;g25281c70e1a_0_1194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g25281c70e1a_0_1194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g25281c70e1a_0_1194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g25281c70e1a_0_1194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g25281c70e1a_0_1194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g25281c70e1a_0_1194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g25281c70e1a_0_1194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0" name="Google Shape;1140;g25281c70e1a_0_1194"/>
          <p:cNvGraphicFramePr/>
          <p:nvPr/>
        </p:nvGraphicFramePr>
        <p:xfrm>
          <a:off x="16256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{DFA5A828-EFB2-49D7-B2E2-110655E3DA0D}</a:tableStyleId>
              </a:tblPr>
              <a:tblGrid>
                <a:gridCol w="1262725"/>
                <a:gridCol w="2090075"/>
                <a:gridCol w="1524000"/>
                <a:gridCol w="3962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g, a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 inside, a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b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2,c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outside, c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c, 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d, 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f, g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41" name="Google Shape;1141;g25281c70e1a_0_1194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g25281c70e1a_0_1194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g25281c70e1a_0_1194"/>
          <p:cNvSpPr/>
          <p:nvPr/>
        </p:nvSpPr>
        <p:spPr>
          <a:xfrm>
            <a:off x="1727200" y="3429000"/>
            <a:ext cx="873750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g25281c70e1a_0_1194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9" name="Google Shape;1149;g25281c70e1a_0_1222"/>
          <p:cNvCxnSpPr/>
          <p:nvPr/>
        </p:nvCxnSpPr>
        <p:spPr>
          <a:xfrm rot="5400000">
            <a:off x="9066750" y="2209650"/>
            <a:ext cx="25917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g25281c70e1a_0_1222"/>
          <p:cNvSpPr txBox="1"/>
          <p:nvPr>
            <p:ph idx="1" type="body"/>
          </p:nvPr>
        </p:nvSpPr>
        <p:spPr>
          <a:xfrm>
            <a:off x="609600" y="914400"/>
            <a:ext cx="10972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 of previous iteration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1, 2, c, d, e, f, g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g, P =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3, 1, 4, 5, d, e, f, 6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1" name="Google Shape;1151;g25281c70e1a_0_1222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2" name="Google Shape;1152;g25281c70e1a_0_1222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3" name="Google Shape;1153;g25281c70e1a_0_1222"/>
          <p:cNvCxnSpPr/>
          <p:nvPr/>
        </p:nvCxnSpPr>
        <p:spPr>
          <a:xfrm rot="5400000">
            <a:off x="6870100" y="2171100"/>
            <a:ext cx="25146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4" name="Google Shape;1154;g25281c70e1a_0_1222"/>
          <p:cNvCxnSpPr/>
          <p:nvPr/>
        </p:nvCxnSpPr>
        <p:spPr>
          <a:xfrm rot="5400000">
            <a:off x="9105909" y="2171550"/>
            <a:ext cx="2515500" cy="1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g25281c70e1a_0_1222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56" name="Google Shape;1156;g25281c70e1a_0_1222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57" name="Google Shape;1157;g25281c70e1a_0_1222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58" name="Google Shape;1158;g25281c70e1a_0_1222"/>
          <p:cNvCxnSpPr/>
          <p:nvPr/>
        </p:nvCxnSpPr>
        <p:spPr>
          <a:xfrm rot="10800000">
            <a:off x="7135103" y="2894100"/>
            <a:ext cx="44703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g25281c70e1a_0_1222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g25281c70e1a_0_1222"/>
          <p:cNvCxnSpPr>
            <a:stCxn id="1161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2" name="Google Shape;1162;g25281c70e1a_0_1222"/>
          <p:cNvCxnSpPr/>
          <p:nvPr/>
        </p:nvCxnSpPr>
        <p:spPr>
          <a:xfrm flipH="1" rot="10800000">
            <a:off x="8432800" y="1828800"/>
            <a:ext cx="23367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3" name="Google Shape;1163;g25281c70e1a_0_1222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g25281c70e1a_0_1222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g25281c70e1a_0_1222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g25281c70e1a_0_1222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g25281c70e1a_0_1222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25281c70e1a_0_1222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25281c70e1a_0_1222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g25281c70e1a_0_1222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g25281c70e1a_0_1222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g25281c70e1a_0_1222"/>
          <p:cNvSpPr/>
          <p:nvPr/>
        </p:nvSpPr>
        <p:spPr>
          <a:xfrm>
            <a:off x="10363200" y="1371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g25281c70e1a_0_1222"/>
          <p:cNvSpPr/>
          <p:nvPr/>
        </p:nvSpPr>
        <p:spPr>
          <a:xfrm>
            <a:off x="9956800" y="990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g25281c70e1a_0_1222"/>
          <p:cNvSpPr/>
          <p:nvPr/>
        </p:nvSpPr>
        <p:spPr>
          <a:xfrm>
            <a:off x="9855200" y="2590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g25281c70e1a_0_1222"/>
          <p:cNvSpPr/>
          <p:nvPr/>
        </p:nvSpPr>
        <p:spPr>
          <a:xfrm>
            <a:off x="9855200" y="1752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g25281c70e1a_0_1222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76" name="Google Shape;1176;g25281c70e1a_0_1222"/>
          <p:cNvGraphicFramePr/>
          <p:nvPr/>
        </p:nvGraphicFramePr>
        <p:xfrm>
          <a:off x="16256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{DFA5A828-EFB2-49D7-B2E2-110655E3DA0D}</a:tableStyleId>
              </a:tblPr>
              <a:tblGrid>
                <a:gridCol w="1262725"/>
                <a:gridCol w="2090075"/>
                <a:gridCol w="1524000"/>
                <a:gridCol w="3962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g,1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 outside, 1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1, 2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inside, 2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 c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c, 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inside, c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d, 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f, g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inside, g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77" name="Google Shape;1177;g25281c70e1a_0_1222"/>
          <p:cNvSpPr/>
          <p:nvPr/>
        </p:nvSpPr>
        <p:spPr>
          <a:xfrm>
            <a:off x="1727200" y="3429000"/>
            <a:ext cx="873750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8" name="Google Shape;1178;g25281c70e1a_0_1222"/>
          <p:cNvCxnSpPr/>
          <p:nvPr/>
        </p:nvCxnSpPr>
        <p:spPr>
          <a:xfrm rot="-5400000">
            <a:off x="10603451" y="227550"/>
            <a:ext cx="900" cy="19824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g25281c70e1a_0_1222"/>
          <p:cNvCxnSpPr/>
          <p:nvPr/>
        </p:nvCxnSpPr>
        <p:spPr>
          <a:xfrm>
            <a:off x="9675003" y="1227826"/>
            <a:ext cx="1117500" cy="609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g25281c70e1a_0_1222"/>
          <p:cNvCxnSpPr/>
          <p:nvPr/>
        </p:nvCxnSpPr>
        <p:spPr>
          <a:xfrm rot="5400000">
            <a:off x="10745267" y="2056350"/>
            <a:ext cx="16764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5" name="Google Shape;1185;g25281c70e1a_0_1257"/>
          <p:cNvCxnSpPr/>
          <p:nvPr/>
        </p:nvCxnSpPr>
        <p:spPr>
          <a:xfrm rot="5400000">
            <a:off x="6870100" y="2171100"/>
            <a:ext cx="2514600" cy="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6" name="Google Shape;1186;g25281c70e1a_0_1257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7" name="Google Shape;1187;g25281c70e1a_0_1257"/>
          <p:cNvSpPr txBox="1"/>
          <p:nvPr>
            <p:ph idx="1" type="body"/>
          </p:nvPr>
        </p:nvSpPr>
        <p:spPr>
          <a:xfrm>
            <a:off x="609600" y="914400"/>
            <a:ext cx="10972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 of previous iteration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3, 1, 4, 5, d, e, f, 6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6, P = 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3, 1, 4, 7, 8, e, 9, 10,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88" name="Google Shape;1188;g25281c70e1a_0_1257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9" name="Google Shape;1189;g25281c70e1a_0_1257"/>
          <p:cNvCxnSpPr/>
          <p:nvPr/>
        </p:nvCxnSpPr>
        <p:spPr>
          <a:xfrm rot="5400000">
            <a:off x="9181050" y="2095350"/>
            <a:ext cx="2363100" cy="1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0" name="Google Shape;1190;g25281c70e1a_0_1257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g25281c70e1a_0_1257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2" name="Google Shape;1192;g25281c70e1a_0_1257"/>
          <p:cNvGraphicFramePr/>
          <p:nvPr/>
        </p:nvGraphicFramePr>
        <p:xfrm>
          <a:off x="16256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{DFA5A828-EFB2-49D7-B2E2-110655E3DA0D}</a:tableStyleId>
              </a:tblPr>
              <a:tblGrid>
                <a:gridCol w="1262725"/>
                <a:gridCol w="2090075"/>
                <a:gridCol w="1524000"/>
                <a:gridCol w="3962400"/>
              </a:tblGrid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6, 3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4, 5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inside, 5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 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d, 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 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inside, d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inside, f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f, 6 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10, 6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inside, f outside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93" name="Google Shape;1193;g25281c70e1a_0_1257"/>
          <p:cNvSpPr/>
          <p:nvPr/>
        </p:nvSpPr>
        <p:spPr>
          <a:xfrm>
            <a:off x="1727200" y="3429000"/>
            <a:ext cx="873750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4" name="Google Shape;1194;g25281c70e1a_0_1257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5" name="Google Shape;1195;g25281c70e1a_0_1257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96" name="Google Shape;1196;g25281c70e1a_0_1257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97" name="Google Shape;1197;g25281c70e1a_0_1257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98" name="Google Shape;1198;g25281c70e1a_0_1257"/>
          <p:cNvCxnSpPr/>
          <p:nvPr/>
        </p:nvCxnSpPr>
        <p:spPr>
          <a:xfrm rot="10800000">
            <a:off x="7135103" y="2894100"/>
            <a:ext cx="44703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99" name="Google Shape;1199;g25281c70e1a_0_1257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0" name="Google Shape;1200;g25281c70e1a_0_1257"/>
          <p:cNvCxnSpPr>
            <a:stCxn id="1201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2" name="Google Shape;1202;g25281c70e1a_0_1257"/>
          <p:cNvCxnSpPr/>
          <p:nvPr/>
        </p:nvCxnSpPr>
        <p:spPr>
          <a:xfrm flipH="1" rot="10800000">
            <a:off x="8432800" y="1828800"/>
            <a:ext cx="23367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03" name="Google Shape;1203;g25281c70e1a_0_1257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g25281c70e1a_0_1257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g25281c70e1a_0_1257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g25281c70e1a_0_1257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g25281c70e1a_0_1257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g25281c70e1a_0_1257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g25281c70e1a_0_1257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g25281c70e1a_0_1257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g25281c70e1a_0_1257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g25281c70e1a_0_1257"/>
          <p:cNvSpPr/>
          <p:nvPr/>
        </p:nvSpPr>
        <p:spPr>
          <a:xfrm>
            <a:off x="10363200" y="1371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g25281c70e1a_0_1257"/>
          <p:cNvSpPr/>
          <p:nvPr/>
        </p:nvSpPr>
        <p:spPr>
          <a:xfrm>
            <a:off x="9956800" y="990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g25281c70e1a_0_1257"/>
          <p:cNvSpPr/>
          <p:nvPr/>
        </p:nvSpPr>
        <p:spPr>
          <a:xfrm>
            <a:off x="9855200" y="2590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g25281c70e1a_0_1257"/>
          <p:cNvSpPr/>
          <p:nvPr/>
        </p:nvSpPr>
        <p:spPr>
          <a:xfrm>
            <a:off x="9855200" y="1752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5" name="Google Shape;1215;g25281c70e1a_0_1257"/>
          <p:cNvCxnSpPr/>
          <p:nvPr/>
        </p:nvCxnSpPr>
        <p:spPr>
          <a:xfrm rot="-5400000">
            <a:off x="10603451" y="227550"/>
            <a:ext cx="900" cy="19824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16" name="Google Shape;1216;g25281c70e1a_0_1257"/>
          <p:cNvCxnSpPr/>
          <p:nvPr/>
        </p:nvCxnSpPr>
        <p:spPr>
          <a:xfrm>
            <a:off x="9675003" y="1227826"/>
            <a:ext cx="687900" cy="3723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g25281c70e1a_0_1257"/>
          <p:cNvCxnSpPr/>
          <p:nvPr/>
        </p:nvCxnSpPr>
        <p:spPr>
          <a:xfrm rot="5400000">
            <a:off x="9523950" y="2056350"/>
            <a:ext cx="16764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8" name="Google Shape;1218;g25281c70e1a_0_1257"/>
          <p:cNvCxnSpPr/>
          <p:nvPr/>
        </p:nvCxnSpPr>
        <p:spPr>
          <a:xfrm rot="10800000">
            <a:off x="7121599" y="2886901"/>
            <a:ext cx="3230100" cy="87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9" name="Google Shape;1219;g25281c70e1a_0_1257"/>
          <p:cNvCxnSpPr/>
          <p:nvPr/>
        </p:nvCxnSpPr>
        <p:spPr>
          <a:xfrm rot="10800000">
            <a:off x="9652012" y="1219202"/>
            <a:ext cx="7131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0" name="Google Shape;1220;g25281c70e1a_0_1257"/>
          <p:cNvCxnSpPr/>
          <p:nvPr/>
        </p:nvCxnSpPr>
        <p:spPr>
          <a:xfrm flipH="1" rot="10800000">
            <a:off x="8432800" y="1963948"/>
            <a:ext cx="1930500" cy="5334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1" name="Google Shape;1221;g25281c70e1a_0_1257"/>
          <p:cNvSpPr/>
          <p:nvPr/>
        </p:nvSpPr>
        <p:spPr>
          <a:xfrm>
            <a:off x="10363200" y="22860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g25281c70e1a_0_1257"/>
          <p:cNvSpPr/>
          <p:nvPr/>
        </p:nvSpPr>
        <p:spPr>
          <a:xfrm>
            <a:off x="7213600" y="2209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g25281c70e1a_0_1257"/>
          <p:cNvSpPr/>
          <p:nvPr/>
        </p:nvSpPr>
        <p:spPr>
          <a:xfrm>
            <a:off x="8331200" y="2057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g25281c70e1a_0_1257"/>
          <p:cNvSpPr/>
          <p:nvPr/>
        </p:nvSpPr>
        <p:spPr>
          <a:xfrm>
            <a:off x="9144000" y="22860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" name="Google Shape;1229;g25281c70e1a_0_1300"/>
          <p:cNvCxnSpPr/>
          <p:nvPr/>
        </p:nvCxnSpPr>
        <p:spPr>
          <a:xfrm rot="5400000">
            <a:off x="6983950" y="2056350"/>
            <a:ext cx="2286000" cy="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0" name="Google Shape;1230;g25281c70e1a_0_1300"/>
          <p:cNvSpPr txBox="1"/>
          <p:nvPr>
            <p:ph idx="1" type="body"/>
          </p:nvPr>
        </p:nvSpPr>
        <p:spPr>
          <a:xfrm>
            <a:off x="609600" y="914400"/>
            <a:ext cx="10972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 of previous iteration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3, 1, 4, 7, 8, e, 9, 10, 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 = 6, P = 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Output: 3, 1, 4, 7, 11, 12, e,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      9, 10, 6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31" name="Google Shape;1231;g25281c70e1a_0_1300"/>
          <p:cNvCxnSpPr/>
          <p:nvPr/>
        </p:nvCxnSpPr>
        <p:spPr>
          <a:xfrm>
            <a:off x="6908800" y="1219200"/>
            <a:ext cx="5283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g25281c70e1a_0_1300"/>
          <p:cNvCxnSpPr/>
          <p:nvPr/>
        </p:nvCxnSpPr>
        <p:spPr>
          <a:xfrm>
            <a:off x="6705600" y="2286000"/>
            <a:ext cx="5486400" cy="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g25281c70e1a_0_1300"/>
          <p:cNvCxnSpPr/>
          <p:nvPr/>
        </p:nvCxnSpPr>
        <p:spPr>
          <a:xfrm rot="5400000">
            <a:off x="7022050" y="2019150"/>
            <a:ext cx="2210700" cy="1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4" name="Google Shape;1234;g25281c70e1a_0_1300"/>
          <p:cNvCxnSpPr/>
          <p:nvPr/>
        </p:nvCxnSpPr>
        <p:spPr>
          <a:xfrm rot="5400000">
            <a:off x="9257250" y="2019150"/>
            <a:ext cx="2210700" cy="1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g25281c70e1a_0_1300"/>
          <p:cNvCxnSpPr/>
          <p:nvPr/>
        </p:nvCxnSpPr>
        <p:spPr>
          <a:xfrm rot="-5400000">
            <a:off x="7200950" y="1663650"/>
            <a:ext cx="1143000" cy="1320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6" name="Google Shape;1236;g25281c70e1a_0_1300"/>
          <p:cNvCxnSpPr>
            <a:stCxn id="1237" idx="1"/>
          </p:cNvCxnSpPr>
          <p:nvPr/>
        </p:nvCxnSpPr>
        <p:spPr>
          <a:xfrm flipH="1">
            <a:off x="8430700" y="1752600"/>
            <a:ext cx="2100" cy="7620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38" name="Google Shape;1238;g25281c70e1a_0_1300"/>
          <p:cNvSpPr/>
          <p:nvPr/>
        </p:nvSpPr>
        <p:spPr>
          <a:xfrm>
            <a:off x="8636000" y="838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g25281c70e1a_0_1300"/>
          <p:cNvSpPr/>
          <p:nvPr/>
        </p:nvSpPr>
        <p:spPr>
          <a:xfrm>
            <a:off x="11480800" y="762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g25281c70e1a_0_1300"/>
          <p:cNvSpPr/>
          <p:nvPr/>
        </p:nvSpPr>
        <p:spPr>
          <a:xfrm>
            <a:off x="10668000" y="1752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g25281c70e1a_0_1300"/>
          <p:cNvSpPr/>
          <p:nvPr/>
        </p:nvSpPr>
        <p:spPr>
          <a:xfrm>
            <a:off x="8432800" y="160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g25281c70e1a_0_1300"/>
          <p:cNvSpPr/>
          <p:nvPr/>
        </p:nvSpPr>
        <p:spPr>
          <a:xfrm>
            <a:off x="8534400" y="2514600"/>
            <a:ext cx="20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g25281c70e1a_0_1300"/>
          <p:cNvSpPr/>
          <p:nvPr/>
        </p:nvSpPr>
        <p:spPr>
          <a:xfrm>
            <a:off x="6705600" y="2514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g25281c70e1a_0_1300"/>
          <p:cNvSpPr/>
          <p:nvPr/>
        </p:nvSpPr>
        <p:spPr>
          <a:xfrm>
            <a:off x="11480800" y="26670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g25281c70e1a_0_1300"/>
          <p:cNvSpPr/>
          <p:nvPr/>
        </p:nvSpPr>
        <p:spPr>
          <a:xfrm>
            <a:off x="93472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g25281c70e1a_0_1300"/>
          <p:cNvSpPr/>
          <p:nvPr/>
        </p:nvSpPr>
        <p:spPr>
          <a:xfrm>
            <a:off x="11582400" y="1219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g25281c70e1a_0_1300"/>
          <p:cNvSpPr/>
          <p:nvPr/>
        </p:nvSpPr>
        <p:spPr>
          <a:xfrm>
            <a:off x="10363200" y="1371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g25281c70e1a_0_1300"/>
          <p:cNvSpPr/>
          <p:nvPr/>
        </p:nvSpPr>
        <p:spPr>
          <a:xfrm>
            <a:off x="9956800" y="990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g25281c70e1a_0_1300"/>
          <p:cNvSpPr/>
          <p:nvPr/>
        </p:nvSpPr>
        <p:spPr>
          <a:xfrm>
            <a:off x="9855200" y="2590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g25281c70e1a_0_1300"/>
          <p:cNvSpPr/>
          <p:nvPr/>
        </p:nvSpPr>
        <p:spPr>
          <a:xfrm>
            <a:off x="9855200" y="17526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g25281c70e1a_0_1300"/>
          <p:cNvSpPr/>
          <p:nvPr/>
        </p:nvSpPr>
        <p:spPr>
          <a:xfrm>
            <a:off x="10363200" y="22860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g25281c70e1a_0_1300"/>
          <p:cNvSpPr/>
          <p:nvPr/>
        </p:nvSpPr>
        <p:spPr>
          <a:xfrm>
            <a:off x="7213600" y="22098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g25281c70e1a_0_1300"/>
          <p:cNvSpPr/>
          <p:nvPr/>
        </p:nvSpPr>
        <p:spPr>
          <a:xfrm>
            <a:off x="8331200" y="20574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g25281c70e1a_0_1300"/>
          <p:cNvSpPr/>
          <p:nvPr/>
        </p:nvSpPr>
        <p:spPr>
          <a:xfrm>
            <a:off x="9144000" y="22860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g25281c70e1a_0_1300"/>
          <p:cNvSpPr/>
          <p:nvPr/>
        </p:nvSpPr>
        <p:spPr>
          <a:xfrm>
            <a:off x="7573995" y="22860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g25281c70e1a_0_1300"/>
          <p:cNvSpPr/>
          <p:nvPr/>
        </p:nvSpPr>
        <p:spPr>
          <a:xfrm>
            <a:off x="7518400" y="1752600"/>
            <a:ext cx="81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g25281c70e1a_0_1300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Sutherland-Hodgman Polygon Clipping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57" name="Google Shape;1257;g25281c70e1a_0_1300"/>
          <p:cNvGraphicFramePr/>
          <p:nvPr/>
        </p:nvGraphicFramePr>
        <p:xfrm>
          <a:off x="16256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{DFA5A828-EFB2-49D7-B2E2-110655E3DA0D}</a:tableStyleId>
              </a:tblPr>
              <a:tblGrid>
                <a:gridCol w="1262725"/>
                <a:gridCol w="2090075"/>
                <a:gridCol w="1524000"/>
                <a:gridCol w="3962400"/>
              </a:tblGrid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6, 3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4, 7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7, 8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inside, 8 outside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 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 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inside, 8 outside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e, 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9, 10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29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10, 6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inside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58" name="Google Shape;1258;g25281c70e1a_0_1300"/>
          <p:cNvSpPr/>
          <p:nvPr/>
        </p:nvSpPr>
        <p:spPr>
          <a:xfrm>
            <a:off x="1727200" y="3352800"/>
            <a:ext cx="873750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9" name="Google Shape;1259;g25281c70e1a_0_1300"/>
          <p:cNvCxnSpPr/>
          <p:nvPr/>
        </p:nvCxnSpPr>
        <p:spPr>
          <a:xfrm>
            <a:off x="9245600" y="990600"/>
            <a:ext cx="1524000" cy="8382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60" name="Google Shape;1260;g25281c70e1a_0_1300"/>
          <p:cNvCxnSpPr/>
          <p:nvPr/>
        </p:nvCxnSpPr>
        <p:spPr>
          <a:xfrm>
            <a:off x="9245600" y="990600"/>
            <a:ext cx="23367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61" name="Google Shape;1261;g25281c70e1a_0_1300"/>
          <p:cNvCxnSpPr/>
          <p:nvPr/>
        </p:nvCxnSpPr>
        <p:spPr>
          <a:xfrm rot="5400000">
            <a:off x="10630967" y="1942050"/>
            <a:ext cx="19050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62" name="Google Shape;1262;g25281c70e1a_0_1300"/>
          <p:cNvCxnSpPr/>
          <p:nvPr/>
        </p:nvCxnSpPr>
        <p:spPr>
          <a:xfrm rot="10800000">
            <a:off x="7135103" y="2894100"/>
            <a:ext cx="44703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63" name="Google Shape;1263;g25281c70e1a_0_1300"/>
          <p:cNvCxnSpPr/>
          <p:nvPr/>
        </p:nvCxnSpPr>
        <p:spPr>
          <a:xfrm flipH="1" rot="10800000">
            <a:off x="8432800" y="1828800"/>
            <a:ext cx="2336700" cy="6858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64" name="Google Shape;1264;g25281c70e1a_0_1300"/>
          <p:cNvCxnSpPr/>
          <p:nvPr/>
        </p:nvCxnSpPr>
        <p:spPr>
          <a:xfrm>
            <a:off x="9675003" y="1227826"/>
            <a:ext cx="687900" cy="3723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5" name="Google Shape;1265;g25281c70e1a_0_1300"/>
          <p:cNvCxnSpPr/>
          <p:nvPr/>
        </p:nvCxnSpPr>
        <p:spPr>
          <a:xfrm rot="5400000">
            <a:off x="9829809" y="1760970"/>
            <a:ext cx="10668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g25281c70e1a_0_1300"/>
          <p:cNvCxnSpPr/>
          <p:nvPr/>
        </p:nvCxnSpPr>
        <p:spPr>
          <a:xfrm rot="10800000">
            <a:off x="7823299" y="2285924"/>
            <a:ext cx="2528400" cy="87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7" name="Google Shape;1267;g25281c70e1a_0_1300"/>
          <p:cNvCxnSpPr/>
          <p:nvPr/>
        </p:nvCxnSpPr>
        <p:spPr>
          <a:xfrm rot="10800000">
            <a:off x="9652012" y="1219202"/>
            <a:ext cx="713100" cy="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g25281c70e1a_0_1300"/>
          <p:cNvCxnSpPr/>
          <p:nvPr/>
        </p:nvCxnSpPr>
        <p:spPr>
          <a:xfrm flipH="1" rot="10800000">
            <a:off x="9245600" y="1963800"/>
            <a:ext cx="1106100" cy="3222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g25281c70e1a_0_1300"/>
          <p:cNvCxnSpPr/>
          <p:nvPr/>
        </p:nvCxnSpPr>
        <p:spPr>
          <a:xfrm rot="5400000">
            <a:off x="8167167" y="2018250"/>
            <a:ext cx="5334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g25281c70e1a_0_1300"/>
          <p:cNvCxnSpPr/>
          <p:nvPr/>
        </p:nvCxnSpPr>
        <p:spPr>
          <a:xfrm rot="-5400000">
            <a:off x="7861300" y="1714500"/>
            <a:ext cx="533400" cy="6096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g25281c70e1a_0_1300"/>
          <p:cNvCxnSpPr/>
          <p:nvPr/>
        </p:nvCxnSpPr>
        <p:spPr>
          <a:xfrm rot="5400000">
            <a:off x="9526067" y="2056350"/>
            <a:ext cx="16764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72" name="Google Shape;1272;g25281c70e1a_0_1300"/>
          <p:cNvCxnSpPr/>
          <p:nvPr/>
        </p:nvCxnSpPr>
        <p:spPr>
          <a:xfrm rot="-5720228">
            <a:off x="8165806" y="1722482"/>
            <a:ext cx="228993" cy="304316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3" name="Google Shape;1273;g25281c70e1a_0_1300"/>
          <p:cNvCxnSpPr/>
          <p:nvPr/>
        </p:nvCxnSpPr>
        <p:spPr>
          <a:xfrm rot="10800000">
            <a:off x="7823299" y="2285923"/>
            <a:ext cx="2528400" cy="87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74" name="Google Shape;1274;g25281c70e1a_0_1300"/>
          <p:cNvCxnSpPr/>
          <p:nvPr/>
        </p:nvCxnSpPr>
        <p:spPr>
          <a:xfrm rot="10800000">
            <a:off x="8139503" y="2294714"/>
            <a:ext cx="2246700" cy="15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5" name="Google Shape;1275;g25281c70e1a_0_1300"/>
          <p:cNvCxnSpPr/>
          <p:nvPr/>
        </p:nvCxnSpPr>
        <p:spPr>
          <a:xfrm rot="5400000">
            <a:off x="7975159" y="2133794"/>
            <a:ext cx="305700" cy="21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5281c70e1a_0_1350"/>
          <p:cNvSpPr txBox="1"/>
          <p:nvPr>
            <p:ph idx="1" type="body"/>
          </p:nvPr>
        </p:nvSpPr>
        <p:spPr>
          <a:xfrm>
            <a:off x="609600" y="1143000"/>
            <a:ext cx="115824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Analytical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Intersect circle’s extent (square of size of circle’s diameter) with clip rectangle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Run the algorithm of polygon clipping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 intersect : trivial reject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Intersect : divide into quadrants (and later octants if needed) and repeat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Compute intersection by solving equations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During Scan Conversion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circle is relatively small or scan conversion is fast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After extent checking scissor on a pixel by pixel basis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Similar Approach for Ellipses!</a:t>
            </a:r>
            <a:endParaRPr/>
          </a:p>
        </p:txBody>
      </p:sp>
      <p:sp>
        <p:nvSpPr>
          <p:cNvPr id="1281" name="Google Shape;1281;g25281c70e1a_0_1350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Clipping Circles (and Ellipses)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5281c70e1a_0_1355"/>
          <p:cNvSpPr txBox="1"/>
          <p:nvPr>
            <p:ph idx="1" type="body"/>
          </p:nvPr>
        </p:nvSpPr>
        <p:spPr>
          <a:xfrm>
            <a:off x="609600" y="762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Reference: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Arial Narrow"/>
                <a:ea typeface="Arial Narrow"/>
                <a:cs typeface="Arial Narrow"/>
                <a:sym typeface="Arial Narrow"/>
              </a:rPr>
              <a:t>Computer Graphics: Principles and Practice: John F. Hughes, James D. Foley, Andries van Dam, Steven K. Feiner (2nd Edition)</a:t>
            </a:r>
            <a:endParaRPr sz="23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 Narrow"/>
                <a:ea typeface="Arial Narrow"/>
                <a:cs typeface="Arial Narrow"/>
                <a:sym typeface="Arial Narrow"/>
              </a:rPr>
              <a:t>Chapter: 3.12, 3.14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2020-08-27T13:53:13Z</dcterms:created>
  <dc:creator>USER</dc:creator>
</cp:coreProperties>
</file>