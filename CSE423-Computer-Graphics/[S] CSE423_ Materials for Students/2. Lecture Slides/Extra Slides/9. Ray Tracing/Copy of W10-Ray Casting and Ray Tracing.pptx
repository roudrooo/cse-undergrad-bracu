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</p:sldIdLst>
  <p:sldSz cy="6858000" cx="9144000"/>
  <p:notesSz cx="7315200" cy="9601200"/>
  <p:embeddedFontLst>
    <p:embeddedFont>
      <p:font typeface="Tahoma"/>
      <p:regular r:id="rId72"/>
      <p:bold r:id="rId73"/>
    </p:embeddedFont>
    <p:embeddedFont>
      <p:font typeface="Noto Sans Symbols"/>
      <p:regular r:id="rId74"/>
      <p:bold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76" roundtripDataSignature="AMtx7mg5/KJRQKla+1nMHJH6rIUjOzNY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Tahoma-bold.fntdata"/><Relationship Id="rId72" Type="http://schemas.openxmlformats.org/officeDocument/2006/relationships/font" Target="fonts/Tahoma-regular.fntdata"/><Relationship Id="rId31" Type="http://schemas.openxmlformats.org/officeDocument/2006/relationships/slide" Target="slides/slide26.xml"/><Relationship Id="rId75" Type="http://schemas.openxmlformats.org/officeDocument/2006/relationships/font" Target="fonts/NotoSansSymbols-bold.fntdata"/><Relationship Id="rId30" Type="http://schemas.openxmlformats.org/officeDocument/2006/relationships/slide" Target="slides/slide25.xml"/><Relationship Id="rId74" Type="http://schemas.openxmlformats.org/officeDocument/2006/relationships/font" Target="fonts/NotoSansSymbols-regular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76" Type="http://customschemas.google.com/relationships/presentationmetadata" Target="metadata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315200" cy="9601200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7315200" cy="9601200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5;n"/>
          <p:cNvSpPr txBox="1"/>
          <p:nvPr/>
        </p:nvSpPr>
        <p:spPr>
          <a:xfrm>
            <a:off x="0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6;n"/>
          <p:cNvSpPr txBox="1"/>
          <p:nvPr/>
        </p:nvSpPr>
        <p:spPr>
          <a:xfrm>
            <a:off x="4144962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7;n"/>
          <p:cNvSpPr/>
          <p:nvPr>
            <p:ph idx="2" type="sldImg"/>
          </p:nvPr>
        </p:nvSpPr>
        <p:spPr>
          <a:xfrm>
            <a:off x="1257300" y="720725"/>
            <a:ext cx="4797425" cy="3597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" name="Google Shape;8;n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  <a:noFill/>
          <a:ln>
            <a:noFill/>
          </a:ln>
        </p:spPr>
        <p:txBody>
          <a:bodyPr anchorCtr="0" anchor="t" bIns="48225" lIns="96825" spcFirstLastPara="1" rIns="96825" wrap="square" tIns="482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n"/>
          <p:cNvSpPr txBox="1"/>
          <p:nvPr/>
        </p:nvSpPr>
        <p:spPr>
          <a:xfrm>
            <a:off x="0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n"/>
          <p:cNvSpPr txBox="1"/>
          <p:nvPr>
            <p:ph idx="12" type="sldNum"/>
          </p:nvPr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6" name="Google Shape;66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7" name="Google Shape;67;p1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6" name="Google Shape;76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7" name="Google Shape;77;p2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2" name="Google Shape;92;p3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7" name="Google Shape;107;p4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5" name="Google Shape;125;p5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8" name="Google Shape;148;p6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0" name="Google Shape;170;p7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1" name="Google Shape;181;p8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0" name="Google Shape;200;p9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2" name="Google Shape;222;p10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8" name="Google Shape;238;p11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52" name="Google Shape;252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3" name="Google Shape;253;p12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12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62" name="Google Shape;262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3" name="Google Shape;263;p13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73" name="Google Shape;273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4" name="Google Shape;274;p14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14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84" name="Google Shape;284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5" name="Google Shape;285;p15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15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6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94" name="Google Shape;294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5" name="Google Shape;295;p16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16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7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07" name="Google Shape;307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08" name="Google Shape;308;p17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9" name="Google Shape;309;p17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18" name="Google Shape;318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9" name="Google Shape;319;p18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0" name="Google Shape;320;p18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9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29" name="Google Shape;329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0" name="Google Shape;330;p19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19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0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44" name="Google Shape;344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45" name="Google Shape;345;p20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20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1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60" name="Google Shape;360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1" name="Google Shape;361;p21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2" name="Google Shape;362;p21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2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78" name="Google Shape;378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9" name="Google Shape;379;p22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22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3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08" name="Google Shape;408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09" name="Google Shape;409;p23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0" name="Google Shape;410;p23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4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17" name="Google Shape;417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18" name="Google Shape;418;p24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9" name="Google Shape;419;p24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5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90" name="Google Shape;490;p2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91" name="Google Shape;491;p25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" name="Google Shape;492;p25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6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597" name="Google Shape;597;p2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98" name="Google Shape;598;p26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9" name="Google Shape;599;p26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7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71" name="Google Shape;671;p2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72" name="Google Shape;672;p27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3" name="Google Shape;673;p27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28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86" name="Google Shape;686;p2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87" name="Google Shape;687;p28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8" name="Google Shape;688;p28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9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98" name="Google Shape;698;p2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99" name="Google Shape;699;p29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0" name="Google Shape;700;p29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0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10" name="Google Shape;710;p3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11" name="Google Shape;711;p30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2" name="Google Shape;712;p30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1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21" name="Google Shape;721;p3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22" name="Google Shape;722;p31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3" name="Google Shape;723;p31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32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31" name="Google Shape;731;p3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32" name="Google Shape;732;p32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3" name="Google Shape;733;p32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33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42" name="Google Shape;742;p3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43" name="Google Shape;743;p33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4" name="Google Shape;744;p33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4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59" name="Google Shape;759;p3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60" name="Google Shape;760;p34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1" name="Google Shape;761;p34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35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79" name="Google Shape;779;p3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80" name="Google Shape;780;p35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1" name="Google Shape;781;p35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03" name="Google Shape;803;p3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04" name="Google Shape;804;p36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5" name="Google Shape;805;p36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37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29" name="Google Shape;829;p3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30" name="Google Shape;830;p37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1" name="Google Shape;831;p37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38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63" name="Google Shape;863;p3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64" name="Google Shape;864;p38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5" name="Google Shape;865;p38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39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72" name="Google Shape;872;p3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73" name="Google Shape;873;p39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4" name="Google Shape;874;p39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40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94" name="Google Shape;894;p4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95" name="Google Shape;895;p40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6" name="Google Shape;896;p40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41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09" name="Google Shape;909;p4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10" name="Google Shape;910;p41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1" name="Google Shape;911;p41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2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26" name="Google Shape;926;p4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27" name="Google Shape;927;p42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8" name="Google Shape;928;p42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43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55" name="Google Shape;955;p4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56" name="Google Shape;956;p43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7" name="Google Shape;957;p43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44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79" name="Google Shape;979;p4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80" name="Google Shape;980;p44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1" name="Google Shape;981;p44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5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98" name="Google Shape;998;p4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99" name="Google Shape;999;p45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0" name="Google Shape;1000;p45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46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16" name="Google Shape;1016;p4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17" name="Google Shape;1017;p46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8" name="Google Shape;1018;p46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47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39" name="Google Shape;1039;p4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40" name="Google Shape;1040;p47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1" name="Google Shape;1041;p47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48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68" name="Google Shape;1068;p4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69" name="Google Shape;1069;p48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0" name="Google Shape;1070;p48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49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99" name="Google Shape;1099;p4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00" name="Google Shape;1100;p49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1" name="Google Shape;1101;p49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50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23" name="Google Shape;1123;p5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24" name="Google Shape;1124;p50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5" name="Google Shape;1125;p50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p51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221" name="Google Shape;1221;p5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22" name="Google Shape;1222;p51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3" name="Google Shape;1223;p51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52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375" name="Google Shape;1375;p5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76" name="Google Shape;1376;p52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7" name="Google Shape;1377;p52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53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00" name="Google Shape;1400;p5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01" name="Google Shape;1401;p53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2" name="Google Shape;1402;p53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54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15" name="Google Shape;1415;p5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16" name="Google Shape;1416;p54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7" name="Google Shape;1417;p54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55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24" name="Google Shape;1424;p5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25" name="Google Shape;1425;p55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6" name="Google Shape;1426;p55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p56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33" name="Google Shape;1433;p5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34" name="Google Shape;1434;p56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5" name="Google Shape;1435;p56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57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48" name="Google Shape;1448;p5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49" name="Google Shape;1449;p57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0" name="Google Shape;1450;p57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58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58" name="Google Shape;1458;p5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59" name="Google Shape;1459;p58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0" name="Google Shape;1460;p58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59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68" name="Google Shape;1468;p5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69" name="Google Shape;1469;p59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0" name="Google Shape;1470;p59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60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83" name="Google Shape;1483;p6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84" name="Google Shape;1484;p60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5" name="Google Shape;1485;p60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61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95" name="Google Shape;1495;p6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96" name="Google Shape;1496;p61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7" name="Google Shape;1497;p61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62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04" name="Google Shape;1504;p6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05" name="Google Shape;1505;p62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6" name="Google Shape;1506;p62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63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18" name="Google Shape;1518;p6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19" name="Google Shape;1519;p63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0" name="Google Shape;1520;p63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64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42" name="Google Shape;1542;p6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43" name="Google Shape;1543;p64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4" name="Google Shape;1544;p64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65:notes"/>
          <p:cNvSpPr txBox="1"/>
          <p:nvPr/>
        </p:nvSpPr>
        <p:spPr>
          <a:xfrm>
            <a:off x="4144962" y="9121775"/>
            <a:ext cx="31670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8225" lIns="96825" spcFirstLastPara="1" rIns="96825" wrap="square" tIns="48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58" name="Google Shape;1558;p6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59" name="Google Shape;1559;p65:notes"/>
          <p:cNvSpPr txBox="1"/>
          <p:nvPr/>
        </p:nvSpPr>
        <p:spPr>
          <a:xfrm>
            <a:off x="974725" y="4560887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0" name="Google Shape;1560;p65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5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66:notes"/>
          <p:cNvSpPr txBox="1"/>
          <p:nvPr>
            <p:ph idx="1" type="body"/>
          </p:nvPr>
        </p:nvSpPr>
        <p:spPr>
          <a:xfrm>
            <a:off x="974725" y="4560887"/>
            <a:ext cx="5362575" cy="4316412"/>
          </a:xfrm>
          <a:prstGeom prst="rect">
            <a:avLst/>
          </a:prstGeom>
        </p:spPr>
        <p:txBody>
          <a:bodyPr anchorCtr="0" anchor="t" bIns="48225" lIns="96825" spcFirstLastPara="1" rIns="96825" wrap="square" tIns="48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7" name="Google Shape;1567;p66:notes"/>
          <p:cNvSpPr/>
          <p:nvPr>
            <p:ph idx="2" type="sldImg"/>
          </p:nvPr>
        </p:nvSpPr>
        <p:spPr>
          <a:xfrm>
            <a:off x="1257300" y="720725"/>
            <a:ext cx="4797425" cy="3597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8"/>
          <p:cNvSpPr txBox="1"/>
          <p:nvPr>
            <p:ph idx="12" type="sldNum"/>
          </p:nvPr>
        </p:nvSpPr>
        <p:spPr>
          <a:xfrm>
            <a:off x="7086600" y="6324600"/>
            <a:ext cx="190182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9"/>
          <p:cNvSpPr txBox="1"/>
          <p:nvPr>
            <p:ph type="title"/>
          </p:nvPr>
        </p:nvSpPr>
        <p:spPr>
          <a:xfrm>
            <a:off x="381000" y="0"/>
            <a:ext cx="8607425" cy="911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9"/>
          <p:cNvSpPr txBox="1"/>
          <p:nvPr>
            <p:ph idx="1" type="body"/>
          </p:nvPr>
        </p:nvSpPr>
        <p:spPr>
          <a:xfrm>
            <a:off x="381000" y="1066800"/>
            <a:ext cx="8607425" cy="52546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42900" lvl="0" marL="457200" algn="l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9"/>
          <p:cNvSpPr txBox="1"/>
          <p:nvPr>
            <p:ph idx="12" type="sldNum"/>
          </p:nvPr>
        </p:nvSpPr>
        <p:spPr>
          <a:xfrm>
            <a:off x="7086600" y="6324600"/>
            <a:ext cx="190182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0"/>
          <p:cNvSpPr txBox="1"/>
          <p:nvPr>
            <p:ph type="title"/>
          </p:nvPr>
        </p:nvSpPr>
        <p:spPr>
          <a:xfrm rot="5400000">
            <a:off x="4752182" y="2085182"/>
            <a:ext cx="6321425" cy="2151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0"/>
          <p:cNvSpPr txBox="1"/>
          <p:nvPr>
            <p:ph idx="1" type="body"/>
          </p:nvPr>
        </p:nvSpPr>
        <p:spPr>
          <a:xfrm rot="5400000">
            <a:off x="372269" y="8731"/>
            <a:ext cx="6321425" cy="63039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42900" lvl="0" marL="457200" algn="l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0"/>
          <p:cNvSpPr txBox="1"/>
          <p:nvPr>
            <p:ph idx="12" type="sldNum"/>
          </p:nvPr>
        </p:nvSpPr>
        <p:spPr>
          <a:xfrm>
            <a:off x="7086600" y="6324600"/>
            <a:ext cx="190182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1"/>
          <p:cNvSpPr txBox="1"/>
          <p:nvPr>
            <p:ph type="title"/>
          </p:nvPr>
        </p:nvSpPr>
        <p:spPr>
          <a:xfrm>
            <a:off x="381000" y="0"/>
            <a:ext cx="8607425" cy="911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1"/>
          <p:cNvSpPr txBox="1"/>
          <p:nvPr>
            <p:ph idx="1" type="body"/>
          </p:nvPr>
        </p:nvSpPr>
        <p:spPr>
          <a:xfrm rot="5400000">
            <a:off x="2057400" y="-609600"/>
            <a:ext cx="5254625" cy="86074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42900" lvl="0" marL="457200" algn="l">
              <a:spcBef>
                <a:spcPts val="8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70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500"/>
              </a:spcBef>
              <a:spcAft>
                <a:spcPts val="0"/>
              </a:spcAft>
              <a:buSzPts val="1800"/>
              <a:buChar char="»"/>
              <a:defRPr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1"/>
          <p:cNvSpPr txBox="1"/>
          <p:nvPr>
            <p:ph idx="12" type="sldNum"/>
          </p:nvPr>
        </p:nvSpPr>
        <p:spPr>
          <a:xfrm>
            <a:off x="7086600" y="6324600"/>
            <a:ext cx="190182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7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5" name="Google Shape;35;p72"/>
          <p:cNvSpPr txBox="1"/>
          <p:nvPr>
            <p:ph idx="12" type="sldNum"/>
          </p:nvPr>
        </p:nvSpPr>
        <p:spPr>
          <a:xfrm>
            <a:off x="7086600" y="6324600"/>
            <a:ext cx="190182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431800" lvl="0" marL="457200" algn="l">
              <a:spcBef>
                <a:spcPts val="8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70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spcBef>
                <a:spcPts val="60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spcBef>
                <a:spcPts val="5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spcBef>
                <a:spcPts val="5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39" name="Google Shape;39;p7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0" name="Google Shape;40;p73"/>
          <p:cNvSpPr txBox="1"/>
          <p:nvPr>
            <p:ph idx="12" type="sldNum"/>
          </p:nvPr>
        </p:nvSpPr>
        <p:spPr>
          <a:xfrm>
            <a:off x="7086600" y="6324600"/>
            <a:ext cx="190182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4"/>
          <p:cNvSpPr txBox="1"/>
          <p:nvPr>
            <p:ph type="title"/>
          </p:nvPr>
        </p:nvSpPr>
        <p:spPr>
          <a:xfrm>
            <a:off x="381000" y="0"/>
            <a:ext cx="8607425" cy="911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4"/>
          <p:cNvSpPr txBox="1"/>
          <p:nvPr>
            <p:ph idx="12" type="sldNum"/>
          </p:nvPr>
        </p:nvSpPr>
        <p:spPr>
          <a:xfrm>
            <a:off x="7086600" y="6324600"/>
            <a:ext cx="190182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81000" lvl="0" marL="457200" algn="l">
              <a:spcBef>
                <a:spcPts val="8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7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5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48" name="Google Shape;48;p7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381000" lvl="0" marL="457200" algn="l">
              <a:spcBef>
                <a:spcPts val="80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7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50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50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50" name="Google Shape;50;p75"/>
          <p:cNvSpPr txBox="1"/>
          <p:nvPr>
            <p:ph idx="12" type="sldNum"/>
          </p:nvPr>
        </p:nvSpPr>
        <p:spPr>
          <a:xfrm>
            <a:off x="7086600" y="6324600"/>
            <a:ext cx="190182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6"/>
          <p:cNvSpPr txBox="1"/>
          <p:nvPr>
            <p:ph type="title"/>
          </p:nvPr>
        </p:nvSpPr>
        <p:spPr>
          <a:xfrm>
            <a:off x="381000" y="0"/>
            <a:ext cx="8607425" cy="911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6"/>
          <p:cNvSpPr txBox="1"/>
          <p:nvPr>
            <p:ph idx="1" type="body"/>
          </p:nvPr>
        </p:nvSpPr>
        <p:spPr>
          <a:xfrm>
            <a:off x="381000" y="1066800"/>
            <a:ext cx="4227513" cy="52546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406400" lvl="0" marL="457200" algn="l">
              <a:spcBef>
                <a:spcPts val="80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70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4" name="Google Shape;54;p76"/>
          <p:cNvSpPr txBox="1"/>
          <p:nvPr>
            <p:ph idx="2" type="body"/>
          </p:nvPr>
        </p:nvSpPr>
        <p:spPr>
          <a:xfrm>
            <a:off x="4760913" y="1066800"/>
            <a:ext cx="4227512" cy="52546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406400" lvl="0" marL="457200" algn="l">
              <a:spcBef>
                <a:spcPts val="80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70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50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50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5" name="Google Shape;55;p76"/>
          <p:cNvSpPr txBox="1"/>
          <p:nvPr>
            <p:ph idx="12" type="sldNum"/>
          </p:nvPr>
        </p:nvSpPr>
        <p:spPr>
          <a:xfrm>
            <a:off x="7086600" y="6324600"/>
            <a:ext cx="190182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7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70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9" name="Google Shape;59;p77"/>
          <p:cNvSpPr txBox="1"/>
          <p:nvPr>
            <p:ph idx="12" type="sldNum"/>
          </p:nvPr>
        </p:nvSpPr>
        <p:spPr>
          <a:xfrm>
            <a:off x="7086600" y="6324600"/>
            <a:ext cx="190182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algn="ctr">
              <a:spcBef>
                <a:spcPts val="80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70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60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63" name="Google Shape;63;p78"/>
          <p:cNvSpPr txBox="1"/>
          <p:nvPr>
            <p:ph idx="12" type="sldNum"/>
          </p:nvPr>
        </p:nvSpPr>
        <p:spPr>
          <a:xfrm>
            <a:off x="7086600" y="6324600"/>
            <a:ext cx="190182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7"/>
          <p:cNvSpPr txBox="1"/>
          <p:nvPr>
            <p:ph type="title"/>
          </p:nvPr>
        </p:nvSpPr>
        <p:spPr>
          <a:xfrm>
            <a:off x="381000" y="0"/>
            <a:ext cx="8607425" cy="911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67"/>
          <p:cNvSpPr txBox="1"/>
          <p:nvPr>
            <p:ph idx="1" type="body"/>
          </p:nvPr>
        </p:nvSpPr>
        <p:spPr>
          <a:xfrm>
            <a:off x="381000" y="1066800"/>
            <a:ext cx="8607425" cy="52546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431800" lvl="0" marL="457200" marR="0" rtl="0" algn="l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06400" lvl="1" marL="914400" marR="0" rtl="0" algn="l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810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55600" lvl="3" marL="1828800" marR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50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67"/>
          <p:cNvSpPr txBox="1"/>
          <p:nvPr/>
        </p:nvSpPr>
        <p:spPr>
          <a:xfrm>
            <a:off x="381000" y="6400800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67"/>
          <p:cNvSpPr txBox="1"/>
          <p:nvPr>
            <p:ph idx="12" type="sldNum"/>
          </p:nvPr>
        </p:nvSpPr>
        <p:spPr>
          <a:xfrm>
            <a:off x="7086600" y="6324600"/>
            <a:ext cx="1901825" cy="3778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" name="Google Shape;16;p67"/>
          <p:cNvCxnSpPr/>
          <p:nvPr/>
        </p:nvCxnSpPr>
        <p:spPr>
          <a:xfrm>
            <a:off x="381000" y="914400"/>
            <a:ext cx="8610600" cy="1587"/>
          </a:xfrm>
          <a:prstGeom prst="straightConnector1">
            <a:avLst/>
          </a:prstGeom>
          <a:noFill/>
          <a:ln cap="sq" cmpd="sng" w="3815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5.jp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jpg"/><Relationship Id="rId4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22.png"/><Relationship Id="rId7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jpg"/><Relationship Id="rId4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jpg"/><Relationship Id="rId4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Relationship Id="rId5" Type="http://schemas.openxmlformats.org/officeDocument/2006/relationships/image" Target="../media/image39.jpg"/><Relationship Id="rId6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2.png"/><Relationship Id="rId4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image" Target="../media/image3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Relationship Id="rId4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jpg"/><Relationship Id="rId4" Type="http://schemas.openxmlformats.org/officeDocument/2006/relationships/image" Target="../media/image24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Relationship Id="rId5" Type="http://schemas.openxmlformats.org/officeDocument/2006/relationships/image" Target="../media/image6.png"/><Relationship Id="rId6" Type="http://schemas.openxmlformats.org/officeDocument/2006/relationships/image" Target="../media/image3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Relationship Id="rId4" Type="http://schemas.openxmlformats.org/officeDocument/2006/relationships/image" Target="../media/image3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Relationship Id="rId4" Type="http://schemas.openxmlformats.org/officeDocument/2006/relationships/image" Target="../media/image34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5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1.jpg"/><Relationship Id="rId4" Type="http://schemas.openxmlformats.org/officeDocument/2006/relationships/image" Target="../media/image4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3.png"/><Relationship Id="rId4" Type="http://schemas.openxmlformats.org/officeDocument/2006/relationships/image" Target="../media/image24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4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2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7.png"/><Relationship Id="rId4" Type="http://schemas.openxmlformats.org/officeDocument/2006/relationships/image" Target="../media/image43.png"/><Relationship Id="rId5" Type="http://schemas.openxmlformats.org/officeDocument/2006/relationships/image" Target="../media/image48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8.jpg"/><Relationship Id="rId4" Type="http://schemas.openxmlformats.org/officeDocument/2006/relationships/image" Target="../media/image22.png"/><Relationship Id="rId5" Type="http://schemas.openxmlformats.org/officeDocument/2006/relationships/image" Target="../media/image44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3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1" name="Google Shape;71;p1"/>
          <p:cNvSpPr txBox="1"/>
          <p:nvPr/>
        </p:nvSpPr>
        <p:spPr>
          <a:xfrm>
            <a:off x="152400" y="762000"/>
            <a:ext cx="89154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2" name="Google Shape;7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5900" y="1676400"/>
            <a:ext cx="387350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"/>
          <p:cNvSpPr txBox="1"/>
          <p:nvPr/>
        </p:nvSpPr>
        <p:spPr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Casting and Ray Tracing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1" name="Google Shape;81;p2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/>
          </a:p>
        </p:txBody>
      </p:sp>
      <p:sp>
        <p:nvSpPr>
          <p:cNvPr id="82" name="Google Shape;82;p2"/>
          <p:cNvSpPr txBox="1"/>
          <p:nvPr/>
        </p:nvSpPr>
        <p:spPr>
          <a:xfrm>
            <a:off x="381000" y="1371600"/>
            <a:ext cx="8610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Casting Basics</a:t>
            </a:r>
            <a:endParaRPr b="0" i="0" sz="3200" u="none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and Ray Generation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Object Intersection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Sphere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Triangle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Quadric Surface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Recursive Ray Tracing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Mirror Reflection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Refraction</a:t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7745412" y="5929312"/>
            <a:ext cx="6350" cy="1587"/>
          </a:xfrm>
          <a:custGeom>
            <a:rect b="b" l="l" r="r" t="t"/>
            <a:pathLst>
              <a:path extrusionOk="0" h="1587" w="4">
                <a:moveTo>
                  <a:pt x="4" y="0"/>
                </a:move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7594600" y="5911850"/>
            <a:ext cx="7937" cy="1587"/>
          </a:xfrm>
          <a:custGeom>
            <a:rect b="b" l="l" r="r" t="t"/>
            <a:pathLst>
              <a:path extrusionOk="0" h="1588" w="5">
                <a:moveTo>
                  <a:pt x="0" y="0"/>
                </a:move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0612" y="3821112"/>
            <a:ext cx="2744787" cy="1208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990600"/>
            <a:ext cx="2743200" cy="1276350"/>
          </a:xfrm>
          <a:prstGeom prst="rect">
            <a:avLst/>
          </a:prstGeom>
          <a:noFill/>
          <a:ln cap="sq" cmpd="sng" w="3815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87" name="Google Shape;8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2200" y="2362200"/>
            <a:ext cx="27432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5105400"/>
            <a:ext cx="2743200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3657600"/>
            <a:ext cx="5943600" cy="280511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/>
          <p:nvPr/>
        </p:nvSpPr>
        <p:spPr>
          <a:xfrm>
            <a:off x="5353050" y="4695825"/>
            <a:ext cx="120650" cy="203200"/>
          </a:xfrm>
          <a:custGeom>
            <a:rect b="b" l="l" r="r" t="t"/>
            <a:pathLst>
              <a:path extrusionOk="0" h="128" w="76">
                <a:moveTo>
                  <a:pt x="4" y="0"/>
                </a:moveTo>
                <a:lnTo>
                  <a:pt x="70" y="14"/>
                </a:lnTo>
                <a:lnTo>
                  <a:pt x="76" y="128"/>
                </a:lnTo>
                <a:lnTo>
                  <a:pt x="0" y="112"/>
                </a:lnTo>
                <a:lnTo>
                  <a:pt x="4" y="0"/>
                </a:lnTo>
                <a:close/>
              </a:path>
            </a:pathLst>
          </a:custGeom>
          <a:solidFill>
            <a:srgbClr val="FF9900"/>
          </a:solid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8" name="Google Shape;98;p3"/>
          <p:cNvCxnSpPr/>
          <p:nvPr/>
        </p:nvCxnSpPr>
        <p:spPr>
          <a:xfrm rot="10800000">
            <a:off x="2573337" y="4130675"/>
            <a:ext cx="887412" cy="223837"/>
          </a:xfrm>
          <a:prstGeom prst="straightConnector1">
            <a:avLst/>
          </a:prstGeom>
          <a:noFill/>
          <a:ln cap="sq" cmpd="sng" w="76300">
            <a:solidFill>
              <a:srgbClr val="E6020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99" name="Google Shape;99;p3"/>
          <p:cNvCxnSpPr/>
          <p:nvPr/>
        </p:nvCxnSpPr>
        <p:spPr>
          <a:xfrm rot="10800000">
            <a:off x="5373687" y="4819650"/>
            <a:ext cx="892175" cy="231775"/>
          </a:xfrm>
          <a:prstGeom prst="straightConnector1">
            <a:avLst/>
          </a:prstGeom>
          <a:noFill/>
          <a:ln cap="sq" cmpd="sng" w="57225">
            <a:solidFill>
              <a:srgbClr val="E6020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0" name="Google Shape;100;p3"/>
          <p:cNvSpPr/>
          <p:nvPr/>
        </p:nvSpPr>
        <p:spPr>
          <a:xfrm>
            <a:off x="4000500" y="4402137"/>
            <a:ext cx="76200" cy="158750"/>
          </a:xfrm>
          <a:prstGeom prst="ellipse">
            <a:avLst/>
          </a:prstGeom>
          <a:solidFill>
            <a:srgbClr val="00CC99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1" name="Google Shape;101;p3"/>
          <p:cNvCxnSpPr/>
          <p:nvPr/>
        </p:nvCxnSpPr>
        <p:spPr>
          <a:xfrm rot="10800000">
            <a:off x="4022725" y="4471987"/>
            <a:ext cx="892175" cy="231775"/>
          </a:xfrm>
          <a:prstGeom prst="straightConnector1">
            <a:avLst/>
          </a:prstGeom>
          <a:noFill/>
          <a:ln cap="sq" cmpd="sng" w="57225">
            <a:solidFill>
              <a:srgbClr val="E6020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2" name="Google Shape;102;p3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Ray Casting?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For every pixel</a:t>
            </a:r>
            <a:endParaRPr/>
          </a:p>
          <a:p>
            <a:pPr indent="-339725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Construct a ray from the eye</a:t>
            </a:r>
            <a:endParaRPr/>
          </a:p>
          <a:p>
            <a:pPr indent="-339725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For every object in the scene</a:t>
            </a:r>
            <a:endParaRPr/>
          </a:p>
          <a:p>
            <a:pPr indent="-339725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Find intersection with the ray </a:t>
            </a:r>
            <a:endParaRPr/>
          </a:p>
          <a:p>
            <a:pPr indent="-339725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Keep if closest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pic>
        <p:nvPicPr>
          <p:cNvPr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3657600"/>
            <a:ext cx="5943600" cy="280511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</a:t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For every pixel </a:t>
            </a:r>
            <a:endParaRPr/>
          </a:p>
          <a:p>
            <a:pPr indent="-339725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Construct a ray from the eye</a:t>
            </a:r>
            <a:endParaRPr/>
          </a:p>
          <a:p>
            <a:pPr indent="-339725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For every object in the scene</a:t>
            </a:r>
            <a:endParaRPr/>
          </a:p>
          <a:p>
            <a:pPr indent="-339725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Find intersection with the ray </a:t>
            </a:r>
            <a:endParaRPr/>
          </a:p>
          <a:p>
            <a:pPr indent="-339725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Keep if closest</a:t>
            </a:r>
            <a:endParaRPr/>
          </a:p>
          <a:p>
            <a:pPr indent="-339725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i="0" lang="en-US" sz="2000" u="non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Shade depending on light and normal vector</a:t>
            </a:r>
            <a:endParaRPr/>
          </a:p>
        </p:txBody>
      </p:sp>
      <p:cxnSp>
        <p:nvCxnSpPr>
          <p:cNvPr id="114" name="Google Shape;114;p4"/>
          <p:cNvCxnSpPr/>
          <p:nvPr/>
        </p:nvCxnSpPr>
        <p:spPr>
          <a:xfrm rot="10800000">
            <a:off x="2573337" y="4130675"/>
            <a:ext cx="887412" cy="223837"/>
          </a:xfrm>
          <a:prstGeom prst="straightConnector1">
            <a:avLst/>
          </a:prstGeom>
          <a:noFill/>
          <a:ln cap="sq" cmpd="sng" w="76300">
            <a:solidFill>
              <a:srgbClr val="E6020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15" name="Google Shape;115;p4"/>
          <p:cNvSpPr/>
          <p:nvPr/>
        </p:nvSpPr>
        <p:spPr>
          <a:xfrm>
            <a:off x="4000500" y="4402137"/>
            <a:ext cx="76200" cy="158750"/>
          </a:xfrm>
          <a:prstGeom prst="ellipse">
            <a:avLst/>
          </a:prstGeom>
          <a:solidFill>
            <a:srgbClr val="00CC99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 rot="10800000">
            <a:off x="4022725" y="4471987"/>
            <a:ext cx="892175" cy="231775"/>
          </a:xfrm>
          <a:prstGeom prst="straightConnector1">
            <a:avLst/>
          </a:prstGeom>
          <a:noFill/>
          <a:ln cap="sq" cmpd="sng" w="57225">
            <a:solidFill>
              <a:srgbClr val="E60202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17" name="Google Shape;117;p4"/>
          <p:cNvCxnSpPr/>
          <p:nvPr/>
        </p:nvCxnSpPr>
        <p:spPr>
          <a:xfrm flipH="1" rot="10800000">
            <a:off x="4038600" y="4187825"/>
            <a:ext cx="609600" cy="234950"/>
          </a:xfrm>
          <a:prstGeom prst="straightConnector1">
            <a:avLst/>
          </a:prstGeom>
          <a:noFill/>
          <a:ln cap="sq" cmpd="sng" w="76300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id="118" name="Google Shape;11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0" y="3124200"/>
            <a:ext cx="787400" cy="838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9" name="Google Shape;119;p4"/>
          <p:cNvCxnSpPr/>
          <p:nvPr/>
        </p:nvCxnSpPr>
        <p:spPr>
          <a:xfrm flipH="1" rot="10800000">
            <a:off x="4062412" y="3898900"/>
            <a:ext cx="304800" cy="508000"/>
          </a:xfrm>
          <a:prstGeom prst="straightConnector1">
            <a:avLst/>
          </a:prstGeom>
          <a:noFill/>
          <a:ln cap="sq" cmpd="sng" w="76300">
            <a:solidFill>
              <a:srgbClr val="FF99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20" name="Google Shape;120;p4"/>
          <p:cNvSpPr/>
          <p:nvPr/>
        </p:nvSpPr>
        <p:spPr>
          <a:xfrm>
            <a:off x="5353050" y="4695825"/>
            <a:ext cx="120650" cy="203200"/>
          </a:xfrm>
          <a:custGeom>
            <a:rect b="b" l="l" r="r" t="t"/>
            <a:pathLst>
              <a:path extrusionOk="0" h="128" w="76">
                <a:moveTo>
                  <a:pt x="4" y="0"/>
                </a:moveTo>
                <a:lnTo>
                  <a:pt x="70" y="14"/>
                </a:lnTo>
                <a:lnTo>
                  <a:pt x="76" y="128"/>
                </a:lnTo>
                <a:lnTo>
                  <a:pt x="0" y="112"/>
                </a:lnTo>
                <a:lnTo>
                  <a:pt x="4" y="0"/>
                </a:lnTo>
                <a:close/>
              </a:path>
            </a:pathLst>
          </a:custGeom>
          <a:solidFill>
            <a:srgbClr val="FF9900"/>
          </a:solid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 rot="10800000">
            <a:off x="5373687" y="4819650"/>
            <a:ext cx="892175" cy="231775"/>
          </a:xfrm>
          <a:prstGeom prst="straightConnector1">
            <a:avLst/>
          </a:prstGeom>
          <a:noFill/>
          <a:ln cap="sq" cmpd="sng" w="57225">
            <a:solidFill>
              <a:srgbClr val="E60202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pic>
        <p:nvPicPr>
          <p:cNvPr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5200" y="41910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Shading - Recap</a:t>
            </a:r>
            <a:endParaRPr/>
          </a:p>
        </p:txBody>
      </p:sp>
      <p:sp>
        <p:nvSpPr>
          <p:cNvPr id="131" name="Google Shape;131;p5"/>
          <p:cNvSpPr txBox="1"/>
          <p:nvPr/>
        </p:nvSpPr>
        <p:spPr>
          <a:xfrm>
            <a:off x="381000" y="1066800"/>
            <a:ext cx="54864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Surface/Scene Characteristics: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Surface normal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Direction to light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Viewpoint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 Properties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Diffuse (matte)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Specular (shiny)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Lighting Model etc.</a:t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6350000" y="2590800"/>
            <a:ext cx="1371600" cy="1371600"/>
          </a:xfrm>
          <a:prstGeom prst="ellipse">
            <a:avLst/>
          </a:prstGeom>
          <a:solidFill>
            <a:srgbClr val="9999FF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3" name="Google Shape;133;p5"/>
          <p:cNvCxnSpPr/>
          <p:nvPr/>
        </p:nvCxnSpPr>
        <p:spPr>
          <a:xfrm rot="10800000">
            <a:off x="6194425" y="1825625"/>
            <a:ext cx="844550" cy="768350"/>
          </a:xfrm>
          <a:prstGeom prst="straightConnector1">
            <a:avLst/>
          </a:prstGeom>
          <a:noFill/>
          <a:ln cap="sq" cmpd="sng" w="57225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id="134" name="Google Shape;13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38800" y="4191000"/>
            <a:ext cx="3295650" cy="890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38800" y="5029200"/>
            <a:ext cx="3295650" cy="8905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p5"/>
          <p:cNvCxnSpPr/>
          <p:nvPr/>
        </p:nvCxnSpPr>
        <p:spPr>
          <a:xfrm flipH="1" rot="10800000">
            <a:off x="7035800" y="1825625"/>
            <a:ext cx="1587" cy="768350"/>
          </a:xfrm>
          <a:prstGeom prst="straightConnector1">
            <a:avLst/>
          </a:prstGeom>
          <a:noFill/>
          <a:ln cap="sq" cmpd="sng" w="57225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id="137" name="Google Shape;13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62600" y="1066800"/>
            <a:ext cx="7874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77200" y="2044700"/>
            <a:ext cx="660400" cy="622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5"/>
          <p:cNvCxnSpPr/>
          <p:nvPr/>
        </p:nvCxnSpPr>
        <p:spPr>
          <a:xfrm flipH="1">
            <a:off x="7007225" y="2438400"/>
            <a:ext cx="1149350" cy="152400"/>
          </a:xfrm>
          <a:prstGeom prst="straightConnector1">
            <a:avLst/>
          </a:prstGeom>
          <a:noFill/>
          <a:ln cap="sq" cmpd="sng" w="57225">
            <a:solidFill>
              <a:srgbClr val="CC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40" name="Google Shape;140;p5"/>
          <p:cNvSpPr txBox="1"/>
          <p:nvPr/>
        </p:nvSpPr>
        <p:spPr>
          <a:xfrm>
            <a:off x="3533775" y="5791200"/>
            <a:ext cx="1941512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Diffuse sphere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6172200" y="5791200"/>
            <a:ext cx="2262187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Specular spheres</a:t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6835775" y="1455737"/>
            <a:ext cx="40005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5969000" y="1828800"/>
            <a:ext cx="366712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/>
          </a:p>
        </p:txBody>
      </p:sp>
      <p:sp>
        <p:nvSpPr>
          <p:cNvPr id="144" name="Google Shape;144;p5"/>
          <p:cNvSpPr txBox="1"/>
          <p:nvPr/>
        </p:nvSpPr>
        <p:spPr>
          <a:xfrm>
            <a:off x="7696200" y="2057400"/>
            <a:ext cx="40005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pic>
        <p:nvPicPr>
          <p:cNvPr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3127375"/>
            <a:ext cx="5943600" cy="280511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Ray Tracing?</a:t>
            </a:r>
            <a:endParaRPr/>
          </a:p>
        </p:txBody>
      </p:sp>
      <p:sp>
        <p:nvSpPr>
          <p:cNvPr id="154" name="Google Shape;154;p6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Secondary rays (shadows, reflection, refraction)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000500" y="3871912"/>
            <a:ext cx="76200" cy="158750"/>
          </a:xfrm>
          <a:prstGeom prst="ellipse">
            <a:avLst/>
          </a:prstGeom>
          <a:solidFill>
            <a:srgbClr val="00CC99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6" name="Google Shape;156;p6"/>
          <p:cNvCxnSpPr/>
          <p:nvPr/>
        </p:nvCxnSpPr>
        <p:spPr>
          <a:xfrm rot="10800000">
            <a:off x="4022725" y="3941762"/>
            <a:ext cx="892175" cy="231775"/>
          </a:xfrm>
          <a:prstGeom prst="straightConnector1">
            <a:avLst/>
          </a:prstGeom>
          <a:noFill/>
          <a:ln cap="sq" cmpd="sng" w="57225">
            <a:solidFill>
              <a:srgbClr val="E60202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7" name="Google Shape;157;p6"/>
          <p:cNvCxnSpPr/>
          <p:nvPr/>
        </p:nvCxnSpPr>
        <p:spPr>
          <a:xfrm flipH="1" rot="10800000">
            <a:off x="4038600" y="2590800"/>
            <a:ext cx="228600" cy="1377950"/>
          </a:xfrm>
          <a:prstGeom prst="straightConnector1">
            <a:avLst/>
          </a:prstGeom>
          <a:noFill/>
          <a:ln cap="sq" cmpd="sng" w="76300">
            <a:solidFill>
              <a:srgbClr val="E6020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58" name="Google Shape;158;p6"/>
          <p:cNvCxnSpPr/>
          <p:nvPr/>
        </p:nvCxnSpPr>
        <p:spPr>
          <a:xfrm flipH="1">
            <a:off x="2768600" y="4010025"/>
            <a:ext cx="663575" cy="160337"/>
          </a:xfrm>
          <a:prstGeom prst="straightConnector1">
            <a:avLst/>
          </a:prstGeom>
          <a:noFill/>
          <a:ln cap="sq" cmpd="sng" w="76300">
            <a:solidFill>
              <a:srgbClr val="E6020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59" name="Google Shape;159;p6"/>
          <p:cNvCxnSpPr/>
          <p:nvPr/>
        </p:nvCxnSpPr>
        <p:spPr>
          <a:xfrm flipH="1" rot="10800000">
            <a:off x="3490912" y="3948112"/>
            <a:ext cx="547687" cy="53975"/>
          </a:xfrm>
          <a:prstGeom prst="straightConnector1">
            <a:avLst/>
          </a:prstGeom>
          <a:noFill/>
          <a:ln cap="sq" cmpd="sng" w="19075">
            <a:solidFill>
              <a:srgbClr val="E60202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60" name="Google Shape;160;p6"/>
          <p:cNvCxnSpPr/>
          <p:nvPr/>
        </p:nvCxnSpPr>
        <p:spPr>
          <a:xfrm flipH="1" rot="10800000">
            <a:off x="4038600" y="3657600"/>
            <a:ext cx="609600" cy="234950"/>
          </a:xfrm>
          <a:prstGeom prst="straightConnector1">
            <a:avLst/>
          </a:prstGeom>
          <a:noFill/>
          <a:ln cap="sq" cmpd="sng" w="76300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id="161" name="Google Shape;161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0" y="2593975"/>
            <a:ext cx="787400" cy="838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6"/>
          <p:cNvCxnSpPr/>
          <p:nvPr/>
        </p:nvCxnSpPr>
        <p:spPr>
          <a:xfrm flipH="1" rot="10800000">
            <a:off x="4062412" y="3368675"/>
            <a:ext cx="304800" cy="508000"/>
          </a:xfrm>
          <a:prstGeom prst="straightConnector1">
            <a:avLst/>
          </a:prstGeom>
          <a:noFill/>
          <a:ln cap="sq" cmpd="sng" w="76300">
            <a:solidFill>
              <a:srgbClr val="FF99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63" name="Google Shape;163;p6"/>
          <p:cNvSpPr txBox="1"/>
          <p:nvPr/>
        </p:nvSpPr>
        <p:spPr>
          <a:xfrm>
            <a:off x="2743200" y="2746375"/>
            <a:ext cx="135255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reflection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3052762" y="4194175"/>
            <a:ext cx="1370012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refraction</a:t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5353050" y="4165600"/>
            <a:ext cx="120650" cy="203200"/>
          </a:xfrm>
          <a:custGeom>
            <a:rect b="b" l="l" r="r" t="t"/>
            <a:pathLst>
              <a:path extrusionOk="0" h="128" w="76">
                <a:moveTo>
                  <a:pt x="4" y="0"/>
                </a:moveTo>
                <a:lnTo>
                  <a:pt x="70" y="14"/>
                </a:lnTo>
                <a:lnTo>
                  <a:pt x="76" y="128"/>
                </a:lnTo>
                <a:lnTo>
                  <a:pt x="0" y="112"/>
                </a:lnTo>
                <a:lnTo>
                  <a:pt x="4" y="0"/>
                </a:lnTo>
                <a:close/>
              </a:path>
            </a:pathLst>
          </a:custGeom>
          <a:solidFill>
            <a:srgbClr val="FF9900"/>
          </a:solid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6" name="Google Shape;166;p6"/>
          <p:cNvCxnSpPr/>
          <p:nvPr/>
        </p:nvCxnSpPr>
        <p:spPr>
          <a:xfrm rot="10800000">
            <a:off x="5373687" y="4289425"/>
            <a:ext cx="892175" cy="231775"/>
          </a:xfrm>
          <a:prstGeom prst="straightConnector1">
            <a:avLst/>
          </a:prstGeom>
          <a:noFill/>
          <a:ln cap="sq" cmpd="sng" w="57225">
            <a:solidFill>
              <a:srgbClr val="E60202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74" name="Google Shape;174;p7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Tracing Scenes</a:t>
            </a:r>
            <a:endParaRPr/>
          </a:p>
        </p:txBody>
      </p:sp>
      <p:pic>
        <p:nvPicPr>
          <p:cNvPr id="175" name="Google Shape;1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552450"/>
            <a:ext cx="40386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" y="1524000"/>
            <a:ext cx="40386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95800" y="3733800"/>
            <a:ext cx="4038600" cy="302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pic>
        <p:nvPicPr>
          <p:cNvPr id="185" name="Google Shape;18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3352800"/>
            <a:ext cx="5943600" cy="280511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Casting - Basic Computations</a:t>
            </a:r>
            <a:endParaRPr/>
          </a:p>
        </p:txBody>
      </p:sp>
      <p:sp>
        <p:nvSpPr>
          <p:cNvPr id="187" name="Google Shape;187;p8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0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For every pixel </a:t>
            </a:r>
            <a:br>
              <a:rPr b="0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Construct a ray from the eye </a:t>
            </a:r>
            <a:br>
              <a:rPr b="0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For every object in the scene</a:t>
            </a:r>
            <a:endParaRPr/>
          </a:p>
          <a:p>
            <a:pPr indent="-225425" lvl="2" marL="1143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Find intersection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i="0" lang="en-US" sz="20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with the ray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indent="-225425" lvl="2" marL="1143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Keep if closest</a:t>
            </a:r>
            <a:endParaRPr/>
          </a:p>
          <a:p>
            <a:pPr indent="-282575" lvl="1" marL="74295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Shade depending on light and </a:t>
            </a:r>
            <a:r>
              <a:rPr b="1" i="0" lang="en-US" sz="20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normal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vector</a:t>
            </a:r>
            <a:endParaRPr/>
          </a:p>
        </p:txBody>
      </p:sp>
      <p:cxnSp>
        <p:nvCxnSpPr>
          <p:cNvPr id="188" name="Google Shape;188;p8"/>
          <p:cNvCxnSpPr/>
          <p:nvPr/>
        </p:nvCxnSpPr>
        <p:spPr>
          <a:xfrm rot="10800000">
            <a:off x="1873250" y="3806825"/>
            <a:ext cx="887412" cy="223837"/>
          </a:xfrm>
          <a:prstGeom prst="straightConnector1">
            <a:avLst/>
          </a:prstGeom>
          <a:noFill/>
          <a:ln cap="sq" cmpd="sng" w="76300">
            <a:solidFill>
              <a:srgbClr val="E6020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89" name="Google Shape;189;p8"/>
          <p:cNvSpPr/>
          <p:nvPr/>
        </p:nvSpPr>
        <p:spPr>
          <a:xfrm>
            <a:off x="3300412" y="4078287"/>
            <a:ext cx="76200" cy="158750"/>
          </a:xfrm>
          <a:prstGeom prst="ellipse">
            <a:avLst/>
          </a:prstGeom>
          <a:solidFill>
            <a:srgbClr val="00CC99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0" name="Google Shape;190;p8"/>
          <p:cNvCxnSpPr/>
          <p:nvPr/>
        </p:nvCxnSpPr>
        <p:spPr>
          <a:xfrm rot="10800000">
            <a:off x="3322637" y="4148137"/>
            <a:ext cx="892175" cy="231775"/>
          </a:xfrm>
          <a:prstGeom prst="straightConnector1">
            <a:avLst/>
          </a:prstGeom>
          <a:noFill/>
          <a:ln cap="sq" cmpd="sng" w="57225">
            <a:solidFill>
              <a:srgbClr val="E60202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91" name="Google Shape;191;p8"/>
          <p:cNvCxnSpPr/>
          <p:nvPr/>
        </p:nvCxnSpPr>
        <p:spPr>
          <a:xfrm flipH="1" rot="10800000">
            <a:off x="3338512" y="3863975"/>
            <a:ext cx="609600" cy="234950"/>
          </a:xfrm>
          <a:prstGeom prst="straightConnector1">
            <a:avLst/>
          </a:prstGeom>
          <a:noFill/>
          <a:ln cap="sq" cmpd="sng" w="76300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92" name="Google Shape;192;p8"/>
          <p:cNvSpPr txBox="1"/>
          <p:nvPr/>
        </p:nvSpPr>
        <p:spPr>
          <a:xfrm>
            <a:off x="3871912" y="3867150"/>
            <a:ext cx="40005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/>
          </a:p>
        </p:txBody>
      </p:sp>
      <p:cxnSp>
        <p:nvCxnSpPr>
          <p:cNvPr id="193" name="Google Shape;193;p8"/>
          <p:cNvCxnSpPr/>
          <p:nvPr/>
        </p:nvCxnSpPr>
        <p:spPr>
          <a:xfrm>
            <a:off x="3948112" y="3943350"/>
            <a:ext cx="228600" cy="1587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94" name="Google Shape;194;p8"/>
          <p:cNvSpPr txBox="1"/>
          <p:nvPr/>
        </p:nvSpPr>
        <p:spPr>
          <a:xfrm>
            <a:off x="6477000" y="3721100"/>
            <a:ext cx="2286000" cy="19224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the </a:t>
            </a: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intersection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central part of ray casting</a:t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4652962" y="4371975"/>
            <a:ext cx="120650" cy="203200"/>
          </a:xfrm>
          <a:custGeom>
            <a:rect b="b" l="l" r="r" t="t"/>
            <a:pathLst>
              <a:path extrusionOk="0" h="128" w="76">
                <a:moveTo>
                  <a:pt x="4" y="0"/>
                </a:moveTo>
                <a:lnTo>
                  <a:pt x="70" y="14"/>
                </a:lnTo>
                <a:lnTo>
                  <a:pt x="76" y="128"/>
                </a:lnTo>
                <a:lnTo>
                  <a:pt x="0" y="112"/>
                </a:lnTo>
                <a:lnTo>
                  <a:pt x="4" y="0"/>
                </a:lnTo>
                <a:close/>
              </a:path>
            </a:pathLst>
          </a:custGeom>
          <a:solidFill>
            <a:srgbClr val="FF9900"/>
          </a:solid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6" name="Google Shape;196;p8"/>
          <p:cNvCxnSpPr/>
          <p:nvPr/>
        </p:nvCxnSpPr>
        <p:spPr>
          <a:xfrm rot="10800000">
            <a:off x="4673600" y="4495800"/>
            <a:ext cx="892175" cy="231775"/>
          </a:xfrm>
          <a:prstGeom prst="straightConnector1">
            <a:avLst/>
          </a:prstGeom>
          <a:noFill/>
          <a:ln cap="sq" cmpd="sng" w="57225">
            <a:solidFill>
              <a:srgbClr val="E60202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2974975"/>
            <a:ext cx="5943600" cy="280511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9"/>
          <p:cNvSpPr/>
          <p:nvPr/>
        </p:nvSpPr>
        <p:spPr>
          <a:xfrm>
            <a:off x="5981700" y="3719512"/>
            <a:ext cx="76200" cy="158750"/>
          </a:xfrm>
          <a:prstGeom prst="ellipse">
            <a:avLst/>
          </a:prstGeom>
          <a:solidFill>
            <a:srgbClr val="00CC99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5" name="Google Shape;205;p9"/>
          <p:cNvCxnSpPr/>
          <p:nvPr/>
        </p:nvCxnSpPr>
        <p:spPr>
          <a:xfrm rot="10800000">
            <a:off x="6003925" y="3789362"/>
            <a:ext cx="892175" cy="231775"/>
          </a:xfrm>
          <a:prstGeom prst="straightConnector1">
            <a:avLst/>
          </a:prstGeom>
          <a:noFill/>
          <a:ln cap="sq" cmpd="sng" w="572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6" name="Google Shape;206;p9"/>
          <p:cNvCxnSpPr/>
          <p:nvPr/>
        </p:nvCxnSpPr>
        <p:spPr>
          <a:xfrm flipH="1" rot="10800000">
            <a:off x="6019800" y="2438400"/>
            <a:ext cx="228600" cy="1377950"/>
          </a:xfrm>
          <a:prstGeom prst="straightConnector1">
            <a:avLst/>
          </a:prstGeom>
          <a:noFill/>
          <a:ln cap="sq" cmpd="sng" w="76300">
            <a:solidFill>
              <a:srgbClr val="E6020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07" name="Google Shape;207;p9"/>
          <p:cNvCxnSpPr/>
          <p:nvPr/>
        </p:nvCxnSpPr>
        <p:spPr>
          <a:xfrm flipH="1">
            <a:off x="4749800" y="3857625"/>
            <a:ext cx="663575" cy="160337"/>
          </a:xfrm>
          <a:prstGeom prst="straightConnector1">
            <a:avLst/>
          </a:prstGeom>
          <a:noFill/>
          <a:ln cap="sq" cmpd="sng" w="76300">
            <a:solidFill>
              <a:srgbClr val="E6020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08" name="Google Shape;208;p9"/>
          <p:cNvCxnSpPr/>
          <p:nvPr/>
        </p:nvCxnSpPr>
        <p:spPr>
          <a:xfrm flipH="1" rot="10800000">
            <a:off x="5472112" y="3795712"/>
            <a:ext cx="547687" cy="53975"/>
          </a:xfrm>
          <a:prstGeom prst="straightConnector1">
            <a:avLst/>
          </a:prstGeom>
          <a:noFill/>
          <a:ln cap="sq" cmpd="sng" w="19075">
            <a:solidFill>
              <a:srgbClr val="E60202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09" name="Google Shape;209;p9"/>
          <p:cNvCxnSpPr/>
          <p:nvPr/>
        </p:nvCxnSpPr>
        <p:spPr>
          <a:xfrm flipH="1" rot="10800000">
            <a:off x="6019800" y="3505200"/>
            <a:ext cx="609600" cy="234950"/>
          </a:xfrm>
          <a:prstGeom prst="straightConnector1">
            <a:avLst/>
          </a:prstGeom>
          <a:noFill/>
          <a:ln cap="sq" cmpd="sng" w="76300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id="210" name="Google Shape;21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2441575"/>
            <a:ext cx="787400" cy="838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1" name="Google Shape;211;p9"/>
          <p:cNvCxnSpPr/>
          <p:nvPr/>
        </p:nvCxnSpPr>
        <p:spPr>
          <a:xfrm flipH="1" rot="10800000">
            <a:off x="6043612" y="3216275"/>
            <a:ext cx="304800" cy="508000"/>
          </a:xfrm>
          <a:prstGeom prst="straightConnector1">
            <a:avLst/>
          </a:prstGeom>
          <a:noFill/>
          <a:ln cap="sq" cmpd="sng" w="76300">
            <a:solidFill>
              <a:srgbClr val="FF99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12" name="Google Shape;212;p9"/>
          <p:cNvSpPr txBox="1"/>
          <p:nvPr/>
        </p:nvSpPr>
        <p:spPr>
          <a:xfrm>
            <a:off x="4724400" y="2593975"/>
            <a:ext cx="135255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reflection</a:t>
            </a:r>
            <a:endParaRPr/>
          </a:p>
        </p:txBody>
      </p:sp>
      <p:sp>
        <p:nvSpPr>
          <p:cNvPr id="213" name="Google Shape;213;p9"/>
          <p:cNvSpPr txBox="1"/>
          <p:nvPr/>
        </p:nvSpPr>
        <p:spPr>
          <a:xfrm>
            <a:off x="5033962" y="4041775"/>
            <a:ext cx="1370012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refraction</a:t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7334250" y="4013200"/>
            <a:ext cx="120650" cy="203200"/>
          </a:xfrm>
          <a:custGeom>
            <a:rect b="b" l="l" r="r" t="t"/>
            <a:pathLst>
              <a:path extrusionOk="0" h="128" w="76">
                <a:moveTo>
                  <a:pt x="4" y="0"/>
                </a:moveTo>
                <a:lnTo>
                  <a:pt x="70" y="14"/>
                </a:lnTo>
                <a:lnTo>
                  <a:pt x="76" y="128"/>
                </a:lnTo>
                <a:lnTo>
                  <a:pt x="0" y="112"/>
                </a:lnTo>
                <a:lnTo>
                  <a:pt x="4" y="0"/>
                </a:lnTo>
                <a:close/>
              </a:path>
            </a:pathLst>
          </a:custGeom>
          <a:solidFill>
            <a:srgbClr val="FF9900"/>
          </a:solid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5" name="Google Shape;215;p9"/>
          <p:cNvCxnSpPr/>
          <p:nvPr/>
        </p:nvCxnSpPr>
        <p:spPr>
          <a:xfrm rot="10800000">
            <a:off x="7354887" y="4137025"/>
            <a:ext cx="892175" cy="231775"/>
          </a:xfrm>
          <a:prstGeom prst="straightConnector1">
            <a:avLst/>
          </a:prstGeom>
          <a:noFill/>
          <a:ln cap="sq" cmpd="sng" w="57225">
            <a:solidFill>
              <a:schemeClr val="accent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16" name="Google Shape;216;p9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7" name="Google Shape;217;p9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Casting vs. Ray Tracing</a:t>
            </a:r>
            <a:endParaRPr/>
          </a:p>
        </p:txBody>
      </p:sp>
      <p:sp>
        <p:nvSpPr>
          <p:cNvPr id="218" name="Google Shape;218;p9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Casting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Consider eye or camera rays only</a:t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Tracing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Consider secondary rays too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Shadow rays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Reflected rays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Refracted rays etc.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6" name="Google Shape;226;p10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Representation</a:t>
            </a:r>
            <a:endParaRPr/>
          </a:p>
        </p:txBody>
      </p:sp>
      <p:sp>
        <p:nvSpPr>
          <p:cNvPr id="227" name="Google Shape;227;p10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vectors: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Direction (normalized is better)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Parametric line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P(t) = origin + t * direction</a:t>
            </a:r>
            <a:endParaRPr/>
          </a:p>
        </p:txBody>
      </p:sp>
      <p:pic>
        <p:nvPicPr>
          <p:cNvPr id="228" name="Google Shape;22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4800600"/>
            <a:ext cx="660400" cy="622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9" name="Google Shape;229;p10"/>
          <p:cNvCxnSpPr/>
          <p:nvPr/>
        </p:nvCxnSpPr>
        <p:spPr>
          <a:xfrm rot="10800000">
            <a:off x="4981575" y="4857750"/>
            <a:ext cx="1225550" cy="311150"/>
          </a:xfrm>
          <a:prstGeom prst="straightConnector1">
            <a:avLst/>
          </a:prstGeom>
          <a:noFill/>
          <a:ln cap="sq" cmpd="sng" w="76300">
            <a:solidFill>
              <a:srgbClr val="CC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30" name="Google Shape;230;p10"/>
          <p:cNvSpPr txBox="1"/>
          <p:nvPr/>
        </p:nvSpPr>
        <p:spPr>
          <a:xfrm>
            <a:off x="6096000" y="5257800"/>
            <a:ext cx="91122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</a:t>
            </a:r>
            <a:endParaRPr/>
          </a:p>
        </p:txBody>
      </p:sp>
      <p:sp>
        <p:nvSpPr>
          <p:cNvPr id="231" name="Google Shape;231;p10"/>
          <p:cNvSpPr txBox="1"/>
          <p:nvPr/>
        </p:nvSpPr>
        <p:spPr>
          <a:xfrm>
            <a:off x="4419600" y="4953000"/>
            <a:ext cx="126682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direction</a:t>
            </a:r>
            <a:endParaRPr/>
          </a:p>
        </p:txBody>
      </p:sp>
      <p:cxnSp>
        <p:nvCxnSpPr>
          <p:cNvPr id="232" name="Google Shape;232;p10"/>
          <p:cNvCxnSpPr/>
          <p:nvPr/>
        </p:nvCxnSpPr>
        <p:spPr>
          <a:xfrm rot="10800000">
            <a:off x="301625" y="3730625"/>
            <a:ext cx="8540750" cy="2063750"/>
          </a:xfrm>
          <a:prstGeom prst="straightConnector1">
            <a:avLst/>
          </a:prstGeom>
          <a:noFill/>
          <a:ln cap="sq" cmpd="sng" w="9525">
            <a:solidFill>
              <a:srgbClr val="CC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33" name="Google Shape;233;p10"/>
          <p:cNvSpPr/>
          <p:nvPr/>
        </p:nvSpPr>
        <p:spPr>
          <a:xfrm>
            <a:off x="1828800" y="4038600"/>
            <a:ext cx="152400" cy="152400"/>
          </a:xfrm>
          <a:prstGeom prst="ellipse">
            <a:avLst/>
          </a:prstGeom>
          <a:solidFill>
            <a:srgbClr val="00CC99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10"/>
          <p:cNvSpPr txBox="1"/>
          <p:nvPr/>
        </p:nvSpPr>
        <p:spPr>
          <a:xfrm>
            <a:off x="1295400" y="4114800"/>
            <a:ext cx="639762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P(t)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2" name="Google Shape;242;p11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/>
          </a:p>
        </p:txBody>
      </p:sp>
      <p:sp>
        <p:nvSpPr>
          <p:cNvPr id="243" name="Google Shape;243;p11"/>
          <p:cNvSpPr txBox="1"/>
          <p:nvPr/>
        </p:nvSpPr>
        <p:spPr>
          <a:xfrm>
            <a:off x="381000" y="1371600"/>
            <a:ext cx="8610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Casting Basics</a:t>
            </a:r>
            <a:endParaRPr b="0" i="0" sz="32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and Ray Generation</a:t>
            </a:r>
            <a:endParaRPr b="0" i="0" sz="32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Object Intersection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Sphere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Triangle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Quadric Surface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Recursive Ray Tracing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Mirror Reflection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Refraction</a:t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7745412" y="5929312"/>
            <a:ext cx="6350" cy="1587"/>
          </a:xfrm>
          <a:custGeom>
            <a:rect b="b" l="l" r="r" t="t"/>
            <a:pathLst>
              <a:path extrusionOk="0" h="1587" w="4">
                <a:moveTo>
                  <a:pt x="4" y="0"/>
                </a:move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7594600" y="5911850"/>
            <a:ext cx="7937" cy="1587"/>
          </a:xfrm>
          <a:custGeom>
            <a:rect b="b" l="l" r="r" t="t"/>
            <a:pathLst>
              <a:path extrusionOk="0" h="1588" w="5">
                <a:moveTo>
                  <a:pt x="0" y="0"/>
                </a:move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6" name="Google Shape;24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0612" y="3821112"/>
            <a:ext cx="2744787" cy="1208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990600"/>
            <a:ext cx="274320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2200" y="2362200"/>
            <a:ext cx="2743200" cy="1371600"/>
          </a:xfrm>
          <a:prstGeom prst="rect">
            <a:avLst/>
          </a:prstGeom>
          <a:noFill/>
          <a:ln cap="sq" cmpd="sng" w="3815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49" name="Google Shape;249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5105400"/>
            <a:ext cx="2743200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57" name="Google Shape;257;p12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Cameras</a:t>
            </a:r>
            <a:endParaRPr/>
          </a:p>
        </p:txBody>
      </p:sp>
      <p:pic>
        <p:nvPicPr>
          <p:cNvPr id="258" name="Google Shape;258;p12"/>
          <p:cNvPicPr preferRelativeResize="0"/>
          <p:nvPr/>
        </p:nvPicPr>
        <p:blipFill rotWithShape="1">
          <a:blip r:embed="rId3">
            <a:alphaModFix/>
          </a:blip>
          <a:srcRect b="0" l="7756" r="0" t="0"/>
          <a:stretch/>
        </p:blipFill>
        <p:spPr>
          <a:xfrm>
            <a:off x="4876800" y="0"/>
            <a:ext cx="4267200" cy="612616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 txBox="1"/>
          <p:nvPr/>
        </p:nvSpPr>
        <p:spPr>
          <a:xfrm>
            <a:off x="76200" y="1600200"/>
            <a:ext cx="5943600" cy="3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For every pixel</a:t>
            </a:r>
            <a:endParaRPr/>
          </a:p>
          <a:p>
            <a:pPr indent="-339725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2000" u="non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Construct a ray from the eye</a:t>
            </a:r>
            <a:endParaRPr/>
          </a:p>
          <a:p>
            <a:pPr indent="-339725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For every object in the scene</a:t>
            </a:r>
            <a:endParaRPr/>
          </a:p>
          <a:p>
            <a:pPr indent="-339725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Find intersection with ray</a:t>
            </a:r>
            <a:endParaRPr/>
          </a:p>
          <a:p>
            <a:pPr indent="-339725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1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Keep if closest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67" name="Google Shape;267;p13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Pinhole Camera</a:t>
            </a:r>
            <a:endParaRPr/>
          </a:p>
        </p:txBody>
      </p:sp>
      <p:sp>
        <p:nvSpPr>
          <p:cNvPr id="268" name="Google Shape;268;p13"/>
          <p:cNvSpPr txBox="1"/>
          <p:nvPr/>
        </p:nvSpPr>
        <p:spPr>
          <a:xfrm>
            <a:off x="381000" y="1066800"/>
            <a:ext cx="42291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 with a tiny hole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Inverted image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Similar triangles</a:t>
            </a:r>
            <a:endParaRPr/>
          </a:p>
        </p:txBody>
      </p:sp>
      <p:sp>
        <p:nvSpPr>
          <p:cNvPr id="269" name="Google Shape;269;p13"/>
          <p:cNvSpPr txBox="1"/>
          <p:nvPr/>
        </p:nvSpPr>
        <p:spPr>
          <a:xfrm>
            <a:off x="4762500" y="1066800"/>
            <a:ext cx="42291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Perfect image if hole infinitely small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Pure geometric optics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depth of field issue</a:t>
            </a:r>
            <a:endParaRPr/>
          </a:p>
        </p:txBody>
      </p:sp>
      <p:pic>
        <p:nvPicPr>
          <p:cNvPr id="270" name="Google Shape;2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2906712"/>
            <a:ext cx="8229600" cy="354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78" name="Google Shape;278;p14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Simplified Pinhole Camera</a:t>
            </a:r>
            <a:endParaRPr/>
          </a:p>
        </p:txBody>
      </p:sp>
      <p:sp>
        <p:nvSpPr>
          <p:cNvPr id="279" name="Google Shape;279;p14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Eye-image pyramid (frustum)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 that the distance/size of image are arbitrary</a:t>
            </a:r>
            <a:endParaRPr/>
          </a:p>
        </p:txBody>
      </p:sp>
      <p:pic>
        <p:nvPicPr>
          <p:cNvPr id="280" name="Google Shape;28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590800"/>
            <a:ext cx="8763000" cy="34591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1" name="Google Shape;281;p14"/>
          <p:cNvCxnSpPr/>
          <p:nvPr/>
        </p:nvCxnSpPr>
        <p:spPr>
          <a:xfrm>
            <a:off x="533400" y="6019800"/>
            <a:ext cx="1981200" cy="1587"/>
          </a:xfrm>
          <a:prstGeom prst="straightConnector1">
            <a:avLst/>
          </a:prstGeom>
          <a:noFill/>
          <a:ln cap="sq" cmpd="sng" w="38150">
            <a:solidFill>
              <a:srgbClr val="3333CC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pic>
        <p:nvPicPr>
          <p:cNvPr id="289" name="Google Shape;28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2319337"/>
            <a:ext cx="5105400" cy="4144962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5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Description</a:t>
            </a:r>
            <a:endParaRPr/>
          </a:p>
        </p:txBody>
      </p:sp>
      <p:sp>
        <p:nvSpPr>
          <p:cNvPr id="291" name="Google Shape;291;p15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Eye point </a:t>
            </a:r>
            <a:r>
              <a:rPr b="0" i="1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(center)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Orthobasis </a:t>
            </a:r>
            <a:r>
              <a:rPr b="0" i="1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u, v, w (horizontal, up, -direction)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 of view </a:t>
            </a:r>
            <a:r>
              <a:rPr b="0" i="1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angle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rectangle </a:t>
            </a:r>
            <a:r>
              <a:rPr b="0" i="1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height, width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3200" u="none">
              <a:solidFill>
                <a:srgbClr val="CC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99" name="Google Shape;299;p16"/>
          <p:cNvSpPr txBox="1"/>
          <p:nvPr/>
        </p:nvSpPr>
        <p:spPr>
          <a:xfrm>
            <a:off x="381000" y="152400"/>
            <a:ext cx="7924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Perspective vs. Orthographic</a:t>
            </a:r>
            <a:endParaRPr/>
          </a:p>
        </p:txBody>
      </p:sp>
      <p:sp>
        <p:nvSpPr>
          <p:cNvPr id="300" name="Google Shape;300;p16"/>
          <p:cNvSpPr txBox="1"/>
          <p:nvPr/>
        </p:nvSpPr>
        <p:spPr>
          <a:xfrm>
            <a:off x="4572000" y="4343400"/>
            <a:ext cx="38100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projection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foreshortening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vanishing point</a:t>
            </a:r>
            <a:endParaRPr/>
          </a:p>
        </p:txBody>
      </p:sp>
      <p:pic>
        <p:nvPicPr>
          <p:cNvPr id="301" name="Google Shape;3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143000"/>
            <a:ext cx="2884487" cy="2735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4400" y="1143000"/>
            <a:ext cx="3352800" cy="2706687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6"/>
          <p:cNvSpPr txBox="1"/>
          <p:nvPr/>
        </p:nvSpPr>
        <p:spPr>
          <a:xfrm>
            <a:off x="1216025" y="3810000"/>
            <a:ext cx="157162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perspective</a:t>
            </a:r>
            <a:endParaRPr/>
          </a:p>
        </p:txBody>
      </p:sp>
      <p:sp>
        <p:nvSpPr>
          <p:cNvPr id="304" name="Google Shape;304;p16"/>
          <p:cNvSpPr txBox="1"/>
          <p:nvPr/>
        </p:nvSpPr>
        <p:spPr>
          <a:xfrm>
            <a:off x="5041900" y="3810000"/>
            <a:ext cx="1741487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orthographic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pic>
        <p:nvPicPr>
          <p:cNvPr id="312" name="Google Shape;3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3262" y="1270000"/>
            <a:ext cx="5722937" cy="29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7800" y="1219200"/>
            <a:ext cx="6248400" cy="3124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7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Orthographic Camera</a:t>
            </a:r>
            <a:endParaRPr/>
          </a:p>
        </p:txBody>
      </p:sp>
      <p:sp>
        <p:nvSpPr>
          <p:cNvPr id="315" name="Google Shape;315;p17"/>
          <p:cNvSpPr txBox="1"/>
          <p:nvPr/>
        </p:nvSpPr>
        <p:spPr>
          <a:xfrm>
            <a:off x="381000" y="4572000"/>
            <a:ext cx="86106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Generation?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 = center + (x-0.5)*size*horizontal + (y-0.5)*size*up ??  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Direction is constant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23" name="Google Shape;323;p18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Weird Cameras</a:t>
            </a:r>
            <a:endParaRPr/>
          </a:p>
        </p:txBody>
      </p:sp>
      <p:sp>
        <p:nvSpPr>
          <p:cNvPr id="324" name="Google Shape;324;p18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 fish eye, omnimax, panorama</a:t>
            </a:r>
            <a:endParaRPr/>
          </a:p>
        </p:txBody>
      </p:sp>
      <p:pic>
        <p:nvPicPr>
          <p:cNvPr id="325" name="Google Shape;32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795462"/>
            <a:ext cx="4495800" cy="4370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0" y="1781175"/>
            <a:ext cx="3252787" cy="43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34" name="Google Shape;334;p19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/>
          </a:p>
        </p:txBody>
      </p:sp>
      <p:sp>
        <p:nvSpPr>
          <p:cNvPr id="335" name="Google Shape;335;p19"/>
          <p:cNvSpPr txBox="1"/>
          <p:nvPr/>
        </p:nvSpPr>
        <p:spPr>
          <a:xfrm>
            <a:off x="381000" y="1371600"/>
            <a:ext cx="8610600" cy="4876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AAE2C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Casting Basics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and Ray Generation</a:t>
            </a:r>
            <a:endParaRPr b="0" i="0" sz="32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Object Intersection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Sphere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Triangle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Quadric Surface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Recursive Ray Tracing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Mirror Reflection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Refraction</a:t>
            </a:r>
            <a:endParaRPr/>
          </a:p>
        </p:txBody>
      </p:sp>
      <p:sp>
        <p:nvSpPr>
          <p:cNvPr id="336" name="Google Shape;336;p19"/>
          <p:cNvSpPr/>
          <p:nvPr/>
        </p:nvSpPr>
        <p:spPr>
          <a:xfrm>
            <a:off x="7745412" y="5929312"/>
            <a:ext cx="6350" cy="1587"/>
          </a:xfrm>
          <a:custGeom>
            <a:rect b="b" l="l" r="r" t="t"/>
            <a:pathLst>
              <a:path extrusionOk="0" h="1587" w="4">
                <a:moveTo>
                  <a:pt x="4" y="0"/>
                </a:move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7594600" y="5911850"/>
            <a:ext cx="7937" cy="1587"/>
          </a:xfrm>
          <a:custGeom>
            <a:rect b="b" l="l" r="r" t="t"/>
            <a:pathLst>
              <a:path extrusionOk="0" h="1588" w="5">
                <a:moveTo>
                  <a:pt x="0" y="0"/>
                </a:move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8" name="Google Shape;3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0612" y="3821112"/>
            <a:ext cx="2744787" cy="1208087"/>
          </a:xfrm>
          <a:prstGeom prst="rect">
            <a:avLst/>
          </a:prstGeom>
          <a:noFill/>
          <a:ln cap="sq" cmpd="sng" w="3815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39" name="Google Shape;33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990600"/>
            <a:ext cx="274320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2200" y="2362200"/>
            <a:ext cx="27432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5105400"/>
            <a:ext cx="2743200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pic>
        <p:nvPicPr>
          <p:cNvPr id="349" name="Google Shape;34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3733800"/>
            <a:ext cx="5943600" cy="2805112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0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Casting – Finding Intersection</a:t>
            </a:r>
            <a:endParaRPr/>
          </a:p>
        </p:txBody>
      </p:sp>
      <p:sp>
        <p:nvSpPr>
          <p:cNvPr id="351" name="Google Shape;351;p20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0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For every pixel </a:t>
            </a:r>
            <a:br>
              <a:rPr b="0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Construct a ray from the eye </a:t>
            </a:r>
            <a:br>
              <a:rPr b="0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000" u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For every object in the scene</a:t>
            </a:r>
            <a:endParaRPr/>
          </a:p>
          <a:p>
            <a:pPr indent="-225425" lvl="2" marL="1143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Courier New"/>
              <a:buNone/>
            </a:pPr>
            <a:r>
              <a:rPr b="1" i="0" lang="en-US" sz="20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Find intersection with the ray </a:t>
            </a:r>
            <a:endParaRPr/>
          </a:p>
          <a:p>
            <a:pPr indent="-225425" lvl="2" marL="1143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Keep if closest</a:t>
            </a:r>
            <a:endParaRPr/>
          </a:p>
          <a:p>
            <a:pPr indent="-339725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we will study ray-plane intersection</a:t>
            </a:r>
            <a:endParaRPr/>
          </a:p>
        </p:txBody>
      </p:sp>
      <p:cxnSp>
        <p:nvCxnSpPr>
          <p:cNvPr id="352" name="Google Shape;352;p20"/>
          <p:cNvCxnSpPr/>
          <p:nvPr/>
        </p:nvCxnSpPr>
        <p:spPr>
          <a:xfrm rot="10800000">
            <a:off x="2573337" y="4206875"/>
            <a:ext cx="887412" cy="223837"/>
          </a:xfrm>
          <a:prstGeom prst="straightConnector1">
            <a:avLst/>
          </a:prstGeom>
          <a:noFill/>
          <a:ln cap="sq" cmpd="sng" w="76300">
            <a:solidFill>
              <a:srgbClr val="E6020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53" name="Google Shape;353;p20"/>
          <p:cNvSpPr/>
          <p:nvPr/>
        </p:nvSpPr>
        <p:spPr>
          <a:xfrm>
            <a:off x="3276600" y="3810000"/>
            <a:ext cx="1106487" cy="1752600"/>
          </a:xfrm>
          <a:custGeom>
            <a:rect b="b" l="l" r="r" t="t"/>
            <a:pathLst>
              <a:path extrusionOk="0" h="912" w="576">
                <a:moveTo>
                  <a:pt x="288" y="912"/>
                </a:moveTo>
                <a:lnTo>
                  <a:pt x="0" y="192"/>
                </a:lnTo>
                <a:lnTo>
                  <a:pt x="384" y="0"/>
                </a:lnTo>
                <a:lnTo>
                  <a:pt x="576" y="480"/>
                </a:lnTo>
                <a:lnTo>
                  <a:pt x="288" y="912"/>
                </a:lnTo>
                <a:close/>
              </a:path>
            </a:pathLst>
          </a:custGeom>
          <a:solidFill>
            <a:srgbClr val="CCCCFF"/>
          </a:solid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4000500" y="4478337"/>
            <a:ext cx="76200" cy="158750"/>
          </a:xfrm>
          <a:prstGeom prst="ellipse">
            <a:avLst/>
          </a:prstGeom>
          <a:solidFill>
            <a:srgbClr val="00CC99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5" name="Google Shape;355;p20"/>
          <p:cNvCxnSpPr/>
          <p:nvPr/>
        </p:nvCxnSpPr>
        <p:spPr>
          <a:xfrm rot="10800000">
            <a:off x="4022725" y="4548187"/>
            <a:ext cx="892175" cy="231775"/>
          </a:xfrm>
          <a:prstGeom prst="straightConnector1">
            <a:avLst/>
          </a:prstGeom>
          <a:noFill/>
          <a:ln cap="sq" cmpd="sng" w="57225">
            <a:solidFill>
              <a:srgbClr val="E6020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56" name="Google Shape;356;p20"/>
          <p:cNvSpPr/>
          <p:nvPr/>
        </p:nvSpPr>
        <p:spPr>
          <a:xfrm>
            <a:off x="5353050" y="4772025"/>
            <a:ext cx="120650" cy="203200"/>
          </a:xfrm>
          <a:custGeom>
            <a:rect b="b" l="l" r="r" t="t"/>
            <a:pathLst>
              <a:path extrusionOk="0" h="128" w="76">
                <a:moveTo>
                  <a:pt x="4" y="0"/>
                </a:moveTo>
                <a:lnTo>
                  <a:pt x="70" y="14"/>
                </a:lnTo>
                <a:lnTo>
                  <a:pt x="76" y="128"/>
                </a:lnTo>
                <a:lnTo>
                  <a:pt x="0" y="112"/>
                </a:lnTo>
                <a:lnTo>
                  <a:pt x="4" y="0"/>
                </a:lnTo>
                <a:close/>
              </a:path>
            </a:pathLst>
          </a:custGeom>
          <a:solidFill>
            <a:srgbClr val="FF9900"/>
          </a:solid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57" name="Google Shape;357;p20"/>
          <p:cNvCxnSpPr/>
          <p:nvPr/>
        </p:nvCxnSpPr>
        <p:spPr>
          <a:xfrm rot="10800000">
            <a:off x="5373687" y="4895850"/>
            <a:ext cx="892175" cy="231775"/>
          </a:xfrm>
          <a:prstGeom prst="straightConnector1">
            <a:avLst/>
          </a:prstGeom>
          <a:noFill/>
          <a:ln cap="sq" cmpd="sng" w="57225">
            <a:solidFill>
              <a:srgbClr val="E60202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1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65" name="Google Shape;365;p21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Recall: Ray Representation</a:t>
            </a:r>
            <a:endParaRPr/>
          </a:p>
        </p:txBody>
      </p:sp>
      <p:sp>
        <p:nvSpPr>
          <p:cNvPr id="366" name="Google Shape;366;p21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Parametric line 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P(t) = R</a:t>
            </a:r>
            <a:r>
              <a:rPr b="0" baseline="-25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t * R</a:t>
            </a:r>
            <a:r>
              <a:rPr b="0" baseline="-25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Explicit representation</a:t>
            </a:r>
            <a:endParaRPr/>
          </a:p>
        </p:txBody>
      </p:sp>
      <p:sp>
        <p:nvSpPr>
          <p:cNvPr id="367" name="Google Shape;367;p21"/>
          <p:cNvSpPr txBox="1"/>
          <p:nvPr/>
        </p:nvSpPr>
        <p:spPr>
          <a:xfrm>
            <a:off x="4800600" y="5272087"/>
            <a:ext cx="6096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368" name="Google Shape;368;p21"/>
          <p:cNvSpPr txBox="1"/>
          <p:nvPr/>
        </p:nvSpPr>
        <p:spPr>
          <a:xfrm>
            <a:off x="6324600" y="5576887"/>
            <a:ext cx="6096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/>
          </a:p>
        </p:txBody>
      </p:sp>
      <p:pic>
        <p:nvPicPr>
          <p:cNvPr id="369" name="Google Shape;36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4800600"/>
            <a:ext cx="660400" cy="622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0" name="Google Shape;370;p21"/>
          <p:cNvCxnSpPr/>
          <p:nvPr/>
        </p:nvCxnSpPr>
        <p:spPr>
          <a:xfrm rot="10800000">
            <a:off x="4981575" y="4857750"/>
            <a:ext cx="1225550" cy="311150"/>
          </a:xfrm>
          <a:prstGeom prst="straightConnector1">
            <a:avLst/>
          </a:prstGeom>
          <a:noFill/>
          <a:ln cap="sq" cmpd="sng" w="76300">
            <a:solidFill>
              <a:srgbClr val="CC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71" name="Google Shape;371;p21"/>
          <p:cNvSpPr txBox="1"/>
          <p:nvPr/>
        </p:nvSpPr>
        <p:spPr>
          <a:xfrm>
            <a:off x="6096000" y="5257800"/>
            <a:ext cx="91122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</a:t>
            </a:r>
            <a:endParaRPr/>
          </a:p>
        </p:txBody>
      </p:sp>
      <p:sp>
        <p:nvSpPr>
          <p:cNvPr id="372" name="Google Shape;372;p21"/>
          <p:cNvSpPr txBox="1"/>
          <p:nvPr/>
        </p:nvSpPr>
        <p:spPr>
          <a:xfrm>
            <a:off x="4419600" y="4953000"/>
            <a:ext cx="126682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direction</a:t>
            </a:r>
            <a:endParaRPr/>
          </a:p>
        </p:txBody>
      </p:sp>
      <p:cxnSp>
        <p:nvCxnSpPr>
          <p:cNvPr id="373" name="Google Shape;373;p21"/>
          <p:cNvCxnSpPr/>
          <p:nvPr/>
        </p:nvCxnSpPr>
        <p:spPr>
          <a:xfrm rot="10800000">
            <a:off x="301625" y="3730625"/>
            <a:ext cx="8540750" cy="2063750"/>
          </a:xfrm>
          <a:prstGeom prst="straightConnector1">
            <a:avLst/>
          </a:prstGeom>
          <a:noFill/>
          <a:ln cap="sq" cmpd="sng" w="9525">
            <a:solidFill>
              <a:srgbClr val="CC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74" name="Google Shape;374;p21"/>
          <p:cNvSpPr/>
          <p:nvPr/>
        </p:nvSpPr>
        <p:spPr>
          <a:xfrm>
            <a:off x="1828800" y="4038600"/>
            <a:ext cx="152400" cy="152400"/>
          </a:xfrm>
          <a:prstGeom prst="ellipse">
            <a:avLst/>
          </a:prstGeom>
          <a:solidFill>
            <a:srgbClr val="00CC99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21"/>
          <p:cNvSpPr txBox="1"/>
          <p:nvPr/>
        </p:nvSpPr>
        <p:spPr>
          <a:xfrm>
            <a:off x="1295400" y="4114800"/>
            <a:ext cx="639762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P(t)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2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83" name="Google Shape;383;p22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3D Plane Representation?</a:t>
            </a:r>
            <a:endParaRPr/>
          </a:p>
        </p:txBody>
      </p:sp>
      <p:sp>
        <p:nvSpPr>
          <p:cNvPr id="384" name="Google Shape;384;p22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Plane defined by 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(x,y,z)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= (A,B,C) 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Implicit plane equation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H(P) = Ax+By+Cz+D = 0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= n·P + D = 0 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Point-Plane distance?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n is normalized, 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 to plane, d = H(P)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is the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signed distance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!</a:t>
            </a:r>
            <a:endParaRPr/>
          </a:p>
        </p:txBody>
      </p:sp>
      <p:grpSp>
        <p:nvGrpSpPr>
          <p:cNvPr id="385" name="Google Shape;385;p22"/>
          <p:cNvGrpSpPr/>
          <p:nvPr/>
        </p:nvGrpSpPr>
        <p:grpSpPr>
          <a:xfrm>
            <a:off x="4191000" y="2133600"/>
            <a:ext cx="4645025" cy="1446213"/>
            <a:chOff x="2640" y="1344"/>
            <a:chExt cx="2926" cy="911"/>
          </a:xfrm>
        </p:grpSpPr>
        <p:cxnSp>
          <p:nvCxnSpPr>
            <p:cNvPr id="386" name="Google Shape;386;p22"/>
            <p:cNvCxnSpPr/>
            <p:nvPr/>
          </p:nvCxnSpPr>
          <p:spPr>
            <a:xfrm>
              <a:off x="2640" y="1344"/>
              <a:ext cx="2284" cy="0"/>
            </a:xfrm>
            <a:prstGeom prst="straightConnector1">
              <a:avLst/>
            </a:prstGeom>
            <a:noFill/>
            <a:ln cap="sq" cmpd="sng" w="381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87" name="Google Shape;387;p22"/>
            <p:cNvCxnSpPr/>
            <p:nvPr/>
          </p:nvCxnSpPr>
          <p:spPr>
            <a:xfrm>
              <a:off x="2640" y="1344"/>
              <a:ext cx="960" cy="909"/>
            </a:xfrm>
            <a:prstGeom prst="straightConnector1">
              <a:avLst/>
            </a:prstGeom>
            <a:noFill/>
            <a:ln cap="sq" cmpd="sng" w="381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88" name="Google Shape;388;p22"/>
            <p:cNvCxnSpPr/>
            <p:nvPr/>
          </p:nvCxnSpPr>
          <p:spPr>
            <a:xfrm flipH="1" rot="10800000">
              <a:off x="3602" y="1798"/>
              <a:ext cx="1963" cy="457"/>
            </a:xfrm>
            <a:prstGeom prst="straightConnector1">
              <a:avLst/>
            </a:prstGeom>
            <a:noFill/>
            <a:ln cap="sq" cmpd="sng" w="381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89" name="Google Shape;389;p22"/>
            <p:cNvCxnSpPr/>
            <p:nvPr/>
          </p:nvCxnSpPr>
          <p:spPr>
            <a:xfrm>
              <a:off x="4926" y="1344"/>
              <a:ext cx="640" cy="453"/>
            </a:xfrm>
            <a:prstGeom prst="straightConnector1">
              <a:avLst/>
            </a:prstGeom>
            <a:noFill/>
            <a:ln cap="sq" cmpd="sng" w="38150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</p:grpSp>
      <p:grpSp>
        <p:nvGrpSpPr>
          <p:cNvPr id="390" name="Google Shape;390;p22"/>
          <p:cNvGrpSpPr/>
          <p:nvPr/>
        </p:nvGrpSpPr>
        <p:grpSpPr>
          <a:xfrm>
            <a:off x="6438900" y="1600200"/>
            <a:ext cx="2089150" cy="1373187"/>
            <a:chOff x="4056" y="1008"/>
            <a:chExt cx="1316" cy="865"/>
          </a:xfrm>
        </p:grpSpPr>
        <p:sp>
          <p:nvSpPr>
            <p:cNvPr id="391" name="Google Shape;391;p22"/>
            <p:cNvSpPr txBox="1"/>
            <p:nvPr/>
          </p:nvSpPr>
          <p:spPr>
            <a:xfrm>
              <a:off x="5121" y="1584"/>
              <a:ext cx="251" cy="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</a:t>
              </a:r>
              <a:endParaRPr/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4056" y="1632"/>
              <a:ext cx="142" cy="94"/>
            </a:xfrm>
            <a:prstGeom prst="ellipse">
              <a:avLst/>
            </a:prstGeom>
            <a:solidFill>
              <a:srgbClr val="9999FF"/>
            </a:solidFill>
            <a:ln cap="sq" cmpd="sng" w="190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93" name="Google Shape;393;p22"/>
            <p:cNvCxnSpPr/>
            <p:nvPr/>
          </p:nvCxnSpPr>
          <p:spPr>
            <a:xfrm rot="10800000">
              <a:off x="4128" y="1198"/>
              <a:ext cx="0" cy="482"/>
            </a:xfrm>
            <a:prstGeom prst="straightConnector1">
              <a:avLst/>
            </a:prstGeom>
            <a:noFill/>
            <a:ln cap="sq" cmpd="sng" w="57225">
              <a:solidFill>
                <a:srgbClr val="CC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sp>
          <p:nvSpPr>
            <p:cNvPr id="394" name="Google Shape;394;p22"/>
            <p:cNvSpPr txBox="1"/>
            <p:nvPr/>
          </p:nvSpPr>
          <p:spPr>
            <a:xfrm>
              <a:off x="4223" y="1536"/>
              <a:ext cx="275" cy="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rgbClr val="33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r>
                <a:rPr b="0" baseline="-25000" i="0" lang="en-US" sz="2400" u="none">
                  <a:solidFill>
                    <a:srgbClr val="33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/>
            </a:p>
          </p:txBody>
        </p:sp>
        <p:sp>
          <p:nvSpPr>
            <p:cNvPr id="395" name="Google Shape;395;p22"/>
            <p:cNvSpPr txBox="1"/>
            <p:nvPr/>
          </p:nvSpPr>
          <p:spPr>
            <a:xfrm>
              <a:off x="4140" y="1008"/>
              <a:ext cx="658" cy="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rgbClr val="CC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normal</a:t>
              </a:r>
              <a:endParaRPr/>
            </a:p>
          </p:txBody>
        </p:sp>
      </p:grpSp>
      <p:grpSp>
        <p:nvGrpSpPr>
          <p:cNvPr id="396" name="Google Shape;396;p22"/>
          <p:cNvGrpSpPr/>
          <p:nvPr/>
        </p:nvGrpSpPr>
        <p:grpSpPr>
          <a:xfrm>
            <a:off x="4724400" y="1066800"/>
            <a:ext cx="4071937" cy="3125787"/>
            <a:chOff x="2976" y="672"/>
            <a:chExt cx="2565" cy="1969"/>
          </a:xfrm>
        </p:grpSpPr>
        <p:cxnSp>
          <p:nvCxnSpPr>
            <p:cNvPr id="397" name="Google Shape;397;p22"/>
            <p:cNvCxnSpPr/>
            <p:nvPr/>
          </p:nvCxnSpPr>
          <p:spPr>
            <a:xfrm>
              <a:off x="3504" y="1056"/>
              <a:ext cx="0" cy="622"/>
            </a:xfrm>
            <a:prstGeom prst="straightConnector1">
              <a:avLst/>
            </a:prstGeom>
            <a:noFill/>
            <a:ln cap="sq" cmpd="sng" w="284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98" name="Google Shape;398;p22"/>
            <p:cNvCxnSpPr/>
            <p:nvPr/>
          </p:nvCxnSpPr>
          <p:spPr>
            <a:xfrm>
              <a:off x="4848" y="1680"/>
              <a:ext cx="0" cy="286"/>
            </a:xfrm>
            <a:prstGeom prst="straightConnector1">
              <a:avLst/>
            </a:prstGeom>
            <a:noFill/>
            <a:ln cap="sq" cmpd="sng" w="28425">
              <a:solidFill>
                <a:srgbClr val="CCCC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399" name="Google Shape;399;p22"/>
            <p:cNvCxnSpPr/>
            <p:nvPr/>
          </p:nvCxnSpPr>
          <p:spPr>
            <a:xfrm>
              <a:off x="4848" y="1968"/>
              <a:ext cx="0" cy="334"/>
            </a:xfrm>
            <a:prstGeom prst="straightConnector1">
              <a:avLst/>
            </a:prstGeom>
            <a:noFill/>
            <a:ln cap="sq" cmpd="sng" w="284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400" name="Google Shape;400;p22"/>
            <p:cNvSpPr/>
            <p:nvPr/>
          </p:nvSpPr>
          <p:spPr>
            <a:xfrm>
              <a:off x="3456" y="1008"/>
              <a:ext cx="94" cy="94"/>
            </a:xfrm>
            <a:prstGeom prst="ellipse">
              <a:avLst/>
            </a:prstGeom>
            <a:solidFill>
              <a:srgbClr val="9999FF"/>
            </a:solidFill>
            <a:ln cap="sq" cmpd="sng" w="190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4800" y="2256"/>
              <a:ext cx="94" cy="94"/>
            </a:xfrm>
            <a:prstGeom prst="ellipse">
              <a:avLst/>
            </a:prstGeom>
            <a:solidFill>
              <a:srgbClr val="9999FF"/>
            </a:solidFill>
            <a:ln cap="sq" cmpd="sng" w="190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2" name="Google Shape;402;p22"/>
            <p:cNvSpPr txBox="1"/>
            <p:nvPr/>
          </p:nvSpPr>
          <p:spPr>
            <a:xfrm>
              <a:off x="3552" y="912"/>
              <a:ext cx="219" cy="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rgbClr val="33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endParaRPr/>
            </a:p>
          </p:txBody>
        </p:sp>
        <p:sp>
          <p:nvSpPr>
            <p:cNvPr id="403" name="Google Shape;403;p22"/>
            <p:cNvSpPr txBox="1"/>
            <p:nvPr/>
          </p:nvSpPr>
          <p:spPr>
            <a:xfrm>
              <a:off x="4896" y="2160"/>
              <a:ext cx="254" cy="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rgbClr val="33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P'</a:t>
              </a:r>
              <a:endParaRPr/>
            </a:p>
          </p:txBody>
        </p:sp>
        <p:sp>
          <p:nvSpPr>
            <p:cNvPr id="404" name="Google Shape;404;p22"/>
            <p:cNvSpPr txBox="1"/>
            <p:nvPr/>
          </p:nvSpPr>
          <p:spPr>
            <a:xfrm>
              <a:off x="4464" y="2352"/>
              <a:ext cx="1077" cy="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rgbClr val="33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H(p) = d &lt; 0</a:t>
              </a:r>
              <a:endParaRPr/>
            </a:p>
          </p:txBody>
        </p:sp>
        <p:sp>
          <p:nvSpPr>
            <p:cNvPr id="405" name="Google Shape;405;p22"/>
            <p:cNvSpPr txBox="1"/>
            <p:nvPr/>
          </p:nvSpPr>
          <p:spPr>
            <a:xfrm>
              <a:off x="2976" y="672"/>
              <a:ext cx="1077" cy="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800" lIns="90000" spcFirstLastPara="1" rIns="90000" wrap="square" tIns="468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CC"/>
                </a:buClr>
                <a:buSzPts val="2400"/>
                <a:buFont typeface="Times New Roman"/>
                <a:buNone/>
              </a:pPr>
              <a:r>
                <a:rPr b="0" i="0" lang="en-US" sz="2400" u="none">
                  <a:solidFill>
                    <a:srgbClr val="3333CC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H(p) = d &gt; 0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3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13" name="Google Shape;413;p23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Explicit vs. Implicit?</a:t>
            </a:r>
            <a:endParaRPr/>
          </a:p>
        </p:txBody>
      </p:sp>
      <p:sp>
        <p:nvSpPr>
          <p:cNvPr id="414" name="Google Shape;414;p23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equation is explicit       </a:t>
            </a:r>
            <a:r>
              <a:rPr b="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P(t) = R</a:t>
            </a:r>
            <a:r>
              <a:rPr b="0" baseline="-2500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t * R</a:t>
            </a:r>
            <a:r>
              <a:rPr b="0" baseline="-2500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Parametric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points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to verify that a point is on the ray 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Plane equation is implicit    </a:t>
            </a:r>
            <a:r>
              <a:rPr b="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H(P) = n·P + D = 0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of an equation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generate points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Verifies that a point is on the plane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4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22" name="Google Shape;422;p24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Ray-Plane Intersection</a:t>
            </a:r>
            <a:endParaRPr/>
          </a:p>
        </p:txBody>
      </p:sp>
      <p:sp>
        <p:nvSpPr>
          <p:cNvPr id="423" name="Google Shape;423;p24"/>
          <p:cNvSpPr txBox="1"/>
          <p:nvPr/>
        </p:nvSpPr>
        <p:spPr>
          <a:xfrm>
            <a:off x="381000" y="11430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Intersection means both are satisfied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insert explicit equation of ray into </a:t>
            </a:r>
            <a:b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implicit equation of plane &amp; solve for t</a:t>
            </a:r>
            <a:endParaRPr/>
          </a:p>
          <a:p>
            <a:pPr indent="-339725" lvl="0" marL="339725" marR="0" rtl="0" algn="l">
              <a:lnSpc>
                <a:spcPct val="110000"/>
              </a:lnSpc>
              <a:spcBef>
                <a:spcPts val="70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P(t) = R</a:t>
            </a:r>
            <a:r>
              <a:rPr b="0" baseline="-2500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t * R</a:t>
            </a:r>
            <a:r>
              <a:rPr b="0" baseline="-2500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  <a:p>
            <a:pPr indent="-339725" lvl="0" marL="33972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H(P) = n·</a:t>
            </a:r>
            <a:r>
              <a:rPr b="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D = 0</a:t>
            </a:r>
            <a:endParaRPr/>
          </a:p>
          <a:p>
            <a:pPr indent="-339725" lvl="0" marL="33972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n·(</a:t>
            </a:r>
            <a:r>
              <a:rPr b="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t * R</a:t>
            </a:r>
            <a:r>
              <a:rPr b="0" baseline="-2500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+ D = 0</a:t>
            </a:r>
            <a:endParaRPr/>
          </a:p>
          <a:p>
            <a:pPr indent="-339725" lvl="0" marL="33972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			t = -(D + n·R</a:t>
            </a:r>
            <a:r>
              <a:rPr b="0" baseline="-2500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/ n·R</a:t>
            </a:r>
            <a:r>
              <a:rPr b="0" baseline="-2500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4" name="Google Shape;424;p24"/>
          <p:cNvSpPr txBox="1"/>
          <p:nvPr/>
        </p:nvSpPr>
        <p:spPr>
          <a:xfrm>
            <a:off x="1876425" y="4392612"/>
            <a:ext cx="639762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P(t)</a:t>
            </a:r>
            <a:endParaRPr/>
          </a:p>
        </p:txBody>
      </p:sp>
      <p:grpSp>
        <p:nvGrpSpPr>
          <p:cNvPr id="425" name="Google Shape;425;p24"/>
          <p:cNvGrpSpPr/>
          <p:nvPr/>
        </p:nvGrpSpPr>
        <p:grpSpPr>
          <a:xfrm>
            <a:off x="152400" y="2974975"/>
            <a:ext cx="6062662" cy="2774950"/>
            <a:chOff x="96" y="1874"/>
            <a:chExt cx="3819" cy="1748"/>
          </a:xfrm>
        </p:grpSpPr>
        <p:grpSp>
          <p:nvGrpSpPr>
            <p:cNvPr id="426" name="Google Shape;426;p24"/>
            <p:cNvGrpSpPr/>
            <p:nvPr/>
          </p:nvGrpSpPr>
          <p:grpSpPr>
            <a:xfrm>
              <a:off x="3504" y="3074"/>
              <a:ext cx="411" cy="380"/>
              <a:chOff x="3504" y="3074"/>
              <a:chExt cx="411" cy="380"/>
            </a:xfrm>
          </p:grpSpPr>
          <p:sp>
            <p:nvSpPr>
              <p:cNvPr id="427" name="Google Shape;427;p24"/>
              <p:cNvSpPr/>
              <p:nvPr/>
            </p:nvSpPr>
            <p:spPr>
              <a:xfrm>
                <a:off x="3571" y="3205"/>
                <a:ext cx="92" cy="208"/>
              </a:xfrm>
              <a:custGeom>
                <a:rect b="b" l="l" r="r" t="t"/>
                <a:pathLst>
                  <a:path extrusionOk="0" h="210" w="94">
                    <a:moveTo>
                      <a:pt x="0" y="98"/>
                    </a:moveTo>
                    <a:lnTo>
                      <a:pt x="0" y="109"/>
                    </a:lnTo>
                    <a:lnTo>
                      <a:pt x="0" y="120"/>
                    </a:lnTo>
                    <a:lnTo>
                      <a:pt x="1" y="131"/>
                    </a:lnTo>
                    <a:lnTo>
                      <a:pt x="2" y="142"/>
                    </a:lnTo>
                    <a:lnTo>
                      <a:pt x="6" y="161"/>
                    </a:lnTo>
                    <a:lnTo>
                      <a:pt x="8" y="170"/>
                    </a:lnTo>
                    <a:lnTo>
                      <a:pt x="10" y="178"/>
                    </a:lnTo>
                    <a:lnTo>
                      <a:pt x="12" y="185"/>
                    </a:lnTo>
                    <a:lnTo>
                      <a:pt x="15" y="191"/>
                    </a:lnTo>
                    <a:lnTo>
                      <a:pt x="19" y="202"/>
                    </a:lnTo>
                    <a:lnTo>
                      <a:pt x="23" y="208"/>
                    </a:lnTo>
                    <a:lnTo>
                      <a:pt x="24" y="210"/>
                    </a:lnTo>
                    <a:lnTo>
                      <a:pt x="25" y="210"/>
                    </a:lnTo>
                    <a:lnTo>
                      <a:pt x="31" y="208"/>
                    </a:lnTo>
                    <a:lnTo>
                      <a:pt x="37" y="205"/>
                    </a:lnTo>
                    <a:lnTo>
                      <a:pt x="43" y="201"/>
                    </a:lnTo>
                    <a:lnTo>
                      <a:pt x="49" y="197"/>
                    </a:lnTo>
                    <a:lnTo>
                      <a:pt x="55" y="192"/>
                    </a:lnTo>
                    <a:lnTo>
                      <a:pt x="60" y="187"/>
                    </a:lnTo>
                    <a:lnTo>
                      <a:pt x="66" y="182"/>
                    </a:lnTo>
                    <a:lnTo>
                      <a:pt x="71" y="176"/>
                    </a:lnTo>
                    <a:lnTo>
                      <a:pt x="76" y="169"/>
                    </a:lnTo>
                    <a:lnTo>
                      <a:pt x="80" y="162"/>
                    </a:lnTo>
                    <a:lnTo>
                      <a:pt x="84" y="154"/>
                    </a:lnTo>
                    <a:lnTo>
                      <a:pt x="87" y="146"/>
                    </a:lnTo>
                    <a:lnTo>
                      <a:pt x="90" y="137"/>
                    </a:lnTo>
                    <a:lnTo>
                      <a:pt x="92" y="128"/>
                    </a:lnTo>
                    <a:lnTo>
                      <a:pt x="93" y="118"/>
                    </a:lnTo>
                    <a:lnTo>
                      <a:pt x="94" y="108"/>
                    </a:lnTo>
                    <a:lnTo>
                      <a:pt x="94" y="99"/>
                    </a:lnTo>
                    <a:lnTo>
                      <a:pt x="92" y="90"/>
                    </a:lnTo>
                    <a:lnTo>
                      <a:pt x="91" y="81"/>
                    </a:lnTo>
                    <a:lnTo>
                      <a:pt x="88" y="72"/>
                    </a:lnTo>
                    <a:lnTo>
                      <a:pt x="85" y="63"/>
                    </a:lnTo>
                    <a:lnTo>
                      <a:pt x="81" y="54"/>
                    </a:lnTo>
                    <a:lnTo>
                      <a:pt x="77" y="46"/>
                    </a:lnTo>
                    <a:lnTo>
                      <a:pt x="73" y="38"/>
                    </a:lnTo>
                    <a:lnTo>
                      <a:pt x="68" y="31"/>
                    </a:lnTo>
                    <a:lnTo>
                      <a:pt x="63" y="24"/>
                    </a:lnTo>
                    <a:lnTo>
                      <a:pt x="58" y="18"/>
                    </a:lnTo>
                    <a:lnTo>
                      <a:pt x="52" y="13"/>
                    </a:lnTo>
                    <a:lnTo>
                      <a:pt x="47" y="8"/>
                    </a:lnTo>
                    <a:lnTo>
                      <a:pt x="41" y="5"/>
                    </a:lnTo>
                    <a:lnTo>
                      <a:pt x="35" y="2"/>
                    </a:lnTo>
                    <a:lnTo>
                      <a:pt x="33" y="1"/>
                    </a:lnTo>
                    <a:lnTo>
                      <a:pt x="30" y="0"/>
                    </a:lnTo>
                    <a:lnTo>
                      <a:pt x="29" y="0"/>
                    </a:lnTo>
                    <a:lnTo>
                      <a:pt x="27" y="2"/>
                    </a:lnTo>
                    <a:lnTo>
                      <a:pt x="25" y="5"/>
                    </a:lnTo>
                    <a:lnTo>
                      <a:pt x="23" y="9"/>
                    </a:lnTo>
                    <a:lnTo>
                      <a:pt x="19" y="19"/>
                    </a:lnTo>
                    <a:lnTo>
                      <a:pt x="14" y="32"/>
                    </a:lnTo>
                    <a:lnTo>
                      <a:pt x="9" y="47"/>
                    </a:lnTo>
                    <a:lnTo>
                      <a:pt x="5" y="64"/>
                    </a:lnTo>
                    <a:lnTo>
                      <a:pt x="2" y="81"/>
                    </a:lnTo>
                    <a:lnTo>
                      <a:pt x="1" y="8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rgbClr val="4894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8" name="Google Shape;428;p24"/>
              <p:cNvSpPr/>
              <p:nvPr/>
            </p:nvSpPr>
            <p:spPr>
              <a:xfrm>
                <a:off x="3568" y="3302"/>
                <a:ext cx="27" cy="113"/>
              </a:xfrm>
              <a:custGeom>
                <a:rect b="b" l="l" r="r" t="t"/>
                <a:pathLst>
                  <a:path extrusionOk="0" h="115" w="29">
                    <a:moveTo>
                      <a:pt x="5" y="0"/>
                    </a:moveTo>
                    <a:lnTo>
                      <a:pt x="5" y="23"/>
                    </a:lnTo>
                    <a:lnTo>
                      <a:pt x="7" y="44"/>
                    </a:lnTo>
                    <a:lnTo>
                      <a:pt x="15" y="80"/>
                    </a:lnTo>
                    <a:lnTo>
                      <a:pt x="24" y="105"/>
                    </a:lnTo>
                    <a:lnTo>
                      <a:pt x="27" y="110"/>
                    </a:lnTo>
                    <a:lnTo>
                      <a:pt x="29" y="111"/>
                    </a:lnTo>
                    <a:lnTo>
                      <a:pt x="26" y="115"/>
                    </a:lnTo>
                    <a:lnTo>
                      <a:pt x="23" y="113"/>
                    </a:lnTo>
                    <a:lnTo>
                      <a:pt x="19" y="106"/>
                    </a:lnTo>
                    <a:lnTo>
                      <a:pt x="10" y="81"/>
                    </a:lnTo>
                    <a:lnTo>
                      <a:pt x="2" y="45"/>
                    </a:lnTo>
                    <a:lnTo>
                      <a:pt x="0" y="23"/>
                    </a:lnTo>
                    <a:lnTo>
                      <a:pt x="0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29" name="Google Shape;429;p24"/>
              <p:cNvSpPr/>
              <p:nvPr/>
            </p:nvSpPr>
            <p:spPr>
              <a:xfrm>
                <a:off x="3596" y="3313"/>
                <a:ext cx="69" cy="103"/>
              </a:xfrm>
              <a:custGeom>
                <a:rect b="b" l="l" r="r" t="t"/>
                <a:pathLst>
                  <a:path extrusionOk="0" h="105" w="71">
                    <a:moveTo>
                      <a:pt x="0" y="100"/>
                    </a:moveTo>
                    <a:lnTo>
                      <a:pt x="10" y="95"/>
                    </a:lnTo>
                    <a:lnTo>
                      <a:pt x="22" y="87"/>
                    </a:lnTo>
                    <a:lnTo>
                      <a:pt x="33" y="77"/>
                    </a:lnTo>
                    <a:lnTo>
                      <a:pt x="44" y="65"/>
                    </a:lnTo>
                    <a:lnTo>
                      <a:pt x="53" y="53"/>
                    </a:lnTo>
                    <a:lnTo>
                      <a:pt x="60" y="37"/>
                    </a:lnTo>
                    <a:lnTo>
                      <a:pt x="65" y="19"/>
                    </a:lnTo>
                    <a:lnTo>
                      <a:pt x="67" y="0"/>
                    </a:lnTo>
                    <a:lnTo>
                      <a:pt x="71" y="0"/>
                    </a:lnTo>
                    <a:lnTo>
                      <a:pt x="69" y="21"/>
                    </a:lnTo>
                    <a:lnTo>
                      <a:pt x="64" y="40"/>
                    </a:lnTo>
                    <a:lnTo>
                      <a:pt x="57" y="56"/>
                    </a:lnTo>
                    <a:lnTo>
                      <a:pt x="47" y="69"/>
                    </a:lnTo>
                    <a:lnTo>
                      <a:pt x="36" y="81"/>
                    </a:lnTo>
                    <a:lnTo>
                      <a:pt x="25" y="91"/>
                    </a:lnTo>
                    <a:lnTo>
                      <a:pt x="13" y="99"/>
                    </a:lnTo>
                    <a:lnTo>
                      <a:pt x="1" y="105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0" name="Google Shape;430;p24"/>
              <p:cNvSpPr/>
              <p:nvPr/>
            </p:nvSpPr>
            <p:spPr>
              <a:xfrm>
                <a:off x="3594" y="3413"/>
                <a:ext cx="1" cy="4"/>
              </a:xfrm>
              <a:custGeom>
                <a:rect b="b" l="l" r="r" t="t"/>
                <a:pathLst>
                  <a:path extrusionOk="0" h="6" w="3">
                    <a:moveTo>
                      <a:pt x="0" y="4"/>
                    </a:moveTo>
                    <a:lnTo>
                      <a:pt x="2" y="6"/>
                    </a:lnTo>
                    <a:lnTo>
                      <a:pt x="3" y="5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1" name="Google Shape;431;p24"/>
              <p:cNvSpPr/>
              <p:nvPr/>
            </p:nvSpPr>
            <p:spPr>
              <a:xfrm>
                <a:off x="3600" y="3203"/>
                <a:ext cx="65" cy="108"/>
              </a:xfrm>
              <a:custGeom>
                <a:rect b="b" l="l" r="r" t="t"/>
                <a:pathLst>
                  <a:path extrusionOk="0" h="110" w="67">
                    <a:moveTo>
                      <a:pt x="63" y="110"/>
                    </a:moveTo>
                    <a:lnTo>
                      <a:pt x="61" y="92"/>
                    </a:lnTo>
                    <a:lnTo>
                      <a:pt x="57" y="75"/>
                    </a:lnTo>
                    <a:lnTo>
                      <a:pt x="50" y="58"/>
                    </a:lnTo>
                    <a:lnTo>
                      <a:pt x="42" y="42"/>
                    </a:lnTo>
                    <a:lnTo>
                      <a:pt x="32" y="28"/>
                    </a:lnTo>
                    <a:lnTo>
                      <a:pt x="21" y="17"/>
                    </a:lnTo>
                    <a:lnTo>
                      <a:pt x="10" y="8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13" y="4"/>
                    </a:lnTo>
                    <a:lnTo>
                      <a:pt x="24" y="13"/>
                    </a:lnTo>
                    <a:lnTo>
                      <a:pt x="35" y="24"/>
                    </a:lnTo>
                    <a:lnTo>
                      <a:pt x="46" y="39"/>
                    </a:lnTo>
                    <a:lnTo>
                      <a:pt x="54" y="55"/>
                    </a:lnTo>
                    <a:lnTo>
                      <a:pt x="61" y="73"/>
                    </a:lnTo>
                    <a:lnTo>
                      <a:pt x="65" y="92"/>
                    </a:lnTo>
                    <a:lnTo>
                      <a:pt x="67" y="110"/>
                    </a:lnTo>
                    <a:lnTo>
                      <a:pt x="63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2" name="Google Shape;432;p24"/>
              <p:cNvSpPr/>
              <p:nvPr/>
            </p:nvSpPr>
            <p:spPr>
              <a:xfrm>
                <a:off x="3568" y="3203"/>
                <a:ext cx="32" cy="97"/>
              </a:xfrm>
              <a:custGeom>
                <a:rect b="b" l="l" r="r" t="t"/>
                <a:pathLst>
                  <a:path extrusionOk="0" h="99" w="34">
                    <a:moveTo>
                      <a:pt x="34" y="4"/>
                    </a:moveTo>
                    <a:lnTo>
                      <a:pt x="32" y="6"/>
                    </a:lnTo>
                    <a:lnTo>
                      <a:pt x="28" y="10"/>
                    </a:lnTo>
                    <a:lnTo>
                      <a:pt x="19" y="34"/>
                    </a:lnTo>
                    <a:lnTo>
                      <a:pt x="10" y="66"/>
                    </a:lnTo>
                    <a:lnTo>
                      <a:pt x="7" y="83"/>
                    </a:lnTo>
                    <a:lnTo>
                      <a:pt x="5" y="99"/>
                    </a:lnTo>
                    <a:lnTo>
                      <a:pt x="0" y="99"/>
                    </a:lnTo>
                    <a:lnTo>
                      <a:pt x="2" y="83"/>
                    </a:lnTo>
                    <a:lnTo>
                      <a:pt x="5" y="65"/>
                    </a:lnTo>
                    <a:lnTo>
                      <a:pt x="14" y="33"/>
                    </a:lnTo>
                    <a:lnTo>
                      <a:pt x="23" y="9"/>
                    </a:lnTo>
                    <a:lnTo>
                      <a:pt x="28" y="3"/>
                    </a:lnTo>
                    <a:lnTo>
                      <a:pt x="31" y="0"/>
                    </a:lnTo>
                    <a:lnTo>
                      <a:pt x="3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3" name="Google Shape;433;p24"/>
              <p:cNvSpPr/>
              <p:nvPr/>
            </p:nvSpPr>
            <p:spPr>
              <a:xfrm>
                <a:off x="3599" y="3202"/>
                <a:ext cx="1" cy="3"/>
              </a:xfrm>
              <a:custGeom>
                <a:rect b="b" l="l" r="r" t="t"/>
                <a:pathLst>
                  <a:path extrusionOk="0" h="5" w="3">
                    <a:moveTo>
                      <a:pt x="3" y="1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3" y="5"/>
                    </a:lnTo>
                    <a:lnTo>
                      <a:pt x="1" y="5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4" name="Google Shape;434;p24"/>
              <p:cNvSpPr/>
              <p:nvPr/>
            </p:nvSpPr>
            <p:spPr>
              <a:xfrm>
                <a:off x="3512" y="3118"/>
                <a:ext cx="403" cy="235"/>
              </a:xfrm>
              <a:custGeom>
                <a:rect b="b" l="l" r="r" t="t"/>
                <a:pathLst>
                  <a:path extrusionOk="0" h="237" w="405">
                    <a:moveTo>
                      <a:pt x="400" y="237"/>
                    </a:moveTo>
                    <a:lnTo>
                      <a:pt x="382" y="226"/>
                    </a:lnTo>
                    <a:lnTo>
                      <a:pt x="361" y="215"/>
                    </a:lnTo>
                    <a:lnTo>
                      <a:pt x="306" y="190"/>
                    </a:lnTo>
                    <a:lnTo>
                      <a:pt x="175" y="135"/>
                    </a:lnTo>
                    <a:lnTo>
                      <a:pt x="111" y="104"/>
                    </a:lnTo>
                    <a:lnTo>
                      <a:pt x="83" y="88"/>
                    </a:lnTo>
                    <a:lnTo>
                      <a:pt x="57" y="72"/>
                    </a:lnTo>
                    <a:lnTo>
                      <a:pt x="36" y="55"/>
                    </a:lnTo>
                    <a:lnTo>
                      <a:pt x="19" y="38"/>
                    </a:lnTo>
                    <a:lnTo>
                      <a:pt x="6" y="21"/>
                    </a:lnTo>
                    <a:lnTo>
                      <a:pt x="0" y="3"/>
                    </a:lnTo>
                    <a:lnTo>
                      <a:pt x="8" y="0"/>
                    </a:lnTo>
                    <a:lnTo>
                      <a:pt x="13" y="16"/>
                    </a:lnTo>
                    <a:lnTo>
                      <a:pt x="25" y="32"/>
                    </a:lnTo>
                    <a:lnTo>
                      <a:pt x="42" y="49"/>
                    </a:lnTo>
                    <a:lnTo>
                      <a:pt x="63" y="65"/>
                    </a:lnTo>
                    <a:lnTo>
                      <a:pt x="88" y="81"/>
                    </a:lnTo>
                    <a:lnTo>
                      <a:pt x="116" y="97"/>
                    </a:lnTo>
                    <a:lnTo>
                      <a:pt x="179" y="127"/>
                    </a:lnTo>
                    <a:lnTo>
                      <a:pt x="310" y="182"/>
                    </a:lnTo>
                    <a:lnTo>
                      <a:pt x="365" y="207"/>
                    </a:lnTo>
                    <a:lnTo>
                      <a:pt x="387" y="219"/>
                    </a:lnTo>
                    <a:lnTo>
                      <a:pt x="405" y="230"/>
                    </a:lnTo>
                    <a:lnTo>
                      <a:pt x="400" y="23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5" name="Google Shape;435;p24"/>
              <p:cNvSpPr/>
              <p:nvPr/>
            </p:nvSpPr>
            <p:spPr>
              <a:xfrm>
                <a:off x="3598" y="3347"/>
                <a:ext cx="315" cy="70"/>
              </a:xfrm>
              <a:custGeom>
                <a:rect b="b" l="l" r="r" t="t"/>
                <a:pathLst>
                  <a:path extrusionOk="0" h="72" w="317">
                    <a:moveTo>
                      <a:pt x="317" y="9"/>
                    </a:moveTo>
                    <a:lnTo>
                      <a:pt x="258" y="9"/>
                    </a:lnTo>
                    <a:lnTo>
                      <a:pt x="207" y="12"/>
                    </a:lnTo>
                    <a:lnTo>
                      <a:pt x="162" y="19"/>
                    </a:lnTo>
                    <a:lnTo>
                      <a:pt x="122" y="27"/>
                    </a:lnTo>
                    <a:lnTo>
                      <a:pt x="88" y="37"/>
                    </a:lnTo>
                    <a:lnTo>
                      <a:pt x="57" y="48"/>
                    </a:lnTo>
                    <a:lnTo>
                      <a:pt x="4" y="72"/>
                    </a:lnTo>
                    <a:lnTo>
                      <a:pt x="0" y="64"/>
                    </a:lnTo>
                    <a:lnTo>
                      <a:pt x="53" y="40"/>
                    </a:lnTo>
                    <a:lnTo>
                      <a:pt x="84" y="29"/>
                    </a:lnTo>
                    <a:lnTo>
                      <a:pt x="119" y="19"/>
                    </a:lnTo>
                    <a:lnTo>
                      <a:pt x="159" y="11"/>
                    </a:lnTo>
                    <a:lnTo>
                      <a:pt x="205" y="4"/>
                    </a:lnTo>
                    <a:lnTo>
                      <a:pt x="258" y="1"/>
                    </a:lnTo>
                    <a:lnTo>
                      <a:pt x="317" y="0"/>
                    </a:lnTo>
                    <a:lnTo>
                      <a:pt x="317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6" name="Google Shape;436;p24"/>
              <p:cNvSpPr/>
              <p:nvPr/>
            </p:nvSpPr>
            <p:spPr>
              <a:xfrm>
                <a:off x="3565" y="3412"/>
                <a:ext cx="36" cy="42"/>
              </a:xfrm>
              <a:custGeom>
                <a:rect b="b" l="l" r="r" t="t"/>
                <a:pathLst>
                  <a:path extrusionOk="0" h="44" w="38">
                    <a:moveTo>
                      <a:pt x="38" y="7"/>
                    </a:moveTo>
                    <a:lnTo>
                      <a:pt x="25" y="15"/>
                    </a:lnTo>
                    <a:lnTo>
                      <a:pt x="16" y="24"/>
                    </a:lnTo>
                    <a:lnTo>
                      <a:pt x="11" y="33"/>
                    </a:lnTo>
                    <a:lnTo>
                      <a:pt x="9" y="44"/>
                    </a:lnTo>
                    <a:lnTo>
                      <a:pt x="0" y="43"/>
                    </a:lnTo>
                    <a:lnTo>
                      <a:pt x="2" y="31"/>
                    </a:lnTo>
                    <a:lnTo>
                      <a:pt x="9" y="18"/>
                    </a:lnTo>
                    <a:lnTo>
                      <a:pt x="19" y="8"/>
                    </a:lnTo>
                    <a:lnTo>
                      <a:pt x="32" y="0"/>
                    </a:lnTo>
                    <a:lnTo>
                      <a:pt x="38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7" name="Google Shape;437;p24"/>
              <p:cNvSpPr/>
              <p:nvPr/>
            </p:nvSpPr>
            <p:spPr>
              <a:xfrm>
                <a:off x="3597" y="3411"/>
                <a:ext cx="4" cy="6"/>
              </a:xfrm>
              <a:custGeom>
                <a:rect b="b" l="l" r="r" t="t"/>
                <a:pathLst>
                  <a:path extrusionOk="0" h="8" w="6">
                    <a:moveTo>
                      <a:pt x="1" y="0"/>
                    </a:moveTo>
                    <a:lnTo>
                      <a:pt x="0" y="1"/>
                    </a:lnTo>
                    <a:lnTo>
                      <a:pt x="6" y="8"/>
                    </a:lnTo>
                    <a:lnTo>
                      <a:pt x="5" y="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8" name="Google Shape;438;p24"/>
              <p:cNvSpPr/>
              <p:nvPr/>
            </p:nvSpPr>
            <p:spPr>
              <a:xfrm>
                <a:off x="3569" y="3280"/>
                <a:ext cx="26" cy="46"/>
              </a:xfrm>
              <a:custGeom>
                <a:rect b="b" l="l" r="r" t="t"/>
                <a:pathLst>
                  <a:path extrusionOk="0" h="48" w="28">
                    <a:moveTo>
                      <a:pt x="28" y="24"/>
                    </a:moveTo>
                    <a:lnTo>
                      <a:pt x="28" y="19"/>
                    </a:lnTo>
                    <a:lnTo>
                      <a:pt x="27" y="15"/>
                    </a:lnTo>
                    <a:lnTo>
                      <a:pt x="25" y="11"/>
                    </a:lnTo>
                    <a:lnTo>
                      <a:pt x="23" y="7"/>
                    </a:lnTo>
                    <a:lnTo>
                      <a:pt x="21" y="4"/>
                    </a:lnTo>
                    <a:lnTo>
                      <a:pt x="18" y="2"/>
                    </a:lnTo>
                    <a:lnTo>
                      <a:pt x="15" y="1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7"/>
                    </a:lnTo>
                    <a:lnTo>
                      <a:pt x="1" y="10"/>
                    </a:lnTo>
                    <a:lnTo>
                      <a:pt x="1" y="14"/>
                    </a:lnTo>
                    <a:lnTo>
                      <a:pt x="0" y="24"/>
                    </a:lnTo>
                    <a:lnTo>
                      <a:pt x="0" y="33"/>
                    </a:lnTo>
                    <a:lnTo>
                      <a:pt x="1" y="37"/>
                    </a:lnTo>
                    <a:lnTo>
                      <a:pt x="2" y="41"/>
                    </a:lnTo>
                    <a:lnTo>
                      <a:pt x="3" y="44"/>
                    </a:lnTo>
                    <a:lnTo>
                      <a:pt x="5" y="46"/>
                    </a:lnTo>
                    <a:lnTo>
                      <a:pt x="7" y="47"/>
                    </a:lnTo>
                    <a:lnTo>
                      <a:pt x="10" y="48"/>
                    </a:lnTo>
                    <a:lnTo>
                      <a:pt x="14" y="47"/>
                    </a:lnTo>
                    <a:lnTo>
                      <a:pt x="17" y="46"/>
                    </a:lnTo>
                    <a:lnTo>
                      <a:pt x="20" y="44"/>
                    </a:lnTo>
                    <a:lnTo>
                      <a:pt x="21" y="43"/>
                    </a:lnTo>
                    <a:lnTo>
                      <a:pt x="23" y="41"/>
                    </a:lnTo>
                    <a:lnTo>
                      <a:pt x="25" y="38"/>
                    </a:lnTo>
                    <a:lnTo>
                      <a:pt x="26" y="34"/>
                    </a:lnTo>
                    <a:lnTo>
                      <a:pt x="27" y="29"/>
                    </a:lnTo>
                    <a:lnTo>
                      <a:pt x="28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39" name="Google Shape;439;p24"/>
              <p:cNvSpPr/>
              <p:nvPr/>
            </p:nvSpPr>
            <p:spPr>
              <a:xfrm>
                <a:off x="3587" y="3225"/>
                <a:ext cx="24" cy="49"/>
              </a:xfrm>
              <a:custGeom>
                <a:rect b="b" l="l" r="r" t="t"/>
                <a:pathLst>
                  <a:path extrusionOk="0" h="51" w="26">
                    <a:moveTo>
                      <a:pt x="26" y="3"/>
                    </a:moveTo>
                    <a:lnTo>
                      <a:pt x="21" y="0"/>
                    </a:lnTo>
                    <a:lnTo>
                      <a:pt x="0" y="48"/>
                    </a:lnTo>
                    <a:lnTo>
                      <a:pt x="5" y="51"/>
                    </a:lnTo>
                    <a:lnTo>
                      <a:pt x="26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0" name="Google Shape;440;p24"/>
              <p:cNvSpPr/>
              <p:nvPr/>
            </p:nvSpPr>
            <p:spPr>
              <a:xfrm>
                <a:off x="3607" y="3304"/>
                <a:ext cx="40" cy="6"/>
              </a:xfrm>
              <a:custGeom>
                <a:rect b="b" l="l" r="r" t="t"/>
                <a:pathLst>
                  <a:path extrusionOk="0" h="8" w="42">
                    <a:moveTo>
                      <a:pt x="42" y="8"/>
                    </a:moveTo>
                    <a:lnTo>
                      <a:pt x="42" y="3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42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1" name="Google Shape;441;p24"/>
              <p:cNvSpPr/>
              <p:nvPr/>
            </p:nvSpPr>
            <p:spPr>
              <a:xfrm>
                <a:off x="3580" y="3339"/>
                <a:ext cx="21" cy="45"/>
              </a:xfrm>
              <a:custGeom>
                <a:rect b="b" l="l" r="r" t="t"/>
                <a:pathLst>
                  <a:path extrusionOk="0" h="47" w="23">
                    <a:moveTo>
                      <a:pt x="18" y="47"/>
                    </a:moveTo>
                    <a:lnTo>
                      <a:pt x="23" y="44"/>
                    </a:lnTo>
                    <a:lnTo>
                      <a:pt x="5" y="0"/>
                    </a:lnTo>
                    <a:lnTo>
                      <a:pt x="0" y="3"/>
                    </a:lnTo>
                    <a:lnTo>
                      <a:pt x="18" y="4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2" name="Google Shape;442;p24"/>
              <p:cNvSpPr/>
              <p:nvPr/>
            </p:nvSpPr>
            <p:spPr>
              <a:xfrm>
                <a:off x="3597" y="3323"/>
                <a:ext cx="36" cy="28"/>
              </a:xfrm>
              <a:custGeom>
                <a:rect b="b" l="l" r="r" t="t"/>
                <a:pathLst>
                  <a:path extrusionOk="0" h="30" w="38">
                    <a:moveTo>
                      <a:pt x="34" y="30"/>
                    </a:moveTo>
                    <a:lnTo>
                      <a:pt x="38" y="26"/>
                    </a:lnTo>
                    <a:lnTo>
                      <a:pt x="4" y="0"/>
                    </a:lnTo>
                    <a:lnTo>
                      <a:pt x="0" y="4"/>
                    </a:lnTo>
                    <a:lnTo>
                      <a:pt x="34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3" name="Google Shape;443;p24"/>
              <p:cNvSpPr/>
              <p:nvPr/>
            </p:nvSpPr>
            <p:spPr>
              <a:xfrm>
                <a:off x="3604" y="3265"/>
                <a:ext cx="30" cy="20"/>
              </a:xfrm>
              <a:custGeom>
                <a:rect b="b" l="l" r="r" t="t"/>
                <a:pathLst>
                  <a:path extrusionOk="0" h="22" w="32">
                    <a:moveTo>
                      <a:pt x="32" y="5"/>
                    </a:moveTo>
                    <a:lnTo>
                      <a:pt x="29" y="0"/>
                    </a:lnTo>
                    <a:lnTo>
                      <a:pt x="0" y="17"/>
                    </a:lnTo>
                    <a:lnTo>
                      <a:pt x="3" y="22"/>
                    </a:lnTo>
                    <a:lnTo>
                      <a:pt x="32" y="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4" name="Google Shape;444;p24"/>
              <p:cNvSpPr/>
              <p:nvPr/>
            </p:nvSpPr>
            <p:spPr>
              <a:xfrm>
                <a:off x="3607" y="3286"/>
                <a:ext cx="36" cy="10"/>
              </a:xfrm>
              <a:custGeom>
                <a:rect b="b" l="l" r="r" t="t"/>
                <a:pathLst>
                  <a:path extrusionOk="0" h="12" w="38">
                    <a:moveTo>
                      <a:pt x="38" y="5"/>
                    </a:moveTo>
                    <a:lnTo>
                      <a:pt x="36" y="0"/>
                    </a:lnTo>
                    <a:lnTo>
                      <a:pt x="0" y="7"/>
                    </a:lnTo>
                    <a:lnTo>
                      <a:pt x="2" y="12"/>
                    </a:lnTo>
                    <a:lnTo>
                      <a:pt x="38" y="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5" name="Google Shape;445;p24"/>
              <p:cNvSpPr/>
              <p:nvPr/>
            </p:nvSpPr>
            <p:spPr>
              <a:xfrm>
                <a:off x="3596" y="3245"/>
                <a:ext cx="28" cy="30"/>
              </a:xfrm>
              <a:custGeom>
                <a:rect b="b" l="l" r="r" t="t"/>
                <a:pathLst>
                  <a:path extrusionOk="0" h="32" w="30">
                    <a:moveTo>
                      <a:pt x="30" y="3"/>
                    </a:moveTo>
                    <a:lnTo>
                      <a:pt x="25" y="0"/>
                    </a:lnTo>
                    <a:lnTo>
                      <a:pt x="0" y="29"/>
                    </a:lnTo>
                    <a:lnTo>
                      <a:pt x="5" y="32"/>
                    </a:lnTo>
                    <a:lnTo>
                      <a:pt x="3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6" name="Google Shape;446;p24"/>
              <p:cNvSpPr/>
              <p:nvPr/>
            </p:nvSpPr>
            <p:spPr>
              <a:xfrm>
                <a:off x="3602" y="3314"/>
                <a:ext cx="40" cy="18"/>
              </a:xfrm>
              <a:custGeom>
                <a:rect b="b" l="l" r="r" t="t"/>
                <a:pathLst>
                  <a:path extrusionOk="0" h="20" w="42">
                    <a:moveTo>
                      <a:pt x="39" y="20"/>
                    </a:moveTo>
                    <a:lnTo>
                      <a:pt x="42" y="15"/>
                    </a:lnTo>
                    <a:lnTo>
                      <a:pt x="3" y="0"/>
                    </a:lnTo>
                    <a:lnTo>
                      <a:pt x="0" y="5"/>
                    </a:lnTo>
                    <a:lnTo>
                      <a:pt x="39" y="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7" name="Google Shape;447;p24"/>
              <p:cNvSpPr/>
              <p:nvPr/>
            </p:nvSpPr>
            <p:spPr>
              <a:xfrm>
                <a:off x="3590" y="3333"/>
                <a:ext cx="28" cy="35"/>
              </a:xfrm>
              <a:custGeom>
                <a:rect b="b" l="l" r="r" t="t"/>
                <a:pathLst>
                  <a:path extrusionOk="0" h="37" w="30">
                    <a:moveTo>
                      <a:pt x="26" y="37"/>
                    </a:moveTo>
                    <a:lnTo>
                      <a:pt x="30" y="33"/>
                    </a:lnTo>
                    <a:lnTo>
                      <a:pt x="4" y="0"/>
                    </a:lnTo>
                    <a:lnTo>
                      <a:pt x="0" y="4"/>
                    </a:lnTo>
                    <a:lnTo>
                      <a:pt x="26" y="3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8" name="Google Shape;448;p24"/>
              <p:cNvSpPr/>
              <p:nvPr/>
            </p:nvSpPr>
            <p:spPr>
              <a:xfrm>
                <a:off x="3545" y="3121"/>
                <a:ext cx="45" cy="66"/>
              </a:xfrm>
              <a:custGeom>
                <a:rect b="b" l="l" r="r" t="t"/>
                <a:pathLst>
                  <a:path extrusionOk="0" h="68" w="47">
                    <a:moveTo>
                      <a:pt x="9" y="0"/>
                    </a:moveTo>
                    <a:lnTo>
                      <a:pt x="12" y="8"/>
                    </a:lnTo>
                    <a:lnTo>
                      <a:pt x="16" y="16"/>
                    </a:lnTo>
                    <a:lnTo>
                      <a:pt x="26" y="31"/>
                    </a:lnTo>
                    <a:lnTo>
                      <a:pt x="39" y="48"/>
                    </a:lnTo>
                    <a:lnTo>
                      <a:pt x="47" y="64"/>
                    </a:lnTo>
                    <a:lnTo>
                      <a:pt x="39" y="68"/>
                    </a:lnTo>
                    <a:lnTo>
                      <a:pt x="31" y="52"/>
                    </a:lnTo>
                    <a:lnTo>
                      <a:pt x="19" y="37"/>
                    </a:lnTo>
                    <a:lnTo>
                      <a:pt x="8" y="20"/>
                    </a:lnTo>
                    <a:lnTo>
                      <a:pt x="4" y="12"/>
                    </a:lnTo>
                    <a:lnTo>
                      <a:pt x="0" y="2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49" name="Google Shape;449;p24"/>
              <p:cNvSpPr/>
              <p:nvPr/>
            </p:nvSpPr>
            <p:spPr>
              <a:xfrm>
                <a:off x="3567" y="3136"/>
                <a:ext cx="48" cy="68"/>
              </a:xfrm>
              <a:custGeom>
                <a:rect b="b" l="l" r="r" t="t"/>
                <a:pathLst>
                  <a:path extrusionOk="0" h="70" w="50">
                    <a:moveTo>
                      <a:pt x="8" y="0"/>
                    </a:moveTo>
                    <a:lnTo>
                      <a:pt x="12" y="9"/>
                    </a:lnTo>
                    <a:lnTo>
                      <a:pt x="15" y="16"/>
                    </a:lnTo>
                    <a:lnTo>
                      <a:pt x="27" y="33"/>
                    </a:lnTo>
                    <a:lnTo>
                      <a:pt x="39" y="48"/>
                    </a:lnTo>
                    <a:lnTo>
                      <a:pt x="50" y="66"/>
                    </a:lnTo>
                    <a:lnTo>
                      <a:pt x="42" y="70"/>
                    </a:lnTo>
                    <a:lnTo>
                      <a:pt x="32" y="54"/>
                    </a:lnTo>
                    <a:lnTo>
                      <a:pt x="20" y="39"/>
                    </a:lnTo>
                    <a:lnTo>
                      <a:pt x="8" y="22"/>
                    </a:lnTo>
                    <a:lnTo>
                      <a:pt x="4" y="13"/>
                    </a:lnTo>
                    <a:lnTo>
                      <a:pt x="0" y="4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0" name="Google Shape;450;p24"/>
              <p:cNvSpPr/>
              <p:nvPr/>
            </p:nvSpPr>
            <p:spPr>
              <a:xfrm>
                <a:off x="3525" y="3104"/>
                <a:ext cx="45" cy="72"/>
              </a:xfrm>
              <a:custGeom>
                <a:rect b="b" l="l" r="r" t="t"/>
                <a:pathLst>
                  <a:path extrusionOk="0" h="74" w="47">
                    <a:moveTo>
                      <a:pt x="9" y="0"/>
                    </a:moveTo>
                    <a:lnTo>
                      <a:pt x="12" y="7"/>
                    </a:lnTo>
                    <a:lnTo>
                      <a:pt x="16" y="16"/>
                    </a:lnTo>
                    <a:lnTo>
                      <a:pt x="27" y="35"/>
                    </a:lnTo>
                    <a:lnTo>
                      <a:pt x="39" y="53"/>
                    </a:lnTo>
                    <a:lnTo>
                      <a:pt x="47" y="70"/>
                    </a:lnTo>
                    <a:lnTo>
                      <a:pt x="39" y="74"/>
                    </a:lnTo>
                    <a:lnTo>
                      <a:pt x="31" y="57"/>
                    </a:lnTo>
                    <a:lnTo>
                      <a:pt x="19" y="39"/>
                    </a:lnTo>
                    <a:lnTo>
                      <a:pt x="8" y="20"/>
                    </a:lnTo>
                    <a:lnTo>
                      <a:pt x="4" y="11"/>
                    </a:lnTo>
                    <a:lnTo>
                      <a:pt x="0" y="2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1" name="Google Shape;451;p24"/>
              <p:cNvSpPr/>
              <p:nvPr/>
            </p:nvSpPr>
            <p:spPr>
              <a:xfrm>
                <a:off x="3504" y="3074"/>
                <a:ext cx="45" cy="78"/>
              </a:xfrm>
              <a:custGeom>
                <a:rect b="b" l="l" r="r" t="t"/>
                <a:pathLst>
                  <a:path extrusionOk="0" h="80" w="47">
                    <a:moveTo>
                      <a:pt x="9" y="0"/>
                    </a:moveTo>
                    <a:lnTo>
                      <a:pt x="12" y="8"/>
                    </a:lnTo>
                    <a:lnTo>
                      <a:pt x="16" y="17"/>
                    </a:lnTo>
                    <a:lnTo>
                      <a:pt x="27" y="38"/>
                    </a:lnTo>
                    <a:lnTo>
                      <a:pt x="47" y="76"/>
                    </a:lnTo>
                    <a:lnTo>
                      <a:pt x="39" y="80"/>
                    </a:lnTo>
                    <a:lnTo>
                      <a:pt x="19" y="42"/>
                    </a:lnTo>
                    <a:lnTo>
                      <a:pt x="8" y="21"/>
                    </a:lnTo>
                    <a:lnTo>
                      <a:pt x="4" y="12"/>
                    </a:lnTo>
                    <a:lnTo>
                      <a:pt x="0" y="2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2" name="Google Shape;452;p24"/>
              <p:cNvSpPr/>
              <p:nvPr/>
            </p:nvSpPr>
            <p:spPr>
              <a:xfrm>
                <a:off x="3587" y="3149"/>
                <a:ext cx="48" cy="62"/>
              </a:xfrm>
              <a:custGeom>
                <a:rect b="b" l="l" r="r" t="t"/>
                <a:pathLst>
                  <a:path extrusionOk="0" h="64" w="50">
                    <a:moveTo>
                      <a:pt x="8" y="0"/>
                    </a:moveTo>
                    <a:lnTo>
                      <a:pt x="13" y="9"/>
                    </a:lnTo>
                    <a:lnTo>
                      <a:pt x="16" y="15"/>
                    </a:lnTo>
                    <a:lnTo>
                      <a:pt x="28" y="29"/>
                    </a:lnTo>
                    <a:lnTo>
                      <a:pt x="40" y="43"/>
                    </a:lnTo>
                    <a:lnTo>
                      <a:pt x="50" y="58"/>
                    </a:lnTo>
                    <a:lnTo>
                      <a:pt x="43" y="64"/>
                    </a:lnTo>
                    <a:lnTo>
                      <a:pt x="33" y="49"/>
                    </a:lnTo>
                    <a:lnTo>
                      <a:pt x="21" y="35"/>
                    </a:lnTo>
                    <a:lnTo>
                      <a:pt x="9" y="21"/>
                    </a:lnTo>
                    <a:lnTo>
                      <a:pt x="5" y="13"/>
                    </a:lnTo>
                    <a:lnTo>
                      <a:pt x="0" y="4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3" name="Google Shape;453;p24"/>
              <p:cNvSpPr/>
              <p:nvPr/>
            </p:nvSpPr>
            <p:spPr>
              <a:xfrm>
                <a:off x="3610" y="3162"/>
                <a:ext cx="54" cy="62"/>
              </a:xfrm>
              <a:custGeom>
                <a:rect b="b" l="l" r="r" t="t"/>
                <a:pathLst>
                  <a:path extrusionOk="0" h="64" w="56">
                    <a:moveTo>
                      <a:pt x="8" y="0"/>
                    </a:moveTo>
                    <a:lnTo>
                      <a:pt x="12" y="9"/>
                    </a:lnTo>
                    <a:lnTo>
                      <a:pt x="17" y="15"/>
                    </a:lnTo>
                    <a:lnTo>
                      <a:pt x="31" y="29"/>
                    </a:lnTo>
                    <a:lnTo>
                      <a:pt x="45" y="43"/>
                    </a:lnTo>
                    <a:lnTo>
                      <a:pt x="56" y="58"/>
                    </a:lnTo>
                    <a:lnTo>
                      <a:pt x="49" y="64"/>
                    </a:lnTo>
                    <a:lnTo>
                      <a:pt x="38" y="49"/>
                    </a:lnTo>
                    <a:lnTo>
                      <a:pt x="25" y="36"/>
                    </a:lnTo>
                    <a:lnTo>
                      <a:pt x="10" y="21"/>
                    </a:lnTo>
                    <a:lnTo>
                      <a:pt x="4" y="13"/>
                    </a:lnTo>
                    <a:lnTo>
                      <a:pt x="0" y="4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4" name="Google Shape;454;p24"/>
              <p:cNvSpPr/>
              <p:nvPr/>
            </p:nvSpPr>
            <p:spPr>
              <a:xfrm>
                <a:off x="3631" y="3177"/>
                <a:ext cx="53" cy="60"/>
              </a:xfrm>
              <a:custGeom>
                <a:rect b="b" l="l" r="r" t="t"/>
                <a:pathLst>
                  <a:path extrusionOk="0" h="62" w="55">
                    <a:moveTo>
                      <a:pt x="6" y="0"/>
                    </a:moveTo>
                    <a:lnTo>
                      <a:pt x="14" y="7"/>
                    </a:lnTo>
                    <a:lnTo>
                      <a:pt x="21" y="13"/>
                    </a:lnTo>
                    <a:lnTo>
                      <a:pt x="34" y="27"/>
                    </a:lnTo>
                    <a:lnTo>
                      <a:pt x="45" y="42"/>
                    </a:lnTo>
                    <a:lnTo>
                      <a:pt x="55" y="58"/>
                    </a:lnTo>
                    <a:lnTo>
                      <a:pt x="47" y="62"/>
                    </a:lnTo>
                    <a:lnTo>
                      <a:pt x="37" y="46"/>
                    </a:lnTo>
                    <a:lnTo>
                      <a:pt x="27" y="33"/>
                    </a:lnTo>
                    <a:lnTo>
                      <a:pt x="15" y="20"/>
                    </a:lnTo>
                    <a:lnTo>
                      <a:pt x="8" y="14"/>
                    </a:lnTo>
                    <a:lnTo>
                      <a:pt x="0" y="7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5" name="Google Shape;455;p24"/>
              <p:cNvSpPr/>
              <p:nvPr/>
            </p:nvSpPr>
            <p:spPr>
              <a:xfrm>
                <a:off x="3663" y="3187"/>
                <a:ext cx="33" cy="56"/>
              </a:xfrm>
              <a:custGeom>
                <a:rect b="b" l="l" r="r" t="t"/>
                <a:pathLst>
                  <a:path extrusionOk="0" h="58" w="35">
                    <a:moveTo>
                      <a:pt x="8" y="0"/>
                    </a:moveTo>
                    <a:lnTo>
                      <a:pt x="14" y="15"/>
                    </a:lnTo>
                    <a:lnTo>
                      <a:pt x="21" y="27"/>
                    </a:lnTo>
                    <a:lnTo>
                      <a:pt x="35" y="54"/>
                    </a:lnTo>
                    <a:lnTo>
                      <a:pt x="27" y="58"/>
                    </a:lnTo>
                    <a:lnTo>
                      <a:pt x="13" y="31"/>
                    </a:lnTo>
                    <a:lnTo>
                      <a:pt x="6" y="19"/>
                    </a:lnTo>
                    <a:lnTo>
                      <a:pt x="0" y="4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6" name="Google Shape;456;p24"/>
              <p:cNvSpPr/>
              <p:nvPr/>
            </p:nvSpPr>
            <p:spPr>
              <a:xfrm>
                <a:off x="3673" y="3201"/>
                <a:ext cx="44" cy="49"/>
              </a:xfrm>
              <a:custGeom>
                <a:rect b="b" l="l" r="r" t="t"/>
                <a:pathLst>
                  <a:path extrusionOk="0" h="51" w="46">
                    <a:moveTo>
                      <a:pt x="6" y="0"/>
                    </a:moveTo>
                    <a:lnTo>
                      <a:pt x="18" y="10"/>
                    </a:lnTo>
                    <a:lnTo>
                      <a:pt x="28" y="20"/>
                    </a:lnTo>
                    <a:lnTo>
                      <a:pt x="36" y="32"/>
                    </a:lnTo>
                    <a:lnTo>
                      <a:pt x="46" y="47"/>
                    </a:lnTo>
                    <a:lnTo>
                      <a:pt x="38" y="51"/>
                    </a:lnTo>
                    <a:lnTo>
                      <a:pt x="29" y="38"/>
                    </a:lnTo>
                    <a:lnTo>
                      <a:pt x="21" y="26"/>
                    </a:lnTo>
                    <a:lnTo>
                      <a:pt x="12" y="17"/>
                    </a:lnTo>
                    <a:lnTo>
                      <a:pt x="0" y="7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7" name="Google Shape;457;p24"/>
              <p:cNvSpPr/>
              <p:nvPr/>
            </p:nvSpPr>
            <p:spPr>
              <a:xfrm>
                <a:off x="3698" y="3216"/>
                <a:ext cx="37" cy="41"/>
              </a:xfrm>
              <a:custGeom>
                <a:rect b="b" l="l" r="r" t="t"/>
                <a:pathLst>
                  <a:path extrusionOk="0" h="43" w="39">
                    <a:moveTo>
                      <a:pt x="7" y="0"/>
                    </a:moveTo>
                    <a:lnTo>
                      <a:pt x="14" y="9"/>
                    </a:lnTo>
                    <a:lnTo>
                      <a:pt x="22" y="17"/>
                    </a:lnTo>
                    <a:lnTo>
                      <a:pt x="29" y="25"/>
                    </a:lnTo>
                    <a:lnTo>
                      <a:pt x="39" y="39"/>
                    </a:lnTo>
                    <a:lnTo>
                      <a:pt x="31" y="43"/>
                    </a:lnTo>
                    <a:lnTo>
                      <a:pt x="22" y="31"/>
                    </a:lnTo>
                    <a:lnTo>
                      <a:pt x="15" y="23"/>
                    </a:lnTo>
                    <a:lnTo>
                      <a:pt x="7" y="15"/>
                    </a:lnTo>
                    <a:lnTo>
                      <a:pt x="0" y="6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8" name="Google Shape;458;p24"/>
              <p:cNvSpPr/>
              <p:nvPr/>
            </p:nvSpPr>
            <p:spPr>
              <a:xfrm>
                <a:off x="3720" y="3229"/>
                <a:ext cx="36" cy="41"/>
              </a:xfrm>
              <a:custGeom>
                <a:rect b="b" l="l" r="r" t="t"/>
                <a:pathLst>
                  <a:path extrusionOk="0" h="43" w="38">
                    <a:moveTo>
                      <a:pt x="7" y="0"/>
                    </a:moveTo>
                    <a:lnTo>
                      <a:pt x="14" y="9"/>
                    </a:lnTo>
                    <a:lnTo>
                      <a:pt x="21" y="17"/>
                    </a:lnTo>
                    <a:lnTo>
                      <a:pt x="29" y="25"/>
                    </a:lnTo>
                    <a:lnTo>
                      <a:pt x="38" y="39"/>
                    </a:lnTo>
                    <a:lnTo>
                      <a:pt x="30" y="43"/>
                    </a:lnTo>
                    <a:lnTo>
                      <a:pt x="22" y="31"/>
                    </a:lnTo>
                    <a:lnTo>
                      <a:pt x="14" y="23"/>
                    </a:lnTo>
                    <a:lnTo>
                      <a:pt x="7" y="15"/>
                    </a:lnTo>
                    <a:lnTo>
                      <a:pt x="0" y="6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59" name="Google Shape;459;p24"/>
              <p:cNvSpPr/>
              <p:nvPr/>
            </p:nvSpPr>
            <p:spPr>
              <a:xfrm>
                <a:off x="3736" y="3241"/>
                <a:ext cx="35" cy="36"/>
              </a:xfrm>
              <a:custGeom>
                <a:rect b="b" l="l" r="r" t="t"/>
                <a:pathLst>
                  <a:path extrusionOk="0" h="38" w="37">
                    <a:moveTo>
                      <a:pt x="7" y="0"/>
                    </a:moveTo>
                    <a:lnTo>
                      <a:pt x="14" y="8"/>
                    </a:lnTo>
                    <a:lnTo>
                      <a:pt x="21" y="14"/>
                    </a:lnTo>
                    <a:lnTo>
                      <a:pt x="29" y="20"/>
                    </a:lnTo>
                    <a:lnTo>
                      <a:pt x="37" y="32"/>
                    </a:lnTo>
                    <a:lnTo>
                      <a:pt x="30" y="38"/>
                    </a:lnTo>
                    <a:lnTo>
                      <a:pt x="22" y="26"/>
                    </a:lnTo>
                    <a:lnTo>
                      <a:pt x="15" y="21"/>
                    </a:lnTo>
                    <a:lnTo>
                      <a:pt x="8" y="15"/>
                    </a:lnTo>
                    <a:lnTo>
                      <a:pt x="0" y="6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0" name="Google Shape;460;p24"/>
              <p:cNvSpPr/>
              <p:nvPr/>
            </p:nvSpPr>
            <p:spPr>
              <a:xfrm>
                <a:off x="3760" y="3252"/>
                <a:ext cx="35" cy="36"/>
              </a:xfrm>
              <a:custGeom>
                <a:rect b="b" l="l" r="r" t="t"/>
                <a:pathLst>
                  <a:path extrusionOk="0" h="38" w="37">
                    <a:moveTo>
                      <a:pt x="7" y="0"/>
                    </a:moveTo>
                    <a:lnTo>
                      <a:pt x="14" y="8"/>
                    </a:lnTo>
                    <a:lnTo>
                      <a:pt x="21" y="13"/>
                    </a:lnTo>
                    <a:lnTo>
                      <a:pt x="29" y="20"/>
                    </a:lnTo>
                    <a:lnTo>
                      <a:pt x="37" y="32"/>
                    </a:lnTo>
                    <a:lnTo>
                      <a:pt x="30" y="38"/>
                    </a:lnTo>
                    <a:lnTo>
                      <a:pt x="22" y="26"/>
                    </a:lnTo>
                    <a:lnTo>
                      <a:pt x="15" y="20"/>
                    </a:lnTo>
                    <a:lnTo>
                      <a:pt x="8" y="15"/>
                    </a:lnTo>
                    <a:lnTo>
                      <a:pt x="0" y="6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461" name="Google Shape;461;p24"/>
            <p:cNvSpPr/>
            <p:nvPr/>
          </p:nvSpPr>
          <p:spPr>
            <a:xfrm>
              <a:off x="1510" y="1874"/>
              <a:ext cx="13" cy="17"/>
            </a:xfrm>
            <a:custGeom>
              <a:rect b="b" l="l" r="r" t="t"/>
              <a:pathLst>
                <a:path extrusionOk="0" h="19" w="15">
                  <a:moveTo>
                    <a:pt x="3" y="6"/>
                  </a:moveTo>
                  <a:lnTo>
                    <a:pt x="11" y="0"/>
                  </a:lnTo>
                  <a:lnTo>
                    <a:pt x="15" y="9"/>
                  </a:lnTo>
                  <a:lnTo>
                    <a:pt x="0" y="15"/>
                  </a:lnTo>
                  <a:lnTo>
                    <a:pt x="12" y="19"/>
                  </a:lnTo>
                  <a:lnTo>
                    <a:pt x="3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1955" y="2849"/>
              <a:ext cx="15" cy="10"/>
            </a:xfrm>
            <a:custGeom>
              <a:rect b="b" l="l" r="r" t="t"/>
              <a:pathLst>
                <a:path extrusionOk="0" h="12" w="17">
                  <a:moveTo>
                    <a:pt x="15" y="3"/>
                  </a:moveTo>
                  <a:lnTo>
                    <a:pt x="17" y="8"/>
                  </a:lnTo>
                  <a:lnTo>
                    <a:pt x="13" y="12"/>
                  </a:lnTo>
                  <a:lnTo>
                    <a:pt x="2" y="0"/>
                  </a:lnTo>
                  <a:lnTo>
                    <a:pt x="0" y="9"/>
                  </a:lnTo>
                  <a:lnTo>
                    <a:pt x="15" y="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3" name="Google Shape;463;p24"/>
            <p:cNvSpPr/>
            <p:nvPr/>
          </p:nvSpPr>
          <p:spPr>
            <a:xfrm>
              <a:off x="1115" y="3605"/>
              <a:ext cx="12" cy="17"/>
            </a:xfrm>
            <a:custGeom>
              <a:rect b="b" l="l" r="r" t="t"/>
              <a:pathLst>
                <a:path extrusionOk="0" h="19" w="14">
                  <a:moveTo>
                    <a:pt x="12" y="12"/>
                  </a:moveTo>
                  <a:lnTo>
                    <a:pt x="4" y="19"/>
                  </a:lnTo>
                  <a:lnTo>
                    <a:pt x="0" y="9"/>
                  </a:lnTo>
                  <a:lnTo>
                    <a:pt x="14" y="3"/>
                  </a:lnTo>
                  <a:lnTo>
                    <a:pt x="1" y="0"/>
                  </a:lnTo>
                  <a:lnTo>
                    <a:pt x="12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4" name="Google Shape;464;p24"/>
            <p:cNvSpPr/>
            <p:nvPr/>
          </p:nvSpPr>
          <p:spPr>
            <a:xfrm>
              <a:off x="669" y="2460"/>
              <a:ext cx="14" cy="11"/>
            </a:xfrm>
            <a:custGeom>
              <a:rect b="b" l="l" r="r" t="t"/>
              <a:pathLst>
                <a:path extrusionOk="0" h="13" w="16">
                  <a:moveTo>
                    <a:pt x="2" y="9"/>
                  </a:moveTo>
                  <a:lnTo>
                    <a:pt x="0" y="3"/>
                  </a:lnTo>
                  <a:lnTo>
                    <a:pt x="4" y="0"/>
                  </a:lnTo>
                  <a:lnTo>
                    <a:pt x="13" y="13"/>
                  </a:lnTo>
                  <a:lnTo>
                    <a:pt x="16" y="3"/>
                  </a:lnTo>
                  <a:lnTo>
                    <a:pt x="2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65" name="Google Shape;465;p24"/>
            <p:cNvGrpSpPr/>
            <p:nvPr/>
          </p:nvGrpSpPr>
          <p:grpSpPr>
            <a:xfrm>
              <a:off x="671" y="1880"/>
              <a:ext cx="1297" cy="1735"/>
              <a:chOff x="671" y="1880"/>
              <a:chExt cx="1297" cy="1735"/>
            </a:xfrm>
          </p:grpSpPr>
          <p:sp>
            <p:nvSpPr>
              <p:cNvPr id="466" name="Google Shape;466;p24"/>
              <p:cNvSpPr/>
              <p:nvPr/>
            </p:nvSpPr>
            <p:spPr>
              <a:xfrm>
                <a:off x="673" y="1880"/>
                <a:ext cx="847" cy="591"/>
              </a:xfrm>
              <a:custGeom>
                <a:rect b="b" l="l" r="r" t="t"/>
                <a:pathLst>
                  <a:path extrusionOk="0" h="593" w="849">
                    <a:moveTo>
                      <a:pt x="0" y="580"/>
                    </a:moveTo>
                    <a:lnTo>
                      <a:pt x="9" y="593"/>
                    </a:lnTo>
                    <a:lnTo>
                      <a:pt x="429" y="303"/>
                    </a:lnTo>
                    <a:lnTo>
                      <a:pt x="849" y="13"/>
                    </a:lnTo>
                    <a:lnTo>
                      <a:pt x="840" y="0"/>
                    </a:lnTo>
                    <a:lnTo>
                      <a:pt x="420" y="290"/>
                    </a:lnTo>
                    <a:lnTo>
                      <a:pt x="0" y="5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7" name="Google Shape;467;p24"/>
              <p:cNvSpPr/>
              <p:nvPr/>
            </p:nvSpPr>
            <p:spPr>
              <a:xfrm>
                <a:off x="1510" y="1883"/>
                <a:ext cx="458" cy="973"/>
              </a:xfrm>
              <a:custGeom>
                <a:rect b="b" l="l" r="r" t="t"/>
                <a:pathLst>
                  <a:path extrusionOk="0" h="975" w="460">
                    <a:moveTo>
                      <a:pt x="15" y="0"/>
                    </a:moveTo>
                    <a:lnTo>
                      <a:pt x="0" y="6"/>
                    </a:lnTo>
                    <a:lnTo>
                      <a:pt x="222" y="490"/>
                    </a:lnTo>
                    <a:lnTo>
                      <a:pt x="445" y="975"/>
                    </a:lnTo>
                    <a:lnTo>
                      <a:pt x="460" y="969"/>
                    </a:lnTo>
                    <a:lnTo>
                      <a:pt x="237" y="484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8" name="Google Shape;468;p24"/>
              <p:cNvSpPr/>
              <p:nvPr/>
            </p:nvSpPr>
            <p:spPr>
              <a:xfrm>
                <a:off x="1116" y="2849"/>
                <a:ext cx="850" cy="766"/>
              </a:xfrm>
              <a:custGeom>
                <a:rect b="b" l="l" r="r" t="t"/>
                <a:pathLst>
                  <a:path extrusionOk="0" h="768" w="852">
                    <a:moveTo>
                      <a:pt x="852" y="12"/>
                    </a:moveTo>
                    <a:lnTo>
                      <a:pt x="841" y="0"/>
                    </a:lnTo>
                    <a:lnTo>
                      <a:pt x="420" y="378"/>
                    </a:lnTo>
                    <a:lnTo>
                      <a:pt x="0" y="756"/>
                    </a:lnTo>
                    <a:lnTo>
                      <a:pt x="11" y="768"/>
                    </a:lnTo>
                    <a:lnTo>
                      <a:pt x="431" y="390"/>
                    </a:lnTo>
                    <a:lnTo>
                      <a:pt x="852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69" name="Google Shape;469;p24"/>
              <p:cNvSpPr/>
              <p:nvPr/>
            </p:nvSpPr>
            <p:spPr>
              <a:xfrm>
                <a:off x="671" y="2463"/>
                <a:ext cx="456" cy="1149"/>
              </a:xfrm>
              <a:custGeom>
                <a:rect b="b" l="l" r="r" t="t"/>
                <a:pathLst>
                  <a:path extrusionOk="0" h="1151" w="458">
                    <a:moveTo>
                      <a:pt x="444" y="1151"/>
                    </a:moveTo>
                    <a:lnTo>
                      <a:pt x="458" y="1145"/>
                    </a:lnTo>
                    <a:lnTo>
                      <a:pt x="236" y="573"/>
                    </a:lnTo>
                    <a:lnTo>
                      <a:pt x="14" y="0"/>
                    </a:lnTo>
                    <a:lnTo>
                      <a:pt x="0" y="6"/>
                    </a:lnTo>
                    <a:lnTo>
                      <a:pt x="222" y="579"/>
                    </a:lnTo>
                    <a:lnTo>
                      <a:pt x="444" y="11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0" name="Google Shape;470;p24"/>
              <p:cNvSpPr/>
              <p:nvPr/>
            </p:nvSpPr>
            <p:spPr>
              <a:xfrm>
                <a:off x="1375" y="2713"/>
                <a:ext cx="24" cy="64"/>
              </a:xfrm>
              <a:custGeom>
                <a:rect b="b" l="l" r="r" t="t"/>
                <a:pathLst>
                  <a:path extrusionOk="0" h="66" w="26">
                    <a:moveTo>
                      <a:pt x="4" y="66"/>
                    </a:moveTo>
                    <a:lnTo>
                      <a:pt x="0" y="45"/>
                    </a:lnTo>
                    <a:lnTo>
                      <a:pt x="1" y="24"/>
                    </a:lnTo>
                    <a:lnTo>
                      <a:pt x="7" y="9"/>
                    </a:lnTo>
                    <a:lnTo>
                      <a:pt x="12" y="3"/>
                    </a:lnTo>
                    <a:lnTo>
                      <a:pt x="18" y="0"/>
                    </a:lnTo>
                    <a:lnTo>
                      <a:pt x="26" y="14"/>
                    </a:lnTo>
                    <a:lnTo>
                      <a:pt x="21" y="16"/>
                    </a:lnTo>
                    <a:lnTo>
                      <a:pt x="20" y="18"/>
                    </a:lnTo>
                    <a:lnTo>
                      <a:pt x="16" y="28"/>
                    </a:lnTo>
                    <a:lnTo>
                      <a:pt x="15" y="43"/>
                    </a:lnTo>
                    <a:lnTo>
                      <a:pt x="19" y="63"/>
                    </a:lnTo>
                    <a:lnTo>
                      <a:pt x="4" y="6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1" name="Google Shape;471;p24"/>
              <p:cNvSpPr/>
              <p:nvPr/>
            </p:nvSpPr>
            <p:spPr>
              <a:xfrm>
                <a:off x="1397" y="2712"/>
                <a:ext cx="41" cy="54"/>
              </a:xfrm>
              <a:custGeom>
                <a:rect b="b" l="l" r="r" t="t"/>
                <a:pathLst>
                  <a:path extrusionOk="0" h="56" w="43">
                    <a:moveTo>
                      <a:pt x="0" y="0"/>
                    </a:moveTo>
                    <a:lnTo>
                      <a:pt x="6" y="0"/>
                    </a:lnTo>
                    <a:lnTo>
                      <a:pt x="14" y="3"/>
                    </a:lnTo>
                    <a:lnTo>
                      <a:pt x="26" y="13"/>
                    </a:lnTo>
                    <a:lnTo>
                      <a:pt x="36" y="29"/>
                    </a:lnTo>
                    <a:lnTo>
                      <a:pt x="43" y="50"/>
                    </a:lnTo>
                    <a:lnTo>
                      <a:pt x="28" y="56"/>
                    </a:lnTo>
                    <a:lnTo>
                      <a:pt x="22" y="38"/>
                    </a:lnTo>
                    <a:lnTo>
                      <a:pt x="14" y="24"/>
                    </a:lnTo>
                    <a:lnTo>
                      <a:pt x="5" y="16"/>
                    </a:lnTo>
                    <a:lnTo>
                      <a:pt x="4" y="16"/>
                    </a:lnTo>
                    <a:lnTo>
                      <a:pt x="0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2" name="Google Shape;472;p24"/>
              <p:cNvSpPr/>
              <p:nvPr/>
            </p:nvSpPr>
            <p:spPr>
              <a:xfrm>
                <a:off x="1393" y="2712"/>
                <a:ext cx="6" cy="14"/>
              </a:xfrm>
              <a:custGeom>
                <a:rect b="b" l="l" r="r" t="t"/>
                <a:pathLst>
                  <a:path extrusionOk="0" h="16" w="8">
                    <a:moveTo>
                      <a:pt x="0" y="1"/>
                    </a:moveTo>
                    <a:lnTo>
                      <a:pt x="2" y="0"/>
                    </a:lnTo>
                    <a:lnTo>
                      <a:pt x="4" y="0"/>
                    </a:lnTo>
                    <a:lnTo>
                      <a:pt x="4" y="16"/>
                    </a:lnTo>
                    <a:lnTo>
                      <a:pt x="8" y="1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3" name="Google Shape;473;p24"/>
              <p:cNvSpPr/>
              <p:nvPr/>
            </p:nvSpPr>
            <p:spPr>
              <a:xfrm>
                <a:off x="1420" y="2764"/>
                <a:ext cx="23" cy="62"/>
              </a:xfrm>
              <a:custGeom>
                <a:rect b="b" l="l" r="r" t="t"/>
                <a:pathLst>
                  <a:path extrusionOk="0" h="64" w="25">
                    <a:moveTo>
                      <a:pt x="21" y="0"/>
                    </a:moveTo>
                    <a:lnTo>
                      <a:pt x="25" y="21"/>
                    </a:lnTo>
                    <a:lnTo>
                      <a:pt x="24" y="39"/>
                    </a:lnTo>
                    <a:lnTo>
                      <a:pt x="19" y="55"/>
                    </a:lnTo>
                    <a:lnTo>
                      <a:pt x="12" y="62"/>
                    </a:lnTo>
                    <a:lnTo>
                      <a:pt x="8" y="64"/>
                    </a:lnTo>
                    <a:lnTo>
                      <a:pt x="0" y="50"/>
                    </a:lnTo>
                    <a:lnTo>
                      <a:pt x="3" y="49"/>
                    </a:lnTo>
                    <a:lnTo>
                      <a:pt x="5" y="47"/>
                    </a:lnTo>
                    <a:lnTo>
                      <a:pt x="8" y="37"/>
                    </a:lnTo>
                    <a:lnTo>
                      <a:pt x="9" y="22"/>
                    </a:lnTo>
                    <a:lnTo>
                      <a:pt x="5" y="2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4" name="Google Shape;474;p24"/>
              <p:cNvSpPr/>
              <p:nvPr/>
            </p:nvSpPr>
            <p:spPr>
              <a:xfrm>
                <a:off x="1425" y="2762"/>
                <a:ext cx="14" cy="4"/>
              </a:xfrm>
              <a:custGeom>
                <a:rect b="b" l="l" r="r" t="t"/>
                <a:pathLst>
                  <a:path extrusionOk="0" h="6" w="16">
                    <a:moveTo>
                      <a:pt x="15" y="0"/>
                    </a:moveTo>
                    <a:lnTo>
                      <a:pt x="16" y="3"/>
                    </a:lnTo>
                    <a:lnTo>
                      <a:pt x="16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5" name="Google Shape;475;p24"/>
              <p:cNvSpPr/>
              <p:nvPr/>
            </p:nvSpPr>
            <p:spPr>
              <a:xfrm>
                <a:off x="1379" y="2775"/>
                <a:ext cx="44" cy="53"/>
              </a:xfrm>
              <a:custGeom>
                <a:rect b="b" l="l" r="r" t="t"/>
                <a:pathLst>
                  <a:path extrusionOk="0" h="55" w="46">
                    <a:moveTo>
                      <a:pt x="46" y="54"/>
                    </a:moveTo>
                    <a:lnTo>
                      <a:pt x="38" y="55"/>
                    </a:lnTo>
                    <a:lnTo>
                      <a:pt x="29" y="52"/>
                    </a:lnTo>
                    <a:lnTo>
                      <a:pt x="18" y="42"/>
                    </a:lnTo>
                    <a:lnTo>
                      <a:pt x="8" y="25"/>
                    </a:lnTo>
                    <a:lnTo>
                      <a:pt x="0" y="5"/>
                    </a:lnTo>
                    <a:lnTo>
                      <a:pt x="15" y="0"/>
                    </a:lnTo>
                    <a:lnTo>
                      <a:pt x="22" y="18"/>
                    </a:lnTo>
                    <a:lnTo>
                      <a:pt x="30" y="31"/>
                    </a:lnTo>
                    <a:lnTo>
                      <a:pt x="38" y="39"/>
                    </a:lnTo>
                    <a:lnTo>
                      <a:pt x="41" y="40"/>
                    </a:lnTo>
                    <a:lnTo>
                      <a:pt x="44" y="39"/>
                    </a:lnTo>
                    <a:lnTo>
                      <a:pt x="46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6" name="Google Shape;476;p24"/>
              <p:cNvSpPr/>
              <p:nvPr/>
            </p:nvSpPr>
            <p:spPr>
              <a:xfrm>
                <a:off x="1420" y="2814"/>
                <a:ext cx="6" cy="13"/>
              </a:xfrm>
              <a:custGeom>
                <a:rect b="b" l="l" r="r" t="t"/>
                <a:pathLst>
                  <a:path extrusionOk="0" h="15" w="8">
                    <a:moveTo>
                      <a:pt x="8" y="14"/>
                    </a:moveTo>
                    <a:lnTo>
                      <a:pt x="6" y="15"/>
                    </a:lnTo>
                    <a:lnTo>
                      <a:pt x="5" y="15"/>
                    </a:lnTo>
                    <a:lnTo>
                      <a:pt x="3" y="0"/>
                    </a:lnTo>
                    <a:lnTo>
                      <a:pt x="0" y="0"/>
                    </a:lnTo>
                    <a:lnTo>
                      <a:pt x="8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77" name="Google Shape;477;p24"/>
              <p:cNvSpPr/>
              <p:nvPr/>
            </p:nvSpPr>
            <p:spPr>
              <a:xfrm>
                <a:off x="1379" y="2775"/>
                <a:ext cx="13" cy="3"/>
              </a:xfrm>
              <a:custGeom>
                <a:rect b="b" l="l" r="r" t="t"/>
                <a:pathLst>
                  <a:path extrusionOk="0" h="5" w="15">
                    <a:moveTo>
                      <a:pt x="0" y="5"/>
                    </a:moveTo>
                    <a:lnTo>
                      <a:pt x="0" y="4"/>
                    </a:lnTo>
                    <a:lnTo>
                      <a:pt x="15" y="1"/>
                    </a:lnTo>
                    <a:lnTo>
                      <a:pt x="15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478" name="Google Shape;478;p24"/>
            <p:cNvSpPr/>
            <p:nvPr/>
          </p:nvSpPr>
          <p:spPr>
            <a:xfrm>
              <a:off x="1403" y="2756"/>
              <a:ext cx="1427" cy="362"/>
            </a:xfrm>
            <a:custGeom>
              <a:rect b="b" l="l" r="r" t="t"/>
              <a:pathLst>
                <a:path extrusionOk="0" h="547" w="2136">
                  <a:moveTo>
                    <a:pt x="2129" y="547"/>
                  </a:moveTo>
                  <a:lnTo>
                    <a:pt x="2136" y="516"/>
                  </a:lnTo>
                  <a:lnTo>
                    <a:pt x="1603" y="387"/>
                  </a:lnTo>
                  <a:lnTo>
                    <a:pt x="1071" y="258"/>
                  </a:lnTo>
                  <a:lnTo>
                    <a:pt x="539" y="129"/>
                  </a:lnTo>
                  <a:lnTo>
                    <a:pt x="7" y="0"/>
                  </a:lnTo>
                  <a:lnTo>
                    <a:pt x="0" y="31"/>
                  </a:lnTo>
                  <a:lnTo>
                    <a:pt x="532" y="160"/>
                  </a:lnTo>
                  <a:lnTo>
                    <a:pt x="1064" y="289"/>
                  </a:lnTo>
                  <a:lnTo>
                    <a:pt x="1596" y="418"/>
                  </a:lnTo>
                  <a:lnTo>
                    <a:pt x="2129" y="547"/>
                  </a:lnTo>
                  <a:close/>
                </a:path>
              </a:pathLst>
            </a:custGeom>
            <a:solidFill>
              <a:srgbClr val="E20A1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9" name="Google Shape;479;p24"/>
            <p:cNvSpPr/>
            <p:nvPr/>
          </p:nvSpPr>
          <p:spPr>
            <a:xfrm>
              <a:off x="774" y="2602"/>
              <a:ext cx="577" cy="169"/>
            </a:xfrm>
            <a:custGeom>
              <a:rect b="b" l="l" r="r" t="t"/>
              <a:pathLst>
                <a:path extrusionOk="0" h="171" w="579">
                  <a:moveTo>
                    <a:pt x="572" y="171"/>
                  </a:moveTo>
                  <a:lnTo>
                    <a:pt x="579" y="139"/>
                  </a:lnTo>
                  <a:lnTo>
                    <a:pt x="7" y="0"/>
                  </a:lnTo>
                  <a:lnTo>
                    <a:pt x="0" y="31"/>
                  </a:lnTo>
                  <a:lnTo>
                    <a:pt x="572" y="171"/>
                  </a:lnTo>
                  <a:close/>
                </a:path>
              </a:pathLst>
            </a:custGeom>
            <a:solidFill>
              <a:srgbClr val="FEC4B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480" name="Google Shape;480;p24"/>
            <p:cNvGrpSpPr/>
            <p:nvPr/>
          </p:nvGrpSpPr>
          <p:grpSpPr>
            <a:xfrm>
              <a:off x="96" y="2435"/>
              <a:ext cx="574" cy="155"/>
              <a:chOff x="96" y="2435"/>
              <a:chExt cx="574" cy="155"/>
            </a:xfrm>
          </p:grpSpPr>
          <p:sp>
            <p:nvSpPr>
              <p:cNvPr id="481" name="Google Shape;481;p24"/>
              <p:cNvSpPr/>
              <p:nvPr/>
            </p:nvSpPr>
            <p:spPr>
              <a:xfrm>
                <a:off x="128" y="2443"/>
                <a:ext cx="542" cy="147"/>
              </a:xfrm>
              <a:custGeom>
                <a:rect b="b" l="l" r="r" t="t"/>
                <a:pathLst>
                  <a:path extrusionOk="0" h="260" w="951">
                    <a:moveTo>
                      <a:pt x="944" y="260"/>
                    </a:moveTo>
                    <a:lnTo>
                      <a:pt x="951" y="229"/>
                    </a:lnTo>
                    <a:lnTo>
                      <a:pt x="478" y="114"/>
                    </a:lnTo>
                    <a:lnTo>
                      <a:pt x="7" y="0"/>
                    </a:lnTo>
                    <a:lnTo>
                      <a:pt x="0" y="31"/>
                    </a:lnTo>
                    <a:lnTo>
                      <a:pt x="471" y="145"/>
                    </a:lnTo>
                    <a:lnTo>
                      <a:pt x="944" y="260"/>
                    </a:lnTo>
                    <a:close/>
                  </a:path>
                </a:pathLst>
              </a:custGeom>
              <a:solidFill>
                <a:srgbClr val="E20A1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2" name="Google Shape;482;p24"/>
              <p:cNvSpPr/>
              <p:nvPr/>
            </p:nvSpPr>
            <p:spPr>
              <a:xfrm>
                <a:off x="117" y="2443"/>
                <a:ext cx="63" cy="48"/>
              </a:xfrm>
              <a:custGeom>
                <a:rect b="b" l="l" r="r" t="t"/>
                <a:pathLst>
                  <a:path extrusionOk="0" h="88" w="113">
                    <a:moveTo>
                      <a:pt x="95" y="88"/>
                    </a:moveTo>
                    <a:lnTo>
                      <a:pt x="113" y="62"/>
                    </a:lnTo>
                    <a:lnTo>
                      <a:pt x="18" y="0"/>
                    </a:lnTo>
                    <a:lnTo>
                      <a:pt x="0" y="26"/>
                    </a:lnTo>
                    <a:lnTo>
                      <a:pt x="95" y="88"/>
                    </a:lnTo>
                    <a:close/>
                  </a:path>
                </a:pathLst>
              </a:custGeom>
              <a:solidFill>
                <a:srgbClr val="E20A1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3" name="Google Shape;483;p24"/>
              <p:cNvSpPr/>
              <p:nvPr/>
            </p:nvSpPr>
            <p:spPr>
              <a:xfrm>
                <a:off x="122" y="2435"/>
                <a:ext cx="64" cy="22"/>
              </a:xfrm>
              <a:custGeom>
                <a:rect b="b" l="l" r="r" t="t"/>
                <a:pathLst>
                  <a:path extrusionOk="0" h="43" w="115">
                    <a:moveTo>
                      <a:pt x="0" y="11"/>
                    </a:moveTo>
                    <a:lnTo>
                      <a:pt x="2" y="43"/>
                    </a:lnTo>
                    <a:lnTo>
                      <a:pt x="115" y="32"/>
                    </a:lnTo>
                    <a:lnTo>
                      <a:pt x="113" y="0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E20A1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4" name="Google Shape;484;p24"/>
              <p:cNvSpPr/>
              <p:nvPr/>
            </p:nvSpPr>
            <p:spPr>
              <a:xfrm>
                <a:off x="96" y="2441"/>
                <a:ext cx="30" cy="16"/>
              </a:xfrm>
              <a:custGeom>
                <a:rect b="b" l="l" r="r" t="t"/>
                <a:pathLst>
                  <a:path extrusionOk="0" h="32" w="56">
                    <a:moveTo>
                      <a:pt x="38" y="29"/>
                    </a:moveTo>
                    <a:lnTo>
                      <a:pt x="0" y="4"/>
                    </a:lnTo>
                    <a:lnTo>
                      <a:pt x="46" y="0"/>
                    </a:lnTo>
                    <a:lnTo>
                      <a:pt x="48" y="32"/>
                    </a:lnTo>
                    <a:lnTo>
                      <a:pt x="56" y="3"/>
                    </a:lnTo>
                    <a:lnTo>
                      <a:pt x="38" y="29"/>
                    </a:lnTo>
                    <a:close/>
                  </a:path>
                </a:pathLst>
              </a:custGeom>
              <a:solidFill>
                <a:srgbClr val="E20A1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5" name="Google Shape;485;p24"/>
              <p:cNvSpPr/>
              <p:nvPr/>
            </p:nvSpPr>
            <p:spPr>
              <a:xfrm>
                <a:off x="178" y="2435"/>
                <a:ext cx="16" cy="16"/>
              </a:xfrm>
              <a:prstGeom prst="ellipse">
                <a:avLst/>
              </a:prstGeom>
              <a:solidFill>
                <a:srgbClr val="E20A1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486" name="Google Shape;486;p24"/>
              <p:cNvSpPr/>
              <p:nvPr/>
            </p:nvSpPr>
            <p:spPr>
              <a:xfrm>
                <a:off x="168" y="2477"/>
                <a:ext cx="16" cy="16"/>
              </a:xfrm>
              <a:prstGeom prst="ellipse">
                <a:avLst/>
              </a:prstGeom>
              <a:solidFill>
                <a:srgbClr val="E20A1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487" name="Google Shape;487;p24"/>
            <p:cNvCxnSpPr/>
            <p:nvPr/>
          </p:nvCxnSpPr>
          <p:spPr>
            <a:xfrm rot="10800000">
              <a:off x="2878" y="3118"/>
              <a:ext cx="644" cy="164"/>
            </a:xfrm>
            <a:prstGeom prst="straightConnector1">
              <a:avLst/>
            </a:prstGeom>
            <a:noFill/>
            <a:ln cap="sq" cmpd="sng" w="76300">
              <a:solidFill>
                <a:srgbClr val="CC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5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495" name="Google Shape;495;p25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Checks</a:t>
            </a:r>
            <a:endParaRPr/>
          </a:p>
        </p:txBody>
      </p:sp>
      <p:sp>
        <p:nvSpPr>
          <p:cNvPr id="496" name="Google Shape;496;p25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 that intersection is closer than previous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 that it is not out of range (behind eye)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7" name="Google Shape;497;p25"/>
          <p:cNvSpPr/>
          <p:nvPr/>
        </p:nvSpPr>
        <p:spPr>
          <a:xfrm>
            <a:off x="6678612" y="4633912"/>
            <a:ext cx="6350" cy="1587"/>
          </a:xfrm>
          <a:custGeom>
            <a:rect b="b" l="l" r="r" t="t"/>
            <a:pathLst>
              <a:path extrusionOk="0" h="1587" w="4">
                <a:moveTo>
                  <a:pt x="4" y="0"/>
                </a:move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8" name="Google Shape;498;p25"/>
          <p:cNvSpPr/>
          <p:nvPr/>
        </p:nvSpPr>
        <p:spPr>
          <a:xfrm>
            <a:off x="6527800" y="4616450"/>
            <a:ext cx="7937" cy="1587"/>
          </a:xfrm>
          <a:custGeom>
            <a:rect b="b" l="l" r="r" t="t"/>
            <a:pathLst>
              <a:path extrusionOk="0" h="1588" w="5">
                <a:moveTo>
                  <a:pt x="0" y="0"/>
                </a:move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9" name="Google Shape;4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4381500"/>
            <a:ext cx="1143000" cy="1143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0" name="Google Shape;500;p25"/>
          <p:cNvGrpSpPr/>
          <p:nvPr/>
        </p:nvGrpSpPr>
        <p:grpSpPr>
          <a:xfrm>
            <a:off x="6172200" y="4343400"/>
            <a:ext cx="1531937" cy="2359025"/>
            <a:chOff x="3888" y="2736"/>
            <a:chExt cx="965" cy="1486"/>
          </a:xfrm>
        </p:grpSpPr>
        <p:sp>
          <p:nvSpPr>
            <p:cNvPr id="501" name="Google Shape;501;p25"/>
            <p:cNvSpPr/>
            <p:nvPr/>
          </p:nvSpPr>
          <p:spPr>
            <a:xfrm>
              <a:off x="4513" y="2736"/>
              <a:ext cx="9" cy="14"/>
            </a:xfrm>
            <a:custGeom>
              <a:rect b="b" l="l" r="r" t="t"/>
              <a:pathLst>
                <a:path extrusionOk="0" h="19" w="15">
                  <a:moveTo>
                    <a:pt x="3" y="6"/>
                  </a:moveTo>
                  <a:lnTo>
                    <a:pt x="11" y="0"/>
                  </a:lnTo>
                  <a:lnTo>
                    <a:pt x="15" y="9"/>
                  </a:lnTo>
                  <a:lnTo>
                    <a:pt x="0" y="15"/>
                  </a:lnTo>
                  <a:lnTo>
                    <a:pt x="12" y="19"/>
                  </a:lnTo>
                  <a:lnTo>
                    <a:pt x="3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2" name="Google Shape;502;p25"/>
            <p:cNvSpPr/>
            <p:nvPr/>
          </p:nvSpPr>
          <p:spPr>
            <a:xfrm>
              <a:off x="4843" y="3565"/>
              <a:ext cx="10" cy="8"/>
            </a:xfrm>
            <a:custGeom>
              <a:rect b="b" l="l" r="r" t="t"/>
              <a:pathLst>
                <a:path extrusionOk="0" h="12" w="17">
                  <a:moveTo>
                    <a:pt x="15" y="3"/>
                  </a:moveTo>
                  <a:lnTo>
                    <a:pt x="17" y="8"/>
                  </a:lnTo>
                  <a:lnTo>
                    <a:pt x="13" y="12"/>
                  </a:lnTo>
                  <a:lnTo>
                    <a:pt x="2" y="0"/>
                  </a:lnTo>
                  <a:lnTo>
                    <a:pt x="0" y="9"/>
                  </a:lnTo>
                  <a:lnTo>
                    <a:pt x="15" y="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3" name="Google Shape;503;p25"/>
            <p:cNvSpPr/>
            <p:nvPr/>
          </p:nvSpPr>
          <p:spPr>
            <a:xfrm>
              <a:off x="4219" y="4208"/>
              <a:ext cx="8" cy="14"/>
            </a:xfrm>
            <a:custGeom>
              <a:rect b="b" l="l" r="r" t="t"/>
              <a:pathLst>
                <a:path extrusionOk="0" h="19" w="14">
                  <a:moveTo>
                    <a:pt x="12" y="12"/>
                  </a:moveTo>
                  <a:lnTo>
                    <a:pt x="4" y="19"/>
                  </a:lnTo>
                  <a:lnTo>
                    <a:pt x="0" y="9"/>
                  </a:lnTo>
                  <a:lnTo>
                    <a:pt x="14" y="3"/>
                  </a:lnTo>
                  <a:lnTo>
                    <a:pt x="1" y="0"/>
                  </a:lnTo>
                  <a:lnTo>
                    <a:pt x="12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4" name="Google Shape;504;p25"/>
            <p:cNvSpPr/>
            <p:nvPr/>
          </p:nvSpPr>
          <p:spPr>
            <a:xfrm>
              <a:off x="3888" y="3234"/>
              <a:ext cx="10" cy="9"/>
            </a:xfrm>
            <a:custGeom>
              <a:rect b="b" l="l" r="r" t="t"/>
              <a:pathLst>
                <a:path extrusionOk="0" h="13" w="16">
                  <a:moveTo>
                    <a:pt x="2" y="9"/>
                  </a:moveTo>
                  <a:lnTo>
                    <a:pt x="0" y="3"/>
                  </a:lnTo>
                  <a:lnTo>
                    <a:pt x="4" y="0"/>
                  </a:lnTo>
                  <a:lnTo>
                    <a:pt x="13" y="13"/>
                  </a:lnTo>
                  <a:lnTo>
                    <a:pt x="16" y="3"/>
                  </a:lnTo>
                  <a:lnTo>
                    <a:pt x="2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5" name="Google Shape;505;p25"/>
            <p:cNvSpPr/>
            <p:nvPr/>
          </p:nvSpPr>
          <p:spPr>
            <a:xfrm>
              <a:off x="3891" y="2741"/>
              <a:ext cx="629" cy="502"/>
            </a:xfrm>
            <a:custGeom>
              <a:rect b="b" l="l" r="r" t="t"/>
              <a:pathLst>
                <a:path extrusionOk="0" h="593" w="849">
                  <a:moveTo>
                    <a:pt x="0" y="580"/>
                  </a:moveTo>
                  <a:lnTo>
                    <a:pt x="9" y="593"/>
                  </a:lnTo>
                  <a:lnTo>
                    <a:pt x="429" y="303"/>
                  </a:lnTo>
                  <a:lnTo>
                    <a:pt x="849" y="13"/>
                  </a:lnTo>
                  <a:lnTo>
                    <a:pt x="840" y="0"/>
                  </a:lnTo>
                  <a:lnTo>
                    <a:pt x="420" y="290"/>
                  </a:lnTo>
                  <a:lnTo>
                    <a:pt x="0" y="5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6" name="Google Shape;506;p25"/>
            <p:cNvSpPr/>
            <p:nvPr/>
          </p:nvSpPr>
          <p:spPr>
            <a:xfrm>
              <a:off x="4513" y="2743"/>
              <a:ext cx="339" cy="827"/>
            </a:xfrm>
            <a:custGeom>
              <a:rect b="b" l="l" r="r" t="t"/>
              <a:pathLst>
                <a:path extrusionOk="0" h="975" w="460">
                  <a:moveTo>
                    <a:pt x="15" y="0"/>
                  </a:moveTo>
                  <a:lnTo>
                    <a:pt x="0" y="6"/>
                  </a:lnTo>
                  <a:lnTo>
                    <a:pt x="222" y="490"/>
                  </a:lnTo>
                  <a:lnTo>
                    <a:pt x="445" y="975"/>
                  </a:lnTo>
                  <a:lnTo>
                    <a:pt x="460" y="969"/>
                  </a:lnTo>
                  <a:lnTo>
                    <a:pt x="237" y="484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7" name="Google Shape;507;p25"/>
            <p:cNvSpPr/>
            <p:nvPr/>
          </p:nvSpPr>
          <p:spPr>
            <a:xfrm>
              <a:off x="4220" y="3565"/>
              <a:ext cx="631" cy="651"/>
            </a:xfrm>
            <a:custGeom>
              <a:rect b="b" l="l" r="r" t="t"/>
              <a:pathLst>
                <a:path extrusionOk="0" h="768" w="852">
                  <a:moveTo>
                    <a:pt x="852" y="12"/>
                  </a:moveTo>
                  <a:lnTo>
                    <a:pt x="841" y="0"/>
                  </a:lnTo>
                  <a:lnTo>
                    <a:pt x="420" y="378"/>
                  </a:lnTo>
                  <a:lnTo>
                    <a:pt x="0" y="756"/>
                  </a:lnTo>
                  <a:lnTo>
                    <a:pt x="11" y="768"/>
                  </a:lnTo>
                  <a:lnTo>
                    <a:pt x="431" y="390"/>
                  </a:lnTo>
                  <a:lnTo>
                    <a:pt x="852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8" name="Google Shape;508;p25"/>
            <p:cNvSpPr/>
            <p:nvPr/>
          </p:nvSpPr>
          <p:spPr>
            <a:xfrm>
              <a:off x="3889" y="3237"/>
              <a:ext cx="338" cy="977"/>
            </a:xfrm>
            <a:custGeom>
              <a:rect b="b" l="l" r="r" t="t"/>
              <a:pathLst>
                <a:path extrusionOk="0" h="1151" w="458">
                  <a:moveTo>
                    <a:pt x="444" y="1151"/>
                  </a:moveTo>
                  <a:lnTo>
                    <a:pt x="458" y="1145"/>
                  </a:lnTo>
                  <a:lnTo>
                    <a:pt x="236" y="573"/>
                  </a:lnTo>
                  <a:lnTo>
                    <a:pt x="14" y="0"/>
                  </a:lnTo>
                  <a:lnTo>
                    <a:pt x="0" y="6"/>
                  </a:lnTo>
                  <a:lnTo>
                    <a:pt x="222" y="579"/>
                  </a:lnTo>
                  <a:lnTo>
                    <a:pt x="444" y="11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509" name="Google Shape;509;p25"/>
            <p:cNvGrpSpPr/>
            <p:nvPr/>
          </p:nvGrpSpPr>
          <p:grpSpPr>
            <a:xfrm>
              <a:off x="4413" y="3449"/>
              <a:ext cx="49" cy="98"/>
              <a:chOff x="4413" y="3449"/>
              <a:chExt cx="49" cy="98"/>
            </a:xfrm>
          </p:grpSpPr>
          <p:sp>
            <p:nvSpPr>
              <p:cNvPr id="510" name="Google Shape;510;p25"/>
              <p:cNvSpPr/>
              <p:nvPr/>
            </p:nvSpPr>
            <p:spPr>
              <a:xfrm>
                <a:off x="4413" y="3449"/>
                <a:ext cx="17" cy="55"/>
              </a:xfrm>
              <a:custGeom>
                <a:rect b="b" l="l" r="r" t="t"/>
                <a:pathLst>
                  <a:path extrusionOk="0" h="66" w="26">
                    <a:moveTo>
                      <a:pt x="4" y="66"/>
                    </a:moveTo>
                    <a:lnTo>
                      <a:pt x="0" y="45"/>
                    </a:lnTo>
                    <a:lnTo>
                      <a:pt x="1" y="24"/>
                    </a:lnTo>
                    <a:lnTo>
                      <a:pt x="7" y="9"/>
                    </a:lnTo>
                    <a:lnTo>
                      <a:pt x="12" y="3"/>
                    </a:lnTo>
                    <a:lnTo>
                      <a:pt x="18" y="0"/>
                    </a:lnTo>
                    <a:lnTo>
                      <a:pt x="26" y="14"/>
                    </a:lnTo>
                    <a:lnTo>
                      <a:pt x="21" y="16"/>
                    </a:lnTo>
                    <a:lnTo>
                      <a:pt x="20" y="18"/>
                    </a:lnTo>
                    <a:lnTo>
                      <a:pt x="16" y="28"/>
                    </a:lnTo>
                    <a:lnTo>
                      <a:pt x="15" y="43"/>
                    </a:lnTo>
                    <a:lnTo>
                      <a:pt x="19" y="63"/>
                    </a:lnTo>
                    <a:lnTo>
                      <a:pt x="4" y="6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1" name="Google Shape;511;p25"/>
              <p:cNvSpPr/>
              <p:nvPr/>
            </p:nvSpPr>
            <p:spPr>
              <a:xfrm>
                <a:off x="4429" y="3449"/>
                <a:ext cx="31" cy="46"/>
              </a:xfrm>
              <a:custGeom>
                <a:rect b="b" l="l" r="r" t="t"/>
                <a:pathLst>
                  <a:path extrusionOk="0" h="56" w="43">
                    <a:moveTo>
                      <a:pt x="0" y="0"/>
                    </a:moveTo>
                    <a:lnTo>
                      <a:pt x="6" y="0"/>
                    </a:lnTo>
                    <a:lnTo>
                      <a:pt x="14" y="3"/>
                    </a:lnTo>
                    <a:lnTo>
                      <a:pt x="26" y="13"/>
                    </a:lnTo>
                    <a:lnTo>
                      <a:pt x="36" y="29"/>
                    </a:lnTo>
                    <a:lnTo>
                      <a:pt x="43" y="50"/>
                    </a:lnTo>
                    <a:lnTo>
                      <a:pt x="28" y="56"/>
                    </a:lnTo>
                    <a:lnTo>
                      <a:pt x="22" y="38"/>
                    </a:lnTo>
                    <a:lnTo>
                      <a:pt x="14" y="24"/>
                    </a:lnTo>
                    <a:lnTo>
                      <a:pt x="5" y="16"/>
                    </a:lnTo>
                    <a:lnTo>
                      <a:pt x="4" y="16"/>
                    </a:lnTo>
                    <a:lnTo>
                      <a:pt x="0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2" name="Google Shape;512;p25"/>
              <p:cNvSpPr/>
              <p:nvPr/>
            </p:nvSpPr>
            <p:spPr>
              <a:xfrm>
                <a:off x="4426" y="3449"/>
                <a:ext cx="4" cy="12"/>
              </a:xfrm>
              <a:custGeom>
                <a:rect b="b" l="l" r="r" t="t"/>
                <a:pathLst>
                  <a:path extrusionOk="0" h="16" w="8">
                    <a:moveTo>
                      <a:pt x="0" y="1"/>
                    </a:moveTo>
                    <a:lnTo>
                      <a:pt x="2" y="0"/>
                    </a:lnTo>
                    <a:lnTo>
                      <a:pt x="4" y="0"/>
                    </a:lnTo>
                    <a:lnTo>
                      <a:pt x="4" y="16"/>
                    </a:lnTo>
                    <a:lnTo>
                      <a:pt x="8" y="1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3" name="Google Shape;513;p25"/>
              <p:cNvSpPr/>
              <p:nvPr/>
            </p:nvSpPr>
            <p:spPr>
              <a:xfrm>
                <a:off x="4446" y="3493"/>
                <a:ext cx="16" cy="53"/>
              </a:xfrm>
              <a:custGeom>
                <a:rect b="b" l="l" r="r" t="t"/>
                <a:pathLst>
                  <a:path extrusionOk="0" h="64" w="25">
                    <a:moveTo>
                      <a:pt x="21" y="0"/>
                    </a:moveTo>
                    <a:lnTo>
                      <a:pt x="25" y="21"/>
                    </a:lnTo>
                    <a:lnTo>
                      <a:pt x="24" y="39"/>
                    </a:lnTo>
                    <a:lnTo>
                      <a:pt x="19" y="55"/>
                    </a:lnTo>
                    <a:lnTo>
                      <a:pt x="12" y="62"/>
                    </a:lnTo>
                    <a:lnTo>
                      <a:pt x="8" y="64"/>
                    </a:lnTo>
                    <a:lnTo>
                      <a:pt x="0" y="50"/>
                    </a:lnTo>
                    <a:lnTo>
                      <a:pt x="3" y="49"/>
                    </a:lnTo>
                    <a:lnTo>
                      <a:pt x="5" y="47"/>
                    </a:lnTo>
                    <a:lnTo>
                      <a:pt x="8" y="37"/>
                    </a:lnTo>
                    <a:lnTo>
                      <a:pt x="9" y="22"/>
                    </a:lnTo>
                    <a:lnTo>
                      <a:pt x="5" y="2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4" name="Google Shape;514;p25"/>
              <p:cNvSpPr/>
              <p:nvPr/>
            </p:nvSpPr>
            <p:spPr>
              <a:xfrm>
                <a:off x="4450" y="3491"/>
                <a:ext cx="10" cy="3"/>
              </a:xfrm>
              <a:custGeom>
                <a:rect b="b" l="l" r="r" t="t"/>
                <a:pathLst>
                  <a:path extrusionOk="0" h="6" w="16">
                    <a:moveTo>
                      <a:pt x="15" y="0"/>
                    </a:moveTo>
                    <a:lnTo>
                      <a:pt x="16" y="3"/>
                    </a:lnTo>
                    <a:lnTo>
                      <a:pt x="16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5" name="Google Shape;515;p25"/>
              <p:cNvSpPr/>
              <p:nvPr/>
            </p:nvSpPr>
            <p:spPr>
              <a:xfrm>
                <a:off x="4415" y="3502"/>
                <a:ext cx="33" cy="44"/>
              </a:xfrm>
              <a:custGeom>
                <a:rect b="b" l="l" r="r" t="t"/>
                <a:pathLst>
                  <a:path extrusionOk="0" h="55" w="46">
                    <a:moveTo>
                      <a:pt x="46" y="54"/>
                    </a:moveTo>
                    <a:lnTo>
                      <a:pt x="38" y="55"/>
                    </a:lnTo>
                    <a:lnTo>
                      <a:pt x="29" y="52"/>
                    </a:lnTo>
                    <a:lnTo>
                      <a:pt x="18" y="42"/>
                    </a:lnTo>
                    <a:lnTo>
                      <a:pt x="8" y="25"/>
                    </a:lnTo>
                    <a:lnTo>
                      <a:pt x="0" y="5"/>
                    </a:lnTo>
                    <a:lnTo>
                      <a:pt x="15" y="0"/>
                    </a:lnTo>
                    <a:lnTo>
                      <a:pt x="22" y="18"/>
                    </a:lnTo>
                    <a:lnTo>
                      <a:pt x="30" y="31"/>
                    </a:lnTo>
                    <a:lnTo>
                      <a:pt x="38" y="39"/>
                    </a:lnTo>
                    <a:lnTo>
                      <a:pt x="41" y="40"/>
                    </a:lnTo>
                    <a:lnTo>
                      <a:pt x="44" y="39"/>
                    </a:lnTo>
                    <a:lnTo>
                      <a:pt x="46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6" name="Google Shape;516;p25"/>
              <p:cNvSpPr/>
              <p:nvPr/>
            </p:nvSpPr>
            <p:spPr>
              <a:xfrm>
                <a:off x="4446" y="3536"/>
                <a:ext cx="4" cy="11"/>
              </a:xfrm>
              <a:custGeom>
                <a:rect b="b" l="l" r="r" t="t"/>
                <a:pathLst>
                  <a:path extrusionOk="0" h="15" w="8">
                    <a:moveTo>
                      <a:pt x="8" y="14"/>
                    </a:moveTo>
                    <a:lnTo>
                      <a:pt x="6" y="15"/>
                    </a:lnTo>
                    <a:lnTo>
                      <a:pt x="5" y="15"/>
                    </a:lnTo>
                    <a:lnTo>
                      <a:pt x="3" y="0"/>
                    </a:lnTo>
                    <a:lnTo>
                      <a:pt x="0" y="0"/>
                    </a:lnTo>
                    <a:lnTo>
                      <a:pt x="8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517" name="Google Shape;517;p25"/>
              <p:cNvSpPr/>
              <p:nvPr/>
            </p:nvSpPr>
            <p:spPr>
              <a:xfrm>
                <a:off x="4415" y="3502"/>
                <a:ext cx="9" cy="2"/>
              </a:xfrm>
              <a:custGeom>
                <a:rect b="b" l="l" r="r" t="t"/>
                <a:pathLst>
                  <a:path extrusionOk="0" h="5" w="15">
                    <a:moveTo>
                      <a:pt x="0" y="5"/>
                    </a:moveTo>
                    <a:lnTo>
                      <a:pt x="0" y="4"/>
                    </a:lnTo>
                    <a:lnTo>
                      <a:pt x="15" y="1"/>
                    </a:lnTo>
                    <a:lnTo>
                      <a:pt x="15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518" name="Google Shape;518;p25"/>
            <p:cNvSpPr/>
            <p:nvPr/>
          </p:nvSpPr>
          <p:spPr>
            <a:xfrm>
              <a:off x="3966" y="3355"/>
              <a:ext cx="429" cy="143"/>
            </a:xfrm>
            <a:custGeom>
              <a:rect b="b" l="l" r="r" t="t"/>
              <a:pathLst>
                <a:path extrusionOk="0" h="171" w="579">
                  <a:moveTo>
                    <a:pt x="572" y="171"/>
                  </a:moveTo>
                  <a:lnTo>
                    <a:pt x="579" y="139"/>
                  </a:lnTo>
                  <a:lnTo>
                    <a:pt x="7" y="0"/>
                  </a:lnTo>
                  <a:lnTo>
                    <a:pt x="0" y="31"/>
                  </a:lnTo>
                  <a:lnTo>
                    <a:pt x="572" y="171"/>
                  </a:lnTo>
                  <a:close/>
                </a:path>
              </a:pathLst>
            </a:custGeom>
            <a:solidFill>
              <a:srgbClr val="FEC4B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19" name="Google Shape;519;p25"/>
          <p:cNvSpPr/>
          <p:nvPr/>
        </p:nvSpPr>
        <p:spPr>
          <a:xfrm>
            <a:off x="7162800" y="5580062"/>
            <a:ext cx="1943100" cy="530225"/>
          </a:xfrm>
          <a:custGeom>
            <a:rect b="b" l="l" r="r" t="t"/>
            <a:pathLst>
              <a:path extrusionOk="0" h="547" w="2136">
                <a:moveTo>
                  <a:pt x="2129" y="547"/>
                </a:moveTo>
                <a:lnTo>
                  <a:pt x="2136" y="516"/>
                </a:lnTo>
                <a:lnTo>
                  <a:pt x="1603" y="387"/>
                </a:lnTo>
                <a:lnTo>
                  <a:pt x="1071" y="258"/>
                </a:lnTo>
                <a:lnTo>
                  <a:pt x="539" y="129"/>
                </a:lnTo>
                <a:lnTo>
                  <a:pt x="7" y="0"/>
                </a:lnTo>
                <a:lnTo>
                  <a:pt x="0" y="31"/>
                </a:lnTo>
                <a:lnTo>
                  <a:pt x="532" y="160"/>
                </a:lnTo>
                <a:lnTo>
                  <a:pt x="1064" y="289"/>
                </a:lnTo>
                <a:lnTo>
                  <a:pt x="1596" y="418"/>
                </a:lnTo>
                <a:lnTo>
                  <a:pt x="2129" y="547"/>
                </a:lnTo>
                <a:close/>
              </a:path>
            </a:pathLst>
          </a:custGeom>
          <a:solidFill>
            <a:srgbClr val="E20A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20" name="Google Shape;520;p25"/>
          <p:cNvGrpSpPr/>
          <p:nvPr/>
        </p:nvGrpSpPr>
        <p:grpSpPr>
          <a:xfrm>
            <a:off x="4537075" y="4879975"/>
            <a:ext cx="107950" cy="184150"/>
            <a:chOff x="2858" y="3074"/>
            <a:chExt cx="68" cy="116"/>
          </a:xfrm>
        </p:grpSpPr>
        <p:sp>
          <p:nvSpPr>
            <p:cNvPr id="521" name="Google Shape;521;p25"/>
            <p:cNvSpPr/>
            <p:nvPr/>
          </p:nvSpPr>
          <p:spPr>
            <a:xfrm>
              <a:off x="2858" y="3075"/>
              <a:ext cx="24" cy="64"/>
            </a:xfrm>
            <a:custGeom>
              <a:rect b="b" l="l" r="r" t="t"/>
              <a:pathLst>
                <a:path extrusionOk="0" h="66" w="26">
                  <a:moveTo>
                    <a:pt x="4" y="66"/>
                  </a:moveTo>
                  <a:lnTo>
                    <a:pt x="0" y="45"/>
                  </a:lnTo>
                  <a:lnTo>
                    <a:pt x="1" y="24"/>
                  </a:lnTo>
                  <a:lnTo>
                    <a:pt x="7" y="9"/>
                  </a:lnTo>
                  <a:lnTo>
                    <a:pt x="12" y="3"/>
                  </a:lnTo>
                  <a:lnTo>
                    <a:pt x="18" y="0"/>
                  </a:lnTo>
                  <a:lnTo>
                    <a:pt x="26" y="14"/>
                  </a:lnTo>
                  <a:lnTo>
                    <a:pt x="21" y="16"/>
                  </a:lnTo>
                  <a:lnTo>
                    <a:pt x="20" y="18"/>
                  </a:lnTo>
                  <a:lnTo>
                    <a:pt x="16" y="28"/>
                  </a:lnTo>
                  <a:lnTo>
                    <a:pt x="15" y="43"/>
                  </a:lnTo>
                  <a:lnTo>
                    <a:pt x="19" y="63"/>
                  </a:lnTo>
                  <a:lnTo>
                    <a:pt x="4" y="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2" name="Google Shape;522;p25"/>
            <p:cNvSpPr/>
            <p:nvPr/>
          </p:nvSpPr>
          <p:spPr>
            <a:xfrm>
              <a:off x="2880" y="3074"/>
              <a:ext cx="41" cy="54"/>
            </a:xfrm>
            <a:custGeom>
              <a:rect b="b" l="l" r="r" t="t"/>
              <a:pathLst>
                <a:path extrusionOk="0" h="56" w="43">
                  <a:moveTo>
                    <a:pt x="0" y="0"/>
                  </a:moveTo>
                  <a:lnTo>
                    <a:pt x="6" y="0"/>
                  </a:lnTo>
                  <a:lnTo>
                    <a:pt x="14" y="3"/>
                  </a:lnTo>
                  <a:lnTo>
                    <a:pt x="26" y="13"/>
                  </a:lnTo>
                  <a:lnTo>
                    <a:pt x="36" y="29"/>
                  </a:lnTo>
                  <a:lnTo>
                    <a:pt x="43" y="50"/>
                  </a:lnTo>
                  <a:lnTo>
                    <a:pt x="28" y="56"/>
                  </a:lnTo>
                  <a:lnTo>
                    <a:pt x="22" y="38"/>
                  </a:lnTo>
                  <a:lnTo>
                    <a:pt x="14" y="24"/>
                  </a:lnTo>
                  <a:lnTo>
                    <a:pt x="5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3" name="Google Shape;523;p25"/>
            <p:cNvSpPr/>
            <p:nvPr/>
          </p:nvSpPr>
          <p:spPr>
            <a:xfrm>
              <a:off x="2876" y="3074"/>
              <a:ext cx="6" cy="14"/>
            </a:xfrm>
            <a:custGeom>
              <a:rect b="b" l="l" r="r" t="t"/>
              <a:pathLst>
                <a:path extrusionOk="0" h="16" w="8">
                  <a:moveTo>
                    <a:pt x="0" y="1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4" y="16"/>
                  </a:lnTo>
                  <a:lnTo>
                    <a:pt x="8" y="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4" name="Google Shape;524;p25"/>
            <p:cNvSpPr/>
            <p:nvPr/>
          </p:nvSpPr>
          <p:spPr>
            <a:xfrm>
              <a:off x="2903" y="3126"/>
              <a:ext cx="23" cy="62"/>
            </a:xfrm>
            <a:custGeom>
              <a:rect b="b" l="l" r="r" t="t"/>
              <a:pathLst>
                <a:path extrusionOk="0" h="64" w="25">
                  <a:moveTo>
                    <a:pt x="21" y="0"/>
                  </a:moveTo>
                  <a:lnTo>
                    <a:pt x="25" y="21"/>
                  </a:lnTo>
                  <a:lnTo>
                    <a:pt x="24" y="39"/>
                  </a:lnTo>
                  <a:lnTo>
                    <a:pt x="19" y="55"/>
                  </a:lnTo>
                  <a:lnTo>
                    <a:pt x="12" y="62"/>
                  </a:lnTo>
                  <a:lnTo>
                    <a:pt x="8" y="64"/>
                  </a:lnTo>
                  <a:lnTo>
                    <a:pt x="0" y="50"/>
                  </a:lnTo>
                  <a:lnTo>
                    <a:pt x="3" y="49"/>
                  </a:lnTo>
                  <a:lnTo>
                    <a:pt x="5" y="47"/>
                  </a:lnTo>
                  <a:lnTo>
                    <a:pt x="8" y="37"/>
                  </a:lnTo>
                  <a:lnTo>
                    <a:pt x="9" y="22"/>
                  </a:lnTo>
                  <a:lnTo>
                    <a:pt x="5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5" name="Google Shape;525;p25"/>
            <p:cNvSpPr/>
            <p:nvPr/>
          </p:nvSpPr>
          <p:spPr>
            <a:xfrm>
              <a:off x="2908" y="3124"/>
              <a:ext cx="14" cy="4"/>
            </a:xfrm>
            <a:custGeom>
              <a:rect b="b" l="l" r="r" t="t"/>
              <a:pathLst>
                <a:path extrusionOk="0" h="6" w="16">
                  <a:moveTo>
                    <a:pt x="15" y="0"/>
                  </a:moveTo>
                  <a:lnTo>
                    <a:pt x="16" y="3"/>
                  </a:lnTo>
                  <a:lnTo>
                    <a:pt x="16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6" name="Google Shape;526;p25"/>
            <p:cNvSpPr/>
            <p:nvPr/>
          </p:nvSpPr>
          <p:spPr>
            <a:xfrm>
              <a:off x="2862" y="3137"/>
              <a:ext cx="44" cy="53"/>
            </a:xfrm>
            <a:custGeom>
              <a:rect b="b" l="l" r="r" t="t"/>
              <a:pathLst>
                <a:path extrusionOk="0" h="55" w="46">
                  <a:moveTo>
                    <a:pt x="46" y="54"/>
                  </a:moveTo>
                  <a:lnTo>
                    <a:pt x="38" y="55"/>
                  </a:lnTo>
                  <a:lnTo>
                    <a:pt x="29" y="52"/>
                  </a:lnTo>
                  <a:lnTo>
                    <a:pt x="18" y="42"/>
                  </a:lnTo>
                  <a:lnTo>
                    <a:pt x="8" y="25"/>
                  </a:lnTo>
                  <a:lnTo>
                    <a:pt x="0" y="5"/>
                  </a:lnTo>
                  <a:lnTo>
                    <a:pt x="15" y="0"/>
                  </a:lnTo>
                  <a:lnTo>
                    <a:pt x="22" y="18"/>
                  </a:lnTo>
                  <a:lnTo>
                    <a:pt x="30" y="31"/>
                  </a:lnTo>
                  <a:lnTo>
                    <a:pt x="38" y="39"/>
                  </a:lnTo>
                  <a:lnTo>
                    <a:pt x="41" y="40"/>
                  </a:lnTo>
                  <a:lnTo>
                    <a:pt x="44" y="39"/>
                  </a:lnTo>
                  <a:lnTo>
                    <a:pt x="46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7" name="Google Shape;527;p25"/>
            <p:cNvSpPr/>
            <p:nvPr/>
          </p:nvSpPr>
          <p:spPr>
            <a:xfrm>
              <a:off x="2903" y="3176"/>
              <a:ext cx="6" cy="13"/>
            </a:xfrm>
            <a:custGeom>
              <a:rect b="b" l="l" r="r" t="t"/>
              <a:pathLst>
                <a:path extrusionOk="0" h="15" w="8">
                  <a:moveTo>
                    <a:pt x="8" y="14"/>
                  </a:moveTo>
                  <a:lnTo>
                    <a:pt x="6" y="15"/>
                  </a:lnTo>
                  <a:lnTo>
                    <a:pt x="5" y="15"/>
                  </a:lnTo>
                  <a:lnTo>
                    <a:pt x="3" y="0"/>
                  </a:lnTo>
                  <a:lnTo>
                    <a:pt x="0" y="0"/>
                  </a:lnTo>
                  <a:lnTo>
                    <a:pt x="8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8" name="Google Shape;528;p25"/>
            <p:cNvSpPr/>
            <p:nvPr/>
          </p:nvSpPr>
          <p:spPr>
            <a:xfrm>
              <a:off x="2862" y="3137"/>
              <a:ext cx="13" cy="3"/>
            </a:xfrm>
            <a:custGeom>
              <a:rect b="b" l="l" r="r" t="t"/>
              <a:pathLst>
                <a:path extrusionOk="0" h="5" w="15">
                  <a:moveTo>
                    <a:pt x="0" y="5"/>
                  </a:moveTo>
                  <a:lnTo>
                    <a:pt x="0" y="4"/>
                  </a:lnTo>
                  <a:lnTo>
                    <a:pt x="15" y="1"/>
                  </a:lnTo>
                  <a:lnTo>
                    <a:pt x="15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529" name="Google Shape;529;p25"/>
          <p:cNvGrpSpPr/>
          <p:nvPr/>
        </p:nvGrpSpPr>
        <p:grpSpPr>
          <a:xfrm>
            <a:off x="5562600" y="4879975"/>
            <a:ext cx="652462" cy="603250"/>
            <a:chOff x="3504" y="3074"/>
            <a:chExt cx="411" cy="380"/>
          </a:xfrm>
        </p:grpSpPr>
        <p:sp>
          <p:nvSpPr>
            <p:cNvPr id="530" name="Google Shape;530;p25"/>
            <p:cNvSpPr/>
            <p:nvPr/>
          </p:nvSpPr>
          <p:spPr>
            <a:xfrm>
              <a:off x="3571" y="3205"/>
              <a:ext cx="92" cy="208"/>
            </a:xfrm>
            <a:custGeom>
              <a:rect b="b" l="l" r="r" t="t"/>
              <a:pathLst>
                <a:path extrusionOk="0" h="210" w="94">
                  <a:moveTo>
                    <a:pt x="0" y="98"/>
                  </a:moveTo>
                  <a:lnTo>
                    <a:pt x="0" y="109"/>
                  </a:lnTo>
                  <a:lnTo>
                    <a:pt x="0" y="120"/>
                  </a:lnTo>
                  <a:lnTo>
                    <a:pt x="1" y="131"/>
                  </a:lnTo>
                  <a:lnTo>
                    <a:pt x="2" y="142"/>
                  </a:lnTo>
                  <a:lnTo>
                    <a:pt x="6" y="161"/>
                  </a:lnTo>
                  <a:lnTo>
                    <a:pt x="8" y="170"/>
                  </a:lnTo>
                  <a:lnTo>
                    <a:pt x="10" y="178"/>
                  </a:lnTo>
                  <a:lnTo>
                    <a:pt x="12" y="185"/>
                  </a:lnTo>
                  <a:lnTo>
                    <a:pt x="15" y="191"/>
                  </a:lnTo>
                  <a:lnTo>
                    <a:pt x="19" y="202"/>
                  </a:lnTo>
                  <a:lnTo>
                    <a:pt x="23" y="208"/>
                  </a:lnTo>
                  <a:lnTo>
                    <a:pt x="24" y="210"/>
                  </a:lnTo>
                  <a:lnTo>
                    <a:pt x="25" y="210"/>
                  </a:lnTo>
                  <a:lnTo>
                    <a:pt x="31" y="208"/>
                  </a:lnTo>
                  <a:lnTo>
                    <a:pt x="37" y="205"/>
                  </a:lnTo>
                  <a:lnTo>
                    <a:pt x="43" y="201"/>
                  </a:lnTo>
                  <a:lnTo>
                    <a:pt x="49" y="197"/>
                  </a:lnTo>
                  <a:lnTo>
                    <a:pt x="55" y="192"/>
                  </a:lnTo>
                  <a:lnTo>
                    <a:pt x="60" y="187"/>
                  </a:lnTo>
                  <a:lnTo>
                    <a:pt x="66" y="182"/>
                  </a:lnTo>
                  <a:lnTo>
                    <a:pt x="71" y="176"/>
                  </a:lnTo>
                  <a:lnTo>
                    <a:pt x="76" y="169"/>
                  </a:lnTo>
                  <a:lnTo>
                    <a:pt x="80" y="162"/>
                  </a:lnTo>
                  <a:lnTo>
                    <a:pt x="84" y="154"/>
                  </a:lnTo>
                  <a:lnTo>
                    <a:pt x="87" y="146"/>
                  </a:lnTo>
                  <a:lnTo>
                    <a:pt x="90" y="137"/>
                  </a:lnTo>
                  <a:lnTo>
                    <a:pt x="92" y="128"/>
                  </a:lnTo>
                  <a:lnTo>
                    <a:pt x="93" y="118"/>
                  </a:lnTo>
                  <a:lnTo>
                    <a:pt x="94" y="108"/>
                  </a:lnTo>
                  <a:lnTo>
                    <a:pt x="94" y="99"/>
                  </a:lnTo>
                  <a:lnTo>
                    <a:pt x="92" y="90"/>
                  </a:lnTo>
                  <a:lnTo>
                    <a:pt x="91" y="81"/>
                  </a:lnTo>
                  <a:lnTo>
                    <a:pt x="88" y="72"/>
                  </a:lnTo>
                  <a:lnTo>
                    <a:pt x="85" y="63"/>
                  </a:lnTo>
                  <a:lnTo>
                    <a:pt x="81" y="54"/>
                  </a:lnTo>
                  <a:lnTo>
                    <a:pt x="77" y="46"/>
                  </a:lnTo>
                  <a:lnTo>
                    <a:pt x="73" y="38"/>
                  </a:lnTo>
                  <a:lnTo>
                    <a:pt x="68" y="31"/>
                  </a:lnTo>
                  <a:lnTo>
                    <a:pt x="63" y="24"/>
                  </a:lnTo>
                  <a:lnTo>
                    <a:pt x="58" y="18"/>
                  </a:lnTo>
                  <a:lnTo>
                    <a:pt x="52" y="13"/>
                  </a:lnTo>
                  <a:lnTo>
                    <a:pt x="47" y="8"/>
                  </a:lnTo>
                  <a:lnTo>
                    <a:pt x="41" y="5"/>
                  </a:lnTo>
                  <a:lnTo>
                    <a:pt x="35" y="2"/>
                  </a:lnTo>
                  <a:lnTo>
                    <a:pt x="33" y="1"/>
                  </a:lnTo>
                  <a:lnTo>
                    <a:pt x="30" y="0"/>
                  </a:lnTo>
                  <a:lnTo>
                    <a:pt x="29" y="0"/>
                  </a:lnTo>
                  <a:lnTo>
                    <a:pt x="27" y="2"/>
                  </a:lnTo>
                  <a:lnTo>
                    <a:pt x="25" y="5"/>
                  </a:lnTo>
                  <a:lnTo>
                    <a:pt x="23" y="9"/>
                  </a:lnTo>
                  <a:lnTo>
                    <a:pt x="19" y="19"/>
                  </a:lnTo>
                  <a:lnTo>
                    <a:pt x="14" y="32"/>
                  </a:lnTo>
                  <a:lnTo>
                    <a:pt x="9" y="47"/>
                  </a:lnTo>
                  <a:lnTo>
                    <a:pt x="5" y="64"/>
                  </a:lnTo>
                  <a:lnTo>
                    <a:pt x="2" y="81"/>
                  </a:lnTo>
                  <a:lnTo>
                    <a:pt x="1" y="89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4894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1" name="Google Shape;531;p25"/>
            <p:cNvSpPr/>
            <p:nvPr/>
          </p:nvSpPr>
          <p:spPr>
            <a:xfrm>
              <a:off x="3568" y="3302"/>
              <a:ext cx="27" cy="113"/>
            </a:xfrm>
            <a:custGeom>
              <a:rect b="b" l="l" r="r" t="t"/>
              <a:pathLst>
                <a:path extrusionOk="0" h="115" w="29">
                  <a:moveTo>
                    <a:pt x="5" y="0"/>
                  </a:moveTo>
                  <a:lnTo>
                    <a:pt x="5" y="23"/>
                  </a:lnTo>
                  <a:lnTo>
                    <a:pt x="7" y="44"/>
                  </a:lnTo>
                  <a:lnTo>
                    <a:pt x="15" y="80"/>
                  </a:lnTo>
                  <a:lnTo>
                    <a:pt x="24" y="105"/>
                  </a:lnTo>
                  <a:lnTo>
                    <a:pt x="27" y="110"/>
                  </a:lnTo>
                  <a:lnTo>
                    <a:pt x="29" y="111"/>
                  </a:lnTo>
                  <a:lnTo>
                    <a:pt x="26" y="115"/>
                  </a:lnTo>
                  <a:lnTo>
                    <a:pt x="23" y="113"/>
                  </a:lnTo>
                  <a:lnTo>
                    <a:pt x="19" y="106"/>
                  </a:lnTo>
                  <a:lnTo>
                    <a:pt x="10" y="81"/>
                  </a:lnTo>
                  <a:lnTo>
                    <a:pt x="2" y="45"/>
                  </a:lnTo>
                  <a:lnTo>
                    <a:pt x="0" y="23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2" name="Google Shape;532;p25"/>
            <p:cNvSpPr/>
            <p:nvPr/>
          </p:nvSpPr>
          <p:spPr>
            <a:xfrm>
              <a:off x="3596" y="3313"/>
              <a:ext cx="69" cy="103"/>
            </a:xfrm>
            <a:custGeom>
              <a:rect b="b" l="l" r="r" t="t"/>
              <a:pathLst>
                <a:path extrusionOk="0" h="105" w="71">
                  <a:moveTo>
                    <a:pt x="0" y="100"/>
                  </a:moveTo>
                  <a:lnTo>
                    <a:pt x="10" y="95"/>
                  </a:lnTo>
                  <a:lnTo>
                    <a:pt x="22" y="87"/>
                  </a:lnTo>
                  <a:lnTo>
                    <a:pt x="33" y="77"/>
                  </a:lnTo>
                  <a:lnTo>
                    <a:pt x="44" y="65"/>
                  </a:lnTo>
                  <a:lnTo>
                    <a:pt x="53" y="53"/>
                  </a:lnTo>
                  <a:lnTo>
                    <a:pt x="60" y="37"/>
                  </a:lnTo>
                  <a:lnTo>
                    <a:pt x="65" y="19"/>
                  </a:lnTo>
                  <a:lnTo>
                    <a:pt x="67" y="0"/>
                  </a:lnTo>
                  <a:lnTo>
                    <a:pt x="71" y="0"/>
                  </a:lnTo>
                  <a:lnTo>
                    <a:pt x="69" y="21"/>
                  </a:lnTo>
                  <a:lnTo>
                    <a:pt x="64" y="40"/>
                  </a:lnTo>
                  <a:lnTo>
                    <a:pt x="57" y="56"/>
                  </a:lnTo>
                  <a:lnTo>
                    <a:pt x="47" y="69"/>
                  </a:lnTo>
                  <a:lnTo>
                    <a:pt x="36" y="81"/>
                  </a:lnTo>
                  <a:lnTo>
                    <a:pt x="25" y="91"/>
                  </a:lnTo>
                  <a:lnTo>
                    <a:pt x="13" y="99"/>
                  </a:lnTo>
                  <a:lnTo>
                    <a:pt x="1" y="105"/>
                  </a:lnTo>
                  <a:lnTo>
                    <a:pt x="0" y="1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3" name="Google Shape;533;p25"/>
            <p:cNvSpPr/>
            <p:nvPr/>
          </p:nvSpPr>
          <p:spPr>
            <a:xfrm>
              <a:off x="3594" y="3413"/>
              <a:ext cx="1" cy="4"/>
            </a:xfrm>
            <a:custGeom>
              <a:rect b="b" l="l" r="r" t="t"/>
              <a:pathLst>
                <a:path extrusionOk="0" h="6" w="3">
                  <a:moveTo>
                    <a:pt x="0" y="4"/>
                  </a:moveTo>
                  <a:lnTo>
                    <a:pt x="2" y="6"/>
                  </a:lnTo>
                  <a:lnTo>
                    <a:pt x="3" y="5"/>
                  </a:lnTo>
                  <a:lnTo>
                    <a:pt x="2" y="0"/>
                  </a:lnTo>
                  <a:lnTo>
                    <a:pt x="3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4" name="Google Shape;534;p25"/>
            <p:cNvSpPr/>
            <p:nvPr/>
          </p:nvSpPr>
          <p:spPr>
            <a:xfrm>
              <a:off x="3600" y="3203"/>
              <a:ext cx="65" cy="108"/>
            </a:xfrm>
            <a:custGeom>
              <a:rect b="b" l="l" r="r" t="t"/>
              <a:pathLst>
                <a:path extrusionOk="0" h="110" w="67">
                  <a:moveTo>
                    <a:pt x="63" y="110"/>
                  </a:moveTo>
                  <a:lnTo>
                    <a:pt x="61" y="92"/>
                  </a:lnTo>
                  <a:lnTo>
                    <a:pt x="57" y="75"/>
                  </a:lnTo>
                  <a:lnTo>
                    <a:pt x="50" y="58"/>
                  </a:lnTo>
                  <a:lnTo>
                    <a:pt x="42" y="42"/>
                  </a:lnTo>
                  <a:lnTo>
                    <a:pt x="32" y="28"/>
                  </a:lnTo>
                  <a:lnTo>
                    <a:pt x="21" y="17"/>
                  </a:lnTo>
                  <a:lnTo>
                    <a:pt x="10" y="8"/>
                  </a:lnTo>
                  <a:lnTo>
                    <a:pt x="0" y="4"/>
                  </a:lnTo>
                  <a:lnTo>
                    <a:pt x="2" y="0"/>
                  </a:lnTo>
                  <a:lnTo>
                    <a:pt x="13" y="4"/>
                  </a:lnTo>
                  <a:lnTo>
                    <a:pt x="24" y="13"/>
                  </a:lnTo>
                  <a:lnTo>
                    <a:pt x="35" y="24"/>
                  </a:lnTo>
                  <a:lnTo>
                    <a:pt x="46" y="39"/>
                  </a:lnTo>
                  <a:lnTo>
                    <a:pt x="54" y="55"/>
                  </a:lnTo>
                  <a:lnTo>
                    <a:pt x="61" y="73"/>
                  </a:lnTo>
                  <a:lnTo>
                    <a:pt x="65" y="92"/>
                  </a:lnTo>
                  <a:lnTo>
                    <a:pt x="67" y="110"/>
                  </a:lnTo>
                  <a:lnTo>
                    <a:pt x="63" y="1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5" name="Google Shape;535;p25"/>
            <p:cNvSpPr/>
            <p:nvPr/>
          </p:nvSpPr>
          <p:spPr>
            <a:xfrm>
              <a:off x="3568" y="3203"/>
              <a:ext cx="32" cy="97"/>
            </a:xfrm>
            <a:custGeom>
              <a:rect b="b" l="l" r="r" t="t"/>
              <a:pathLst>
                <a:path extrusionOk="0" h="99" w="34">
                  <a:moveTo>
                    <a:pt x="34" y="4"/>
                  </a:moveTo>
                  <a:lnTo>
                    <a:pt x="32" y="6"/>
                  </a:lnTo>
                  <a:lnTo>
                    <a:pt x="28" y="10"/>
                  </a:lnTo>
                  <a:lnTo>
                    <a:pt x="19" y="34"/>
                  </a:lnTo>
                  <a:lnTo>
                    <a:pt x="10" y="66"/>
                  </a:lnTo>
                  <a:lnTo>
                    <a:pt x="7" y="83"/>
                  </a:lnTo>
                  <a:lnTo>
                    <a:pt x="5" y="99"/>
                  </a:lnTo>
                  <a:lnTo>
                    <a:pt x="0" y="99"/>
                  </a:lnTo>
                  <a:lnTo>
                    <a:pt x="2" y="83"/>
                  </a:lnTo>
                  <a:lnTo>
                    <a:pt x="5" y="65"/>
                  </a:lnTo>
                  <a:lnTo>
                    <a:pt x="14" y="33"/>
                  </a:lnTo>
                  <a:lnTo>
                    <a:pt x="23" y="9"/>
                  </a:lnTo>
                  <a:lnTo>
                    <a:pt x="28" y="3"/>
                  </a:lnTo>
                  <a:lnTo>
                    <a:pt x="31" y="0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6" name="Google Shape;536;p25"/>
            <p:cNvSpPr/>
            <p:nvPr/>
          </p:nvSpPr>
          <p:spPr>
            <a:xfrm>
              <a:off x="3599" y="3202"/>
              <a:ext cx="1" cy="3"/>
            </a:xfrm>
            <a:custGeom>
              <a:rect b="b" l="l" r="r" t="t"/>
              <a:pathLst>
                <a:path extrusionOk="0" h="5" w="3">
                  <a:moveTo>
                    <a:pt x="3" y="1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3" y="5"/>
                  </a:lnTo>
                  <a:lnTo>
                    <a:pt x="1" y="5"/>
                  </a:lnTo>
                  <a:lnTo>
                    <a:pt x="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7" name="Google Shape;537;p25"/>
            <p:cNvSpPr/>
            <p:nvPr/>
          </p:nvSpPr>
          <p:spPr>
            <a:xfrm>
              <a:off x="3512" y="3118"/>
              <a:ext cx="403" cy="235"/>
            </a:xfrm>
            <a:custGeom>
              <a:rect b="b" l="l" r="r" t="t"/>
              <a:pathLst>
                <a:path extrusionOk="0" h="237" w="405">
                  <a:moveTo>
                    <a:pt x="400" y="237"/>
                  </a:moveTo>
                  <a:lnTo>
                    <a:pt x="382" y="226"/>
                  </a:lnTo>
                  <a:lnTo>
                    <a:pt x="361" y="215"/>
                  </a:lnTo>
                  <a:lnTo>
                    <a:pt x="306" y="190"/>
                  </a:lnTo>
                  <a:lnTo>
                    <a:pt x="175" y="135"/>
                  </a:lnTo>
                  <a:lnTo>
                    <a:pt x="111" y="104"/>
                  </a:lnTo>
                  <a:lnTo>
                    <a:pt x="83" y="88"/>
                  </a:lnTo>
                  <a:lnTo>
                    <a:pt x="57" y="72"/>
                  </a:lnTo>
                  <a:lnTo>
                    <a:pt x="36" y="55"/>
                  </a:lnTo>
                  <a:lnTo>
                    <a:pt x="19" y="38"/>
                  </a:lnTo>
                  <a:lnTo>
                    <a:pt x="6" y="21"/>
                  </a:lnTo>
                  <a:lnTo>
                    <a:pt x="0" y="3"/>
                  </a:lnTo>
                  <a:lnTo>
                    <a:pt x="8" y="0"/>
                  </a:lnTo>
                  <a:lnTo>
                    <a:pt x="13" y="16"/>
                  </a:lnTo>
                  <a:lnTo>
                    <a:pt x="25" y="32"/>
                  </a:lnTo>
                  <a:lnTo>
                    <a:pt x="42" y="49"/>
                  </a:lnTo>
                  <a:lnTo>
                    <a:pt x="63" y="65"/>
                  </a:lnTo>
                  <a:lnTo>
                    <a:pt x="88" y="81"/>
                  </a:lnTo>
                  <a:lnTo>
                    <a:pt x="116" y="97"/>
                  </a:lnTo>
                  <a:lnTo>
                    <a:pt x="179" y="127"/>
                  </a:lnTo>
                  <a:lnTo>
                    <a:pt x="310" y="182"/>
                  </a:lnTo>
                  <a:lnTo>
                    <a:pt x="365" y="207"/>
                  </a:lnTo>
                  <a:lnTo>
                    <a:pt x="387" y="219"/>
                  </a:lnTo>
                  <a:lnTo>
                    <a:pt x="405" y="230"/>
                  </a:lnTo>
                  <a:lnTo>
                    <a:pt x="400" y="2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8" name="Google Shape;538;p25"/>
            <p:cNvSpPr/>
            <p:nvPr/>
          </p:nvSpPr>
          <p:spPr>
            <a:xfrm>
              <a:off x="3598" y="3347"/>
              <a:ext cx="315" cy="70"/>
            </a:xfrm>
            <a:custGeom>
              <a:rect b="b" l="l" r="r" t="t"/>
              <a:pathLst>
                <a:path extrusionOk="0" h="72" w="317">
                  <a:moveTo>
                    <a:pt x="317" y="9"/>
                  </a:moveTo>
                  <a:lnTo>
                    <a:pt x="258" y="9"/>
                  </a:lnTo>
                  <a:lnTo>
                    <a:pt x="207" y="12"/>
                  </a:lnTo>
                  <a:lnTo>
                    <a:pt x="162" y="19"/>
                  </a:lnTo>
                  <a:lnTo>
                    <a:pt x="122" y="27"/>
                  </a:lnTo>
                  <a:lnTo>
                    <a:pt x="88" y="37"/>
                  </a:lnTo>
                  <a:lnTo>
                    <a:pt x="57" y="48"/>
                  </a:lnTo>
                  <a:lnTo>
                    <a:pt x="4" y="72"/>
                  </a:lnTo>
                  <a:lnTo>
                    <a:pt x="0" y="64"/>
                  </a:lnTo>
                  <a:lnTo>
                    <a:pt x="53" y="40"/>
                  </a:lnTo>
                  <a:lnTo>
                    <a:pt x="84" y="29"/>
                  </a:lnTo>
                  <a:lnTo>
                    <a:pt x="119" y="19"/>
                  </a:lnTo>
                  <a:lnTo>
                    <a:pt x="159" y="11"/>
                  </a:lnTo>
                  <a:lnTo>
                    <a:pt x="205" y="4"/>
                  </a:lnTo>
                  <a:lnTo>
                    <a:pt x="258" y="1"/>
                  </a:lnTo>
                  <a:lnTo>
                    <a:pt x="317" y="0"/>
                  </a:lnTo>
                  <a:lnTo>
                    <a:pt x="317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9" name="Google Shape;539;p25"/>
            <p:cNvSpPr/>
            <p:nvPr/>
          </p:nvSpPr>
          <p:spPr>
            <a:xfrm>
              <a:off x="3565" y="3412"/>
              <a:ext cx="36" cy="42"/>
            </a:xfrm>
            <a:custGeom>
              <a:rect b="b" l="l" r="r" t="t"/>
              <a:pathLst>
                <a:path extrusionOk="0" h="44" w="38">
                  <a:moveTo>
                    <a:pt x="38" y="7"/>
                  </a:moveTo>
                  <a:lnTo>
                    <a:pt x="25" y="15"/>
                  </a:lnTo>
                  <a:lnTo>
                    <a:pt x="16" y="24"/>
                  </a:lnTo>
                  <a:lnTo>
                    <a:pt x="11" y="33"/>
                  </a:lnTo>
                  <a:lnTo>
                    <a:pt x="9" y="44"/>
                  </a:lnTo>
                  <a:lnTo>
                    <a:pt x="0" y="43"/>
                  </a:lnTo>
                  <a:lnTo>
                    <a:pt x="2" y="31"/>
                  </a:lnTo>
                  <a:lnTo>
                    <a:pt x="9" y="18"/>
                  </a:lnTo>
                  <a:lnTo>
                    <a:pt x="19" y="8"/>
                  </a:lnTo>
                  <a:lnTo>
                    <a:pt x="32" y="0"/>
                  </a:lnTo>
                  <a:lnTo>
                    <a:pt x="38" y="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0" name="Google Shape;540;p25"/>
            <p:cNvSpPr/>
            <p:nvPr/>
          </p:nvSpPr>
          <p:spPr>
            <a:xfrm>
              <a:off x="3597" y="3411"/>
              <a:ext cx="4" cy="6"/>
            </a:xfrm>
            <a:custGeom>
              <a:rect b="b" l="l" r="r" t="t"/>
              <a:pathLst>
                <a:path extrusionOk="0" h="8" w="6">
                  <a:moveTo>
                    <a:pt x="1" y="0"/>
                  </a:moveTo>
                  <a:lnTo>
                    <a:pt x="0" y="1"/>
                  </a:lnTo>
                  <a:lnTo>
                    <a:pt x="6" y="8"/>
                  </a:lnTo>
                  <a:lnTo>
                    <a:pt x="5" y="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1" name="Google Shape;541;p25"/>
            <p:cNvSpPr/>
            <p:nvPr/>
          </p:nvSpPr>
          <p:spPr>
            <a:xfrm>
              <a:off x="3569" y="3280"/>
              <a:ext cx="26" cy="46"/>
            </a:xfrm>
            <a:custGeom>
              <a:rect b="b" l="l" r="r" t="t"/>
              <a:pathLst>
                <a:path extrusionOk="0" h="48" w="28">
                  <a:moveTo>
                    <a:pt x="28" y="24"/>
                  </a:moveTo>
                  <a:lnTo>
                    <a:pt x="28" y="19"/>
                  </a:lnTo>
                  <a:lnTo>
                    <a:pt x="27" y="15"/>
                  </a:lnTo>
                  <a:lnTo>
                    <a:pt x="25" y="11"/>
                  </a:lnTo>
                  <a:lnTo>
                    <a:pt x="23" y="7"/>
                  </a:lnTo>
                  <a:lnTo>
                    <a:pt x="21" y="4"/>
                  </a:lnTo>
                  <a:lnTo>
                    <a:pt x="18" y="2"/>
                  </a:lnTo>
                  <a:lnTo>
                    <a:pt x="15" y="1"/>
                  </a:lnTo>
                  <a:lnTo>
                    <a:pt x="11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2" y="7"/>
                  </a:lnTo>
                  <a:lnTo>
                    <a:pt x="1" y="10"/>
                  </a:lnTo>
                  <a:lnTo>
                    <a:pt x="1" y="14"/>
                  </a:lnTo>
                  <a:lnTo>
                    <a:pt x="0" y="24"/>
                  </a:lnTo>
                  <a:lnTo>
                    <a:pt x="0" y="33"/>
                  </a:lnTo>
                  <a:lnTo>
                    <a:pt x="1" y="37"/>
                  </a:lnTo>
                  <a:lnTo>
                    <a:pt x="2" y="41"/>
                  </a:lnTo>
                  <a:lnTo>
                    <a:pt x="3" y="44"/>
                  </a:lnTo>
                  <a:lnTo>
                    <a:pt x="5" y="46"/>
                  </a:lnTo>
                  <a:lnTo>
                    <a:pt x="7" y="47"/>
                  </a:lnTo>
                  <a:lnTo>
                    <a:pt x="10" y="48"/>
                  </a:lnTo>
                  <a:lnTo>
                    <a:pt x="14" y="47"/>
                  </a:lnTo>
                  <a:lnTo>
                    <a:pt x="17" y="46"/>
                  </a:lnTo>
                  <a:lnTo>
                    <a:pt x="20" y="44"/>
                  </a:lnTo>
                  <a:lnTo>
                    <a:pt x="21" y="43"/>
                  </a:lnTo>
                  <a:lnTo>
                    <a:pt x="23" y="41"/>
                  </a:lnTo>
                  <a:lnTo>
                    <a:pt x="25" y="38"/>
                  </a:lnTo>
                  <a:lnTo>
                    <a:pt x="26" y="34"/>
                  </a:lnTo>
                  <a:lnTo>
                    <a:pt x="27" y="29"/>
                  </a:lnTo>
                  <a:lnTo>
                    <a:pt x="28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2" name="Google Shape;542;p25"/>
            <p:cNvSpPr/>
            <p:nvPr/>
          </p:nvSpPr>
          <p:spPr>
            <a:xfrm>
              <a:off x="3587" y="3225"/>
              <a:ext cx="24" cy="49"/>
            </a:xfrm>
            <a:custGeom>
              <a:rect b="b" l="l" r="r" t="t"/>
              <a:pathLst>
                <a:path extrusionOk="0" h="51" w="26">
                  <a:moveTo>
                    <a:pt x="26" y="3"/>
                  </a:moveTo>
                  <a:lnTo>
                    <a:pt x="21" y="0"/>
                  </a:lnTo>
                  <a:lnTo>
                    <a:pt x="0" y="48"/>
                  </a:lnTo>
                  <a:lnTo>
                    <a:pt x="5" y="51"/>
                  </a:lnTo>
                  <a:lnTo>
                    <a:pt x="26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3" name="Google Shape;543;p25"/>
            <p:cNvSpPr/>
            <p:nvPr/>
          </p:nvSpPr>
          <p:spPr>
            <a:xfrm>
              <a:off x="3607" y="3304"/>
              <a:ext cx="40" cy="6"/>
            </a:xfrm>
            <a:custGeom>
              <a:rect b="b" l="l" r="r" t="t"/>
              <a:pathLst>
                <a:path extrusionOk="0" h="8" w="42">
                  <a:moveTo>
                    <a:pt x="42" y="8"/>
                  </a:moveTo>
                  <a:lnTo>
                    <a:pt x="42" y="3"/>
                  </a:lnTo>
                  <a:lnTo>
                    <a:pt x="0" y="0"/>
                  </a:lnTo>
                  <a:lnTo>
                    <a:pt x="0" y="5"/>
                  </a:lnTo>
                  <a:lnTo>
                    <a:pt x="42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4" name="Google Shape;544;p25"/>
            <p:cNvSpPr/>
            <p:nvPr/>
          </p:nvSpPr>
          <p:spPr>
            <a:xfrm>
              <a:off x="3580" y="3339"/>
              <a:ext cx="21" cy="45"/>
            </a:xfrm>
            <a:custGeom>
              <a:rect b="b" l="l" r="r" t="t"/>
              <a:pathLst>
                <a:path extrusionOk="0" h="47" w="23">
                  <a:moveTo>
                    <a:pt x="18" y="47"/>
                  </a:moveTo>
                  <a:lnTo>
                    <a:pt x="23" y="44"/>
                  </a:lnTo>
                  <a:lnTo>
                    <a:pt x="5" y="0"/>
                  </a:lnTo>
                  <a:lnTo>
                    <a:pt x="0" y="3"/>
                  </a:lnTo>
                  <a:lnTo>
                    <a:pt x="18" y="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5" name="Google Shape;545;p25"/>
            <p:cNvSpPr/>
            <p:nvPr/>
          </p:nvSpPr>
          <p:spPr>
            <a:xfrm>
              <a:off x="3597" y="3323"/>
              <a:ext cx="36" cy="28"/>
            </a:xfrm>
            <a:custGeom>
              <a:rect b="b" l="l" r="r" t="t"/>
              <a:pathLst>
                <a:path extrusionOk="0" h="30" w="38">
                  <a:moveTo>
                    <a:pt x="34" y="30"/>
                  </a:moveTo>
                  <a:lnTo>
                    <a:pt x="38" y="26"/>
                  </a:lnTo>
                  <a:lnTo>
                    <a:pt x="4" y="0"/>
                  </a:lnTo>
                  <a:lnTo>
                    <a:pt x="0" y="4"/>
                  </a:lnTo>
                  <a:lnTo>
                    <a:pt x="34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6" name="Google Shape;546;p25"/>
            <p:cNvSpPr/>
            <p:nvPr/>
          </p:nvSpPr>
          <p:spPr>
            <a:xfrm>
              <a:off x="3604" y="3265"/>
              <a:ext cx="30" cy="20"/>
            </a:xfrm>
            <a:custGeom>
              <a:rect b="b" l="l" r="r" t="t"/>
              <a:pathLst>
                <a:path extrusionOk="0" h="22" w="32">
                  <a:moveTo>
                    <a:pt x="32" y="5"/>
                  </a:moveTo>
                  <a:lnTo>
                    <a:pt x="29" y="0"/>
                  </a:lnTo>
                  <a:lnTo>
                    <a:pt x="0" y="17"/>
                  </a:lnTo>
                  <a:lnTo>
                    <a:pt x="3" y="22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7" name="Google Shape;547;p25"/>
            <p:cNvSpPr/>
            <p:nvPr/>
          </p:nvSpPr>
          <p:spPr>
            <a:xfrm>
              <a:off x="3607" y="3286"/>
              <a:ext cx="36" cy="10"/>
            </a:xfrm>
            <a:custGeom>
              <a:rect b="b" l="l" r="r" t="t"/>
              <a:pathLst>
                <a:path extrusionOk="0" h="12" w="38">
                  <a:moveTo>
                    <a:pt x="38" y="5"/>
                  </a:moveTo>
                  <a:lnTo>
                    <a:pt x="36" y="0"/>
                  </a:lnTo>
                  <a:lnTo>
                    <a:pt x="0" y="7"/>
                  </a:lnTo>
                  <a:lnTo>
                    <a:pt x="2" y="12"/>
                  </a:lnTo>
                  <a:lnTo>
                    <a:pt x="38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8" name="Google Shape;548;p25"/>
            <p:cNvSpPr/>
            <p:nvPr/>
          </p:nvSpPr>
          <p:spPr>
            <a:xfrm>
              <a:off x="3596" y="3245"/>
              <a:ext cx="28" cy="30"/>
            </a:xfrm>
            <a:custGeom>
              <a:rect b="b" l="l" r="r" t="t"/>
              <a:pathLst>
                <a:path extrusionOk="0" h="32" w="30">
                  <a:moveTo>
                    <a:pt x="30" y="3"/>
                  </a:moveTo>
                  <a:lnTo>
                    <a:pt x="25" y="0"/>
                  </a:lnTo>
                  <a:lnTo>
                    <a:pt x="0" y="29"/>
                  </a:lnTo>
                  <a:lnTo>
                    <a:pt x="5" y="32"/>
                  </a:lnTo>
                  <a:lnTo>
                    <a:pt x="3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9" name="Google Shape;549;p25"/>
            <p:cNvSpPr/>
            <p:nvPr/>
          </p:nvSpPr>
          <p:spPr>
            <a:xfrm>
              <a:off x="3602" y="3314"/>
              <a:ext cx="40" cy="18"/>
            </a:xfrm>
            <a:custGeom>
              <a:rect b="b" l="l" r="r" t="t"/>
              <a:pathLst>
                <a:path extrusionOk="0" h="20" w="42">
                  <a:moveTo>
                    <a:pt x="39" y="20"/>
                  </a:moveTo>
                  <a:lnTo>
                    <a:pt x="42" y="15"/>
                  </a:lnTo>
                  <a:lnTo>
                    <a:pt x="3" y="0"/>
                  </a:lnTo>
                  <a:lnTo>
                    <a:pt x="0" y="5"/>
                  </a:lnTo>
                  <a:lnTo>
                    <a:pt x="39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0" name="Google Shape;550;p25"/>
            <p:cNvSpPr/>
            <p:nvPr/>
          </p:nvSpPr>
          <p:spPr>
            <a:xfrm>
              <a:off x="3590" y="3333"/>
              <a:ext cx="28" cy="35"/>
            </a:xfrm>
            <a:custGeom>
              <a:rect b="b" l="l" r="r" t="t"/>
              <a:pathLst>
                <a:path extrusionOk="0" h="37" w="30">
                  <a:moveTo>
                    <a:pt x="26" y="37"/>
                  </a:moveTo>
                  <a:lnTo>
                    <a:pt x="30" y="33"/>
                  </a:lnTo>
                  <a:lnTo>
                    <a:pt x="4" y="0"/>
                  </a:lnTo>
                  <a:lnTo>
                    <a:pt x="0" y="4"/>
                  </a:lnTo>
                  <a:lnTo>
                    <a:pt x="26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1" name="Google Shape;551;p25"/>
            <p:cNvSpPr/>
            <p:nvPr/>
          </p:nvSpPr>
          <p:spPr>
            <a:xfrm>
              <a:off x="3545" y="3121"/>
              <a:ext cx="45" cy="66"/>
            </a:xfrm>
            <a:custGeom>
              <a:rect b="b" l="l" r="r" t="t"/>
              <a:pathLst>
                <a:path extrusionOk="0" h="68" w="47">
                  <a:moveTo>
                    <a:pt x="9" y="0"/>
                  </a:moveTo>
                  <a:lnTo>
                    <a:pt x="12" y="8"/>
                  </a:lnTo>
                  <a:lnTo>
                    <a:pt x="16" y="16"/>
                  </a:lnTo>
                  <a:lnTo>
                    <a:pt x="26" y="31"/>
                  </a:lnTo>
                  <a:lnTo>
                    <a:pt x="39" y="48"/>
                  </a:lnTo>
                  <a:lnTo>
                    <a:pt x="47" y="64"/>
                  </a:lnTo>
                  <a:lnTo>
                    <a:pt x="39" y="68"/>
                  </a:lnTo>
                  <a:lnTo>
                    <a:pt x="31" y="52"/>
                  </a:lnTo>
                  <a:lnTo>
                    <a:pt x="19" y="37"/>
                  </a:lnTo>
                  <a:lnTo>
                    <a:pt x="8" y="20"/>
                  </a:lnTo>
                  <a:lnTo>
                    <a:pt x="4" y="12"/>
                  </a:lnTo>
                  <a:lnTo>
                    <a:pt x="0" y="2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2" name="Google Shape;552;p25"/>
            <p:cNvSpPr/>
            <p:nvPr/>
          </p:nvSpPr>
          <p:spPr>
            <a:xfrm>
              <a:off x="3567" y="3136"/>
              <a:ext cx="48" cy="68"/>
            </a:xfrm>
            <a:custGeom>
              <a:rect b="b" l="l" r="r" t="t"/>
              <a:pathLst>
                <a:path extrusionOk="0" h="70" w="50">
                  <a:moveTo>
                    <a:pt x="8" y="0"/>
                  </a:moveTo>
                  <a:lnTo>
                    <a:pt x="12" y="9"/>
                  </a:lnTo>
                  <a:lnTo>
                    <a:pt x="15" y="16"/>
                  </a:lnTo>
                  <a:lnTo>
                    <a:pt x="27" y="33"/>
                  </a:lnTo>
                  <a:lnTo>
                    <a:pt x="39" y="48"/>
                  </a:lnTo>
                  <a:lnTo>
                    <a:pt x="50" y="66"/>
                  </a:lnTo>
                  <a:lnTo>
                    <a:pt x="42" y="70"/>
                  </a:lnTo>
                  <a:lnTo>
                    <a:pt x="32" y="54"/>
                  </a:lnTo>
                  <a:lnTo>
                    <a:pt x="20" y="39"/>
                  </a:lnTo>
                  <a:lnTo>
                    <a:pt x="8" y="22"/>
                  </a:lnTo>
                  <a:lnTo>
                    <a:pt x="4" y="13"/>
                  </a:lnTo>
                  <a:lnTo>
                    <a:pt x="0" y="4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3" name="Google Shape;553;p25"/>
            <p:cNvSpPr/>
            <p:nvPr/>
          </p:nvSpPr>
          <p:spPr>
            <a:xfrm>
              <a:off x="3525" y="3104"/>
              <a:ext cx="45" cy="72"/>
            </a:xfrm>
            <a:custGeom>
              <a:rect b="b" l="l" r="r" t="t"/>
              <a:pathLst>
                <a:path extrusionOk="0" h="74" w="47">
                  <a:moveTo>
                    <a:pt x="9" y="0"/>
                  </a:moveTo>
                  <a:lnTo>
                    <a:pt x="12" y="7"/>
                  </a:lnTo>
                  <a:lnTo>
                    <a:pt x="16" y="16"/>
                  </a:lnTo>
                  <a:lnTo>
                    <a:pt x="27" y="35"/>
                  </a:lnTo>
                  <a:lnTo>
                    <a:pt x="39" y="53"/>
                  </a:lnTo>
                  <a:lnTo>
                    <a:pt x="47" y="70"/>
                  </a:lnTo>
                  <a:lnTo>
                    <a:pt x="39" y="74"/>
                  </a:lnTo>
                  <a:lnTo>
                    <a:pt x="31" y="57"/>
                  </a:lnTo>
                  <a:lnTo>
                    <a:pt x="19" y="39"/>
                  </a:lnTo>
                  <a:lnTo>
                    <a:pt x="8" y="20"/>
                  </a:lnTo>
                  <a:lnTo>
                    <a:pt x="4" y="11"/>
                  </a:lnTo>
                  <a:lnTo>
                    <a:pt x="0" y="2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4" name="Google Shape;554;p25"/>
            <p:cNvSpPr/>
            <p:nvPr/>
          </p:nvSpPr>
          <p:spPr>
            <a:xfrm>
              <a:off x="3504" y="3074"/>
              <a:ext cx="45" cy="78"/>
            </a:xfrm>
            <a:custGeom>
              <a:rect b="b" l="l" r="r" t="t"/>
              <a:pathLst>
                <a:path extrusionOk="0" h="80" w="47">
                  <a:moveTo>
                    <a:pt x="9" y="0"/>
                  </a:moveTo>
                  <a:lnTo>
                    <a:pt x="12" y="8"/>
                  </a:lnTo>
                  <a:lnTo>
                    <a:pt x="16" y="17"/>
                  </a:lnTo>
                  <a:lnTo>
                    <a:pt x="27" y="38"/>
                  </a:lnTo>
                  <a:lnTo>
                    <a:pt x="47" y="76"/>
                  </a:lnTo>
                  <a:lnTo>
                    <a:pt x="39" y="80"/>
                  </a:lnTo>
                  <a:lnTo>
                    <a:pt x="19" y="42"/>
                  </a:lnTo>
                  <a:lnTo>
                    <a:pt x="8" y="21"/>
                  </a:lnTo>
                  <a:lnTo>
                    <a:pt x="4" y="12"/>
                  </a:lnTo>
                  <a:lnTo>
                    <a:pt x="0" y="2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5" name="Google Shape;555;p25"/>
            <p:cNvSpPr/>
            <p:nvPr/>
          </p:nvSpPr>
          <p:spPr>
            <a:xfrm>
              <a:off x="3587" y="3149"/>
              <a:ext cx="48" cy="62"/>
            </a:xfrm>
            <a:custGeom>
              <a:rect b="b" l="l" r="r" t="t"/>
              <a:pathLst>
                <a:path extrusionOk="0" h="64" w="50">
                  <a:moveTo>
                    <a:pt x="8" y="0"/>
                  </a:moveTo>
                  <a:lnTo>
                    <a:pt x="13" y="9"/>
                  </a:lnTo>
                  <a:lnTo>
                    <a:pt x="16" y="15"/>
                  </a:lnTo>
                  <a:lnTo>
                    <a:pt x="28" y="29"/>
                  </a:lnTo>
                  <a:lnTo>
                    <a:pt x="40" y="43"/>
                  </a:lnTo>
                  <a:lnTo>
                    <a:pt x="50" y="58"/>
                  </a:lnTo>
                  <a:lnTo>
                    <a:pt x="43" y="64"/>
                  </a:lnTo>
                  <a:lnTo>
                    <a:pt x="33" y="49"/>
                  </a:lnTo>
                  <a:lnTo>
                    <a:pt x="21" y="35"/>
                  </a:lnTo>
                  <a:lnTo>
                    <a:pt x="9" y="21"/>
                  </a:lnTo>
                  <a:lnTo>
                    <a:pt x="5" y="13"/>
                  </a:lnTo>
                  <a:lnTo>
                    <a:pt x="0" y="4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6" name="Google Shape;556;p25"/>
            <p:cNvSpPr/>
            <p:nvPr/>
          </p:nvSpPr>
          <p:spPr>
            <a:xfrm>
              <a:off x="3610" y="3162"/>
              <a:ext cx="54" cy="62"/>
            </a:xfrm>
            <a:custGeom>
              <a:rect b="b" l="l" r="r" t="t"/>
              <a:pathLst>
                <a:path extrusionOk="0" h="64" w="56">
                  <a:moveTo>
                    <a:pt x="8" y="0"/>
                  </a:moveTo>
                  <a:lnTo>
                    <a:pt x="12" y="9"/>
                  </a:lnTo>
                  <a:lnTo>
                    <a:pt x="17" y="15"/>
                  </a:lnTo>
                  <a:lnTo>
                    <a:pt x="31" y="29"/>
                  </a:lnTo>
                  <a:lnTo>
                    <a:pt x="45" y="43"/>
                  </a:lnTo>
                  <a:lnTo>
                    <a:pt x="56" y="58"/>
                  </a:lnTo>
                  <a:lnTo>
                    <a:pt x="49" y="64"/>
                  </a:lnTo>
                  <a:lnTo>
                    <a:pt x="38" y="49"/>
                  </a:lnTo>
                  <a:lnTo>
                    <a:pt x="25" y="36"/>
                  </a:lnTo>
                  <a:lnTo>
                    <a:pt x="10" y="21"/>
                  </a:lnTo>
                  <a:lnTo>
                    <a:pt x="4" y="13"/>
                  </a:lnTo>
                  <a:lnTo>
                    <a:pt x="0" y="4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7" name="Google Shape;557;p25"/>
            <p:cNvSpPr/>
            <p:nvPr/>
          </p:nvSpPr>
          <p:spPr>
            <a:xfrm>
              <a:off x="3631" y="3177"/>
              <a:ext cx="53" cy="60"/>
            </a:xfrm>
            <a:custGeom>
              <a:rect b="b" l="l" r="r" t="t"/>
              <a:pathLst>
                <a:path extrusionOk="0" h="62" w="55">
                  <a:moveTo>
                    <a:pt x="6" y="0"/>
                  </a:moveTo>
                  <a:lnTo>
                    <a:pt x="14" y="7"/>
                  </a:lnTo>
                  <a:lnTo>
                    <a:pt x="21" y="13"/>
                  </a:lnTo>
                  <a:lnTo>
                    <a:pt x="34" y="27"/>
                  </a:lnTo>
                  <a:lnTo>
                    <a:pt x="45" y="42"/>
                  </a:lnTo>
                  <a:lnTo>
                    <a:pt x="55" y="58"/>
                  </a:lnTo>
                  <a:lnTo>
                    <a:pt x="47" y="62"/>
                  </a:lnTo>
                  <a:lnTo>
                    <a:pt x="37" y="46"/>
                  </a:lnTo>
                  <a:lnTo>
                    <a:pt x="27" y="33"/>
                  </a:lnTo>
                  <a:lnTo>
                    <a:pt x="15" y="20"/>
                  </a:lnTo>
                  <a:lnTo>
                    <a:pt x="8" y="14"/>
                  </a:lnTo>
                  <a:lnTo>
                    <a:pt x="0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8" name="Google Shape;558;p25"/>
            <p:cNvSpPr/>
            <p:nvPr/>
          </p:nvSpPr>
          <p:spPr>
            <a:xfrm>
              <a:off x="3663" y="3187"/>
              <a:ext cx="33" cy="56"/>
            </a:xfrm>
            <a:custGeom>
              <a:rect b="b" l="l" r="r" t="t"/>
              <a:pathLst>
                <a:path extrusionOk="0" h="58" w="35">
                  <a:moveTo>
                    <a:pt x="8" y="0"/>
                  </a:moveTo>
                  <a:lnTo>
                    <a:pt x="14" y="15"/>
                  </a:lnTo>
                  <a:lnTo>
                    <a:pt x="21" y="27"/>
                  </a:lnTo>
                  <a:lnTo>
                    <a:pt x="35" y="54"/>
                  </a:lnTo>
                  <a:lnTo>
                    <a:pt x="27" y="58"/>
                  </a:lnTo>
                  <a:lnTo>
                    <a:pt x="13" y="31"/>
                  </a:lnTo>
                  <a:lnTo>
                    <a:pt x="6" y="19"/>
                  </a:lnTo>
                  <a:lnTo>
                    <a:pt x="0" y="4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9" name="Google Shape;559;p25"/>
            <p:cNvSpPr/>
            <p:nvPr/>
          </p:nvSpPr>
          <p:spPr>
            <a:xfrm>
              <a:off x="3673" y="3201"/>
              <a:ext cx="44" cy="49"/>
            </a:xfrm>
            <a:custGeom>
              <a:rect b="b" l="l" r="r" t="t"/>
              <a:pathLst>
                <a:path extrusionOk="0" h="51" w="46">
                  <a:moveTo>
                    <a:pt x="6" y="0"/>
                  </a:moveTo>
                  <a:lnTo>
                    <a:pt x="18" y="10"/>
                  </a:lnTo>
                  <a:lnTo>
                    <a:pt x="28" y="20"/>
                  </a:lnTo>
                  <a:lnTo>
                    <a:pt x="36" y="32"/>
                  </a:lnTo>
                  <a:lnTo>
                    <a:pt x="46" y="47"/>
                  </a:lnTo>
                  <a:lnTo>
                    <a:pt x="38" y="51"/>
                  </a:lnTo>
                  <a:lnTo>
                    <a:pt x="29" y="38"/>
                  </a:lnTo>
                  <a:lnTo>
                    <a:pt x="21" y="26"/>
                  </a:lnTo>
                  <a:lnTo>
                    <a:pt x="12" y="17"/>
                  </a:lnTo>
                  <a:lnTo>
                    <a:pt x="0" y="7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0" name="Google Shape;560;p25"/>
            <p:cNvSpPr/>
            <p:nvPr/>
          </p:nvSpPr>
          <p:spPr>
            <a:xfrm>
              <a:off x="3698" y="3216"/>
              <a:ext cx="37" cy="41"/>
            </a:xfrm>
            <a:custGeom>
              <a:rect b="b" l="l" r="r" t="t"/>
              <a:pathLst>
                <a:path extrusionOk="0" h="43" w="39">
                  <a:moveTo>
                    <a:pt x="7" y="0"/>
                  </a:moveTo>
                  <a:lnTo>
                    <a:pt x="14" y="9"/>
                  </a:lnTo>
                  <a:lnTo>
                    <a:pt x="22" y="17"/>
                  </a:lnTo>
                  <a:lnTo>
                    <a:pt x="29" y="25"/>
                  </a:lnTo>
                  <a:lnTo>
                    <a:pt x="39" y="39"/>
                  </a:lnTo>
                  <a:lnTo>
                    <a:pt x="31" y="43"/>
                  </a:lnTo>
                  <a:lnTo>
                    <a:pt x="22" y="31"/>
                  </a:lnTo>
                  <a:lnTo>
                    <a:pt x="15" y="23"/>
                  </a:lnTo>
                  <a:lnTo>
                    <a:pt x="7" y="15"/>
                  </a:lnTo>
                  <a:lnTo>
                    <a:pt x="0" y="6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1" name="Google Shape;561;p25"/>
            <p:cNvSpPr/>
            <p:nvPr/>
          </p:nvSpPr>
          <p:spPr>
            <a:xfrm>
              <a:off x="3720" y="3229"/>
              <a:ext cx="36" cy="41"/>
            </a:xfrm>
            <a:custGeom>
              <a:rect b="b" l="l" r="r" t="t"/>
              <a:pathLst>
                <a:path extrusionOk="0" h="43" w="38">
                  <a:moveTo>
                    <a:pt x="7" y="0"/>
                  </a:moveTo>
                  <a:lnTo>
                    <a:pt x="14" y="9"/>
                  </a:lnTo>
                  <a:lnTo>
                    <a:pt x="21" y="17"/>
                  </a:lnTo>
                  <a:lnTo>
                    <a:pt x="29" y="25"/>
                  </a:lnTo>
                  <a:lnTo>
                    <a:pt x="38" y="39"/>
                  </a:lnTo>
                  <a:lnTo>
                    <a:pt x="30" y="43"/>
                  </a:lnTo>
                  <a:lnTo>
                    <a:pt x="22" y="31"/>
                  </a:lnTo>
                  <a:lnTo>
                    <a:pt x="14" y="23"/>
                  </a:lnTo>
                  <a:lnTo>
                    <a:pt x="7" y="15"/>
                  </a:lnTo>
                  <a:lnTo>
                    <a:pt x="0" y="6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2" name="Google Shape;562;p25"/>
            <p:cNvSpPr/>
            <p:nvPr/>
          </p:nvSpPr>
          <p:spPr>
            <a:xfrm>
              <a:off x="3736" y="3241"/>
              <a:ext cx="35" cy="36"/>
            </a:xfrm>
            <a:custGeom>
              <a:rect b="b" l="l" r="r" t="t"/>
              <a:pathLst>
                <a:path extrusionOk="0" h="38" w="37">
                  <a:moveTo>
                    <a:pt x="7" y="0"/>
                  </a:moveTo>
                  <a:lnTo>
                    <a:pt x="14" y="8"/>
                  </a:lnTo>
                  <a:lnTo>
                    <a:pt x="21" y="14"/>
                  </a:lnTo>
                  <a:lnTo>
                    <a:pt x="29" y="20"/>
                  </a:lnTo>
                  <a:lnTo>
                    <a:pt x="37" y="32"/>
                  </a:lnTo>
                  <a:lnTo>
                    <a:pt x="30" y="38"/>
                  </a:lnTo>
                  <a:lnTo>
                    <a:pt x="22" y="26"/>
                  </a:lnTo>
                  <a:lnTo>
                    <a:pt x="15" y="21"/>
                  </a:lnTo>
                  <a:lnTo>
                    <a:pt x="8" y="15"/>
                  </a:lnTo>
                  <a:lnTo>
                    <a:pt x="0" y="6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3" name="Google Shape;563;p25"/>
            <p:cNvSpPr/>
            <p:nvPr/>
          </p:nvSpPr>
          <p:spPr>
            <a:xfrm>
              <a:off x="3760" y="3252"/>
              <a:ext cx="35" cy="36"/>
            </a:xfrm>
            <a:custGeom>
              <a:rect b="b" l="l" r="r" t="t"/>
              <a:pathLst>
                <a:path extrusionOk="0" h="38" w="37">
                  <a:moveTo>
                    <a:pt x="7" y="0"/>
                  </a:moveTo>
                  <a:lnTo>
                    <a:pt x="14" y="8"/>
                  </a:lnTo>
                  <a:lnTo>
                    <a:pt x="21" y="13"/>
                  </a:lnTo>
                  <a:lnTo>
                    <a:pt x="29" y="20"/>
                  </a:lnTo>
                  <a:lnTo>
                    <a:pt x="37" y="32"/>
                  </a:lnTo>
                  <a:lnTo>
                    <a:pt x="30" y="38"/>
                  </a:lnTo>
                  <a:lnTo>
                    <a:pt x="22" y="26"/>
                  </a:lnTo>
                  <a:lnTo>
                    <a:pt x="15" y="20"/>
                  </a:lnTo>
                  <a:lnTo>
                    <a:pt x="8" y="15"/>
                  </a:lnTo>
                  <a:lnTo>
                    <a:pt x="0" y="6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64" name="Google Shape;564;p25"/>
          <p:cNvSpPr/>
          <p:nvPr/>
        </p:nvSpPr>
        <p:spPr>
          <a:xfrm>
            <a:off x="2397125" y="2974975"/>
            <a:ext cx="23812" cy="30162"/>
          </a:xfrm>
          <a:custGeom>
            <a:rect b="b" l="l" r="r" t="t"/>
            <a:pathLst>
              <a:path extrusionOk="0" h="19" w="15">
                <a:moveTo>
                  <a:pt x="3" y="6"/>
                </a:moveTo>
                <a:lnTo>
                  <a:pt x="11" y="0"/>
                </a:lnTo>
                <a:lnTo>
                  <a:pt x="15" y="9"/>
                </a:lnTo>
                <a:lnTo>
                  <a:pt x="0" y="15"/>
                </a:lnTo>
                <a:lnTo>
                  <a:pt x="12" y="19"/>
                </a:lnTo>
                <a:lnTo>
                  <a:pt x="3" y="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5" name="Google Shape;565;p25"/>
          <p:cNvSpPr/>
          <p:nvPr/>
        </p:nvSpPr>
        <p:spPr>
          <a:xfrm>
            <a:off x="3103562" y="4522787"/>
            <a:ext cx="26987" cy="19050"/>
          </a:xfrm>
          <a:custGeom>
            <a:rect b="b" l="l" r="r" t="t"/>
            <a:pathLst>
              <a:path extrusionOk="0" h="12" w="17">
                <a:moveTo>
                  <a:pt x="15" y="3"/>
                </a:moveTo>
                <a:lnTo>
                  <a:pt x="17" y="8"/>
                </a:lnTo>
                <a:lnTo>
                  <a:pt x="13" y="12"/>
                </a:lnTo>
                <a:lnTo>
                  <a:pt x="2" y="0"/>
                </a:lnTo>
                <a:lnTo>
                  <a:pt x="0" y="9"/>
                </a:lnTo>
                <a:lnTo>
                  <a:pt x="15" y="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6" name="Google Shape;566;p25"/>
          <p:cNvSpPr/>
          <p:nvPr/>
        </p:nvSpPr>
        <p:spPr>
          <a:xfrm>
            <a:off x="1770062" y="5722937"/>
            <a:ext cx="22225" cy="30162"/>
          </a:xfrm>
          <a:custGeom>
            <a:rect b="b" l="l" r="r" t="t"/>
            <a:pathLst>
              <a:path extrusionOk="0" h="19" w="14">
                <a:moveTo>
                  <a:pt x="12" y="12"/>
                </a:moveTo>
                <a:lnTo>
                  <a:pt x="4" y="19"/>
                </a:lnTo>
                <a:lnTo>
                  <a:pt x="0" y="9"/>
                </a:lnTo>
                <a:lnTo>
                  <a:pt x="14" y="3"/>
                </a:lnTo>
                <a:lnTo>
                  <a:pt x="1" y="0"/>
                </a:lnTo>
                <a:lnTo>
                  <a:pt x="12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7" name="Google Shape;567;p25"/>
          <p:cNvSpPr/>
          <p:nvPr/>
        </p:nvSpPr>
        <p:spPr>
          <a:xfrm>
            <a:off x="1062037" y="3905250"/>
            <a:ext cx="25400" cy="20637"/>
          </a:xfrm>
          <a:custGeom>
            <a:rect b="b" l="l" r="r" t="t"/>
            <a:pathLst>
              <a:path extrusionOk="0" h="13" w="16">
                <a:moveTo>
                  <a:pt x="2" y="9"/>
                </a:moveTo>
                <a:lnTo>
                  <a:pt x="0" y="3"/>
                </a:lnTo>
                <a:lnTo>
                  <a:pt x="4" y="0"/>
                </a:lnTo>
                <a:lnTo>
                  <a:pt x="13" y="13"/>
                </a:lnTo>
                <a:lnTo>
                  <a:pt x="16" y="3"/>
                </a:lnTo>
                <a:lnTo>
                  <a:pt x="2" y="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68" name="Google Shape;568;p25"/>
          <p:cNvGrpSpPr/>
          <p:nvPr/>
        </p:nvGrpSpPr>
        <p:grpSpPr>
          <a:xfrm>
            <a:off x="1065212" y="2984500"/>
            <a:ext cx="2058987" cy="2754312"/>
            <a:chOff x="671" y="1880"/>
            <a:chExt cx="1297" cy="1735"/>
          </a:xfrm>
        </p:grpSpPr>
        <p:sp>
          <p:nvSpPr>
            <p:cNvPr id="569" name="Google Shape;569;p25"/>
            <p:cNvSpPr/>
            <p:nvPr/>
          </p:nvSpPr>
          <p:spPr>
            <a:xfrm>
              <a:off x="673" y="1880"/>
              <a:ext cx="847" cy="591"/>
            </a:xfrm>
            <a:custGeom>
              <a:rect b="b" l="l" r="r" t="t"/>
              <a:pathLst>
                <a:path extrusionOk="0" h="593" w="849">
                  <a:moveTo>
                    <a:pt x="0" y="580"/>
                  </a:moveTo>
                  <a:lnTo>
                    <a:pt x="9" y="593"/>
                  </a:lnTo>
                  <a:lnTo>
                    <a:pt x="429" y="303"/>
                  </a:lnTo>
                  <a:lnTo>
                    <a:pt x="849" y="13"/>
                  </a:lnTo>
                  <a:lnTo>
                    <a:pt x="840" y="0"/>
                  </a:lnTo>
                  <a:lnTo>
                    <a:pt x="420" y="290"/>
                  </a:lnTo>
                  <a:lnTo>
                    <a:pt x="0" y="5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0" name="Google Shape;570;p25"/>
            <p:cNvSpPr/>
            <p:nvPr/>
          </p:nvSpPr>
          <p:spPr>
            <a:xfrm>
              <a:off x="1510" y="1883"/>
              <a:ext cx="458" cy="973"/>
            </a:xfrm>
            <a:custGeom>
              <a:rect b="b" l="l" r="r" t="t"/>
              <a:pathLst>
                <a:path extrusionOk="0" h="975" w="460">
                  <a:moveTo>
                    <a:pt x="15" y="0"/>
                  </a:moveTo>
                  <a:lnTo>
                    <a:pt x="0" y="6"/>
                  </a:lnTo>
                  <a:lnTo>
                    <a:pt x="222" y="490"/>
                  </a:lnTo>
                  <a:lnTo>
                    <a:pt x="445" y="975"/>
                  </a:lnTo>
                  <a:lnTo>
                    <a:pt x="460" y="969"/>
                  </a:lnTo>
                  <a:lnTo>
                    <a:pt x="237" y="484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1" name="Google Shape;571;p25"/>
            <p:cNvSpPr/>
            <p:nvPr/>
          </p:nvSpPr>
          <p:spPr>
            <a:xfrm>
              <a:off x="1116" y="2849"/>
              <a:ext cx="850" cy="766"/>
            </a:xfrm>
            <a:custGeom>
              <a:rect b="b" l="l" r="r" t="t"/>
              <a:pathLst>
                <a:path extrusionOk="0" h="768" w="852">
                  <a:moveTo>
                    <a:pt x="852" y="12"/>
                  </a:moveTo>
                  <a:lnTo>
                    <a:pt x="841" y="0"/>
                  </a:lnTo>
                  <a:lnTo>
                    <a:pt x="420" y="378"/>
                  </a:lnTo>
                  <a:lnTo>
                    <a:pt x="0" y="756"/>
                  </a:lnTo>
                  <a:lnTo>
                    <a:pt x="11" y="768"/>
                  </a:lnTo>
                  <a:lnTo>
                    <a:pt x="431" y="390"/>
                  </a:lnTo>
                  <a:lnTo>
                    <a:pt x="852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2" name="Google Shape;572;p25"/>
            <p:cNvSpPr/>
            <p:nvPr/>
          </p:nvSpPr>
          <p:spPr>
            <a:xfrm>
              <a:off x="671" y="2463"/>
              <a:ext cx="456" cy="1149"/>
            </a:xfrm>
            <a:custGeom>
              <a:rect b="b" l="l" r="r" t="t"/>
              <a:pathLst>
                <a:path extrusionOk="0" h="1151" w="458">
                  <a:moveTo>
                    <a:pt x="444" y="1151"/>
                  </a:moveTo>
                  <a:lnTo>
                    <a:pt x="458" y="1145"/>
                  </a:lnTo>
                  <a:lnTo>
                    <a:pt x="236" y="573"/>
                  </a:lnTo>
                  <a:lnTo>
                    <a:pt x="14" y="0"/>
                  </a:lnTo>
                  <a:lnTo>
                    <a:pt x="0" y="6"/>
                  </a:lnTo>
                  <a:lnTo>
                    <a:pt x="222" y="579"/>
                  </a:lnTo>
                  <a:lnTo>
                    <a:pt x="444" y="115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3" name="Google Shape;573;p25"/>
            <p:cNvSpPr/>
            <p:nvPr/>
          </p:nvSpPr>
          <p:spPr>
            <a:xfrm>
              <a:off x="1375" y="2713"/>
              <a:ext cx="24" cy="64"/>
            </a:xfrm>
            <a:custGeom>
              <a:rect b="b" l="l" r="r" t="t"/>
              <a:pathLst>
                <a:path extrusionOk="0" h="66" w="26">
                  <a:moveTo>
                    <a:pt x="4" y="66"/>
                  </a:moveTo>
                  <a:lnTo>
                    <a:pt x="0" y="45"/>
                  </a:lnTo>
                  <a:lnTo>
                    <a:pt x="1" y="24"/>
                  </a:lnTo>
                  <a:lnTo>
                    <a:pt x="7" y="9"/>
                  </a:lnTo>
                  <a:lnTo>
                    <a:pt x="12" y="3"/>
                  </a:lnTo>
                  <a:lnTo>
                    <a:pt x="18" y="0"/>
                  </a:lnTo>
                  <a:lnTo>
                    <a:pt x="26" y="14"/>
                  </a:lnTo>
                  <a:lnTo>
                    <a:pt x="21" y="16"/>
                  </a:lnTo>
                  <a:lnTo>
                    <a:pt x="20" y="18"/>
                  </a:lnTo>
                  <a:lnTo>
                    <a:pt x="16" y="28"/>
                  </a:lnTo>
                  <a:lnTo>
                    <a:pt x="15" y="43"/>
                  </a:lnTo>
                  <a:lnTo>
                    <a:pt x="19" y="63"/>
                  </a:lnTo>
                  <a:lnTo>
                    <a:pt x="4" y="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4" name="Google Shape;574;p25"/>
            <p:cNvSpPr/>
            <p:nvPr/>
          </p:nvSpPr>
          <p:spPr>
            <a:xfrm>
              <a:off x="1397" y="2712"/>
              <a:ext cx="41" cy="54"/>
            </a:xfrm>
            <a:custGeom>
              <a:rect b="b" l="l" r="r" t="t"/>
              <a:pathLst>
                <a:path extrusionOk="0" h="56" w="43">
                  <a:moveTo>
                    <a:pt x="0" y="0"/>
                  </a:moveTo>
                  <a:lnTo>
                    <a:pt x="6" y="0"/>
                  </a:lnTo>
                  <a:lnTo>
                    <a:pt x="14" y="3"/>
                  </a:lnTo>
                  <a:lnTo>
                    <a:pt x="26" y="13"/>
                  </a:lnTo>
                  <a:lnTo>
                    <a:pt x="36" y="29"/>
                  </a:lnTo>
                  <a:lnTo>
                    <a:pt x="43" y="50"/>
                  </a:lnTo>
                  <a:lnTo>
                    <a:pt x="28" y="56"/>
                  </a:lnTo>
                  <a:lnTo>
                    <a:pt x="22" y="38"/>
                  </a:lnTo>
                  <a:lnTo>
                    <a:pt x="14" y="24"/>
                  </a:lnTo>
                  <a:lnTo>
                    <a:pt x="5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5" name="Google Shape;575;p25"/>
            <p:cNvSpPr/>
            <p:nvPr/>
          </p:nvSpPr>
          <p:spPr>
            <a:xfrm>
              <a:off x="1393" y="2712"/>
              <a:ext cx="6" cy="14"/>
            </a:xfrm>
            <a:custGeom>
              <a:rect b="b" l="l" r="r" t="t"/>
              <a:pathLst>
                <a:path extrusionOk="0" h="16" w="8">
                  <a:moveTo>
                    <a:pt x="0" y="1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4" y="16"/>
                  </a:lnTo>
                  <a:lnTo>
                    <a:pt x="8" y="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6" name="Google Shape;576;p25"/>
            <p:cNvSpPr/>
            <p:nvPr/>
          </p:nvSpPr>
          <p:spPr>
            <a:xfrm>
              <a:off x="1420" y="2764"/>
              <a:ext cx="23" cy="62"/>
            </a:xfrm>
            <a:custGeom>
              <a:rect b="b" l="l" r="r" t="t"/>
              <a:pathLst>
                <a:path extrusionOk="0" h="64" w="25">
                  <a:moveTo>
                    <a:pt x="21" y="0"/>
                  </a:moveTo>
                  <a:lnTo>
                    <a:pt x="25" y="21"/>
                  </a:lnTo>
                  <a:lnTo>
                    <a:pt x="24" y="39"/>
                  </a:lnTo>
                  <a:lnTo>
                    <a:pt x="19" y="55"/>
                  </a:lnTo>
                  <a:lnTo>
                    <a:pt x="12" y="62"/>
                  </a:lnTo>
                  <a:lnTo>
                    <a:pt x="8" y="64"/>
                  </a:lnTo>
                  <a:lnTo>
                    <a:pt x="0" y="50"/>
                  </a:lnTo>
                  <a:lnTo>
                    <a:pt x="3" y="49"/>
                  </a:lnTo>
                  <a:lnTo>
                    <a:pt x="5" y="47"/>
                  </a:lnTo>
                  <a:lnTo>
                    <a:pt x="8" y="37"/>
                  </a:lnTo>
                  <a:lnTo>
                    <a:pt x="9" y="22"/>
                  </a:lnTo>
                  <a:lnTo>
                    <a:pt x="5" y="2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7" name="Google Shape;577;p25"/>
            <p:cNvSpPr/>
            <p:nvPr/>
          </p:nvSpPr>
          <p:spPr>
            <a:xfrm>
              <a:off x="1425" y="2762"/>
              <a:ext cx="14" cy="4"/>
            </a:xfrm>
            <a:custGeom>
              <a:rect b="b" l="l" r="r" t="t"/>
              <a:pathLst>
                <a:path extrusionOk="0" h="6" w="16">
                  <a:moveTo>
                    <a:pt x="15" y="0"/>
                  </a:moveTo>
                  <a:lnTo>
                    <a:pt x="16" y="3"/>
                  </a:lnTo>
                  <a:lnTo>
                    <a:pt x="16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8" name="Google Shape;578;p25"/>
            <p:cNvSpPr/>
            <p:nvPr/>
          </p:nvSpPr>
          <p:spPr>
            <a:xfrm>
              <a:off x="1379" y="2775"/>
              <a:ext cx="44" cy="53"/>
            </a:xfrm>
            <a:custGeom>
              <a:rect b="b" l="l" r="r" t="t"/>
              <a:pathLst>
                <a:path extrusionOk="0" h="55" w="46">
                  <a:moveTo>
                    <a:pt x="46" y="54"/>
                  </a:moveTo>
                  <a:lnTo>
                    <a:pt x="38" y="55"/>
                  </a:lnTo>
                  <a:lnTo>
                    <a:pt x="29" y="52"/>
                  </a:lnTo>
                  <a:lnTo>
                    <a:pt x="18" y="42"/>
                  </a:lnTo>
                  <a:lnTo>
                    <a:pt x="8" y="25"/>
                  </a:lnTo>
                  <a:lnTo>
                    <a:pt x="0" y="5"/>
                  </a:lnTo>
                  <a:lnTo>
                    <a:pt x="15" y="0"/>
                  </a:lnTo>
                  <a:lnTo>
                    <a:pt x="22" y="18"/>
                  </a:lnTo>
                  <a:lnTo>
                    <a:pt x="30" y="31"/>
                  </a:lnTo>
                  <a:lnTo>
                    <a:pt x="38" y="39"/>
                  </a:lnTo>
                  <a:lnTo>
                    <a:pt x="41" y="40"/>
                  </a:lnTo>
                  <a:lnTo>
                    <a:pt x="44" y="39"/>
                  </a:lnTo>
                  <a:lnTo>
                    <a:pt x="46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9" name="Google Shape;579;p25"/>
            <p:cNvSpPr/>
            <p:nvPr/>
          </p:nvSpPr>
          <p:spPr>
            <a:xfrm>
              <a:off x="1420" y="2814"/>
              <a:ext cx="6" cy="13"/>
            </a:xfrm>
            <a:custGeom>
              <a:rect b="b" l="l" r="r" t="t"/>
              <a:pathLst>
                <a:path extrusionOk="0" h="15" w="8">
                  <a:moveTo>
                    <a:pt x="8" y="14"/>
                  </a:moveTo>
                  <a:lnTo>
                    <a:pt x="6" y="15"/>
                  </a:lnTo>
                  <a:lnTo>
                    <a:pt x="5" y="15"/>
                  </a:lnTo>
                  <a:lnTo>
                    <a:pt x="3" y="0"/>
                  </a:lnTo>
                  <a:lnTo>
                    <a:pt x="0" y="0"/>
                  </a:lnTo>
                  <a:lnTo>
                    <a:pt x="8" y="1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0" name="Google Shape;580;p25"/>
            <p:cNvSpPr/>
            <p:nvPr/>
          </p:nvSpPr>
          <p:spPr>
            <a:xfrm>
              <a:off x="1379" y="2775"/>
              <a:ext cx="13" cy="3"/>
            </a:xfrm>
            <a:custGeom>
              <a:rect b="b" l="l" r="r" t="t"/>
              <a:pathLst>
                <a:path extrusionOk="0" h="5" w="15">
                  <a:moveTo>
                    <a:pt x="0" y="5"/>
                  </a:moveTo>
                  <a:lnTo>
                    <a:pt x="0" y="4"/>
                  </a:lnTo>
                  <a:lnTo>
                    <a:pt x="15" y="1"/>
                  </a:lnTo>
                  <a:lnTo>
                    <a:pt x="15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581" name="Google Shape;581;p25"/>
          <p:cNvSpPr/>
          <p:nvPr/>
        </p:nvSpPr>
        <p:spPr>
          <a:xfrm>
            <a:off x="2227262" y="4375150"/>
            <a:ext cx="1654175" cy="420687"/>
          </a:xfrm>
          <a:custGeom>
            <a:rect b="b" l="l" r="r" t="t"/>
            <a:pathLst>
              <a:path extrusionOk="0" h="547" w="2136">
                <a:moveTo>
                  <a:pt x="2129" y="547"/>
                </a:moveTo>
                <a:lnTo>
                  <a:pt x="2136" y="516"/>
                </a:lnTo>
                <a:lnTo>
                  <a:pt x="1603" y="387"/>
                </a:lnTo>
                <a:lnTo>
                  <a:pt x="1071" y="258"/>
                </a:lnTo>
                <a:lnTo>
                  <a:pt x="539" y="129"/>
                </a:lnTo>
                <a:lnTo>
                  <a:pt x="7" y="0"/>
                </a:lnTo>
                <a:lnTo>
                  <a:pt x="0" y="31"/>
                </a:lnTo>
                <a:lnTo>
                  <a:pt x="532" y="160"/>
                </a:lnTo>
                <a:lnTo>
                  <a:pt x="1064" y="289"/>
                </a:lnTo>
                <a:lnTo>
                  <a:pt x="1596" y="418"/>
                </a:lnTo>
                <a:lnTo>
                  <a:pt x="2129" y="547"/>
                </a:lnTo>
                <a:close/>
              </a:path>
            </a:pathLst>
          </a:custGeom>
          <a:solidFill>
            <a:srgbClr val="E20A1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2" name="Google Shape;582;p25"/>
          <p:cNvSpPr/>
          <p:nvPr/>
        </p:nvSpPr>
        <p:spPr>
          <a:xfrm>
            <a:off x="1228725" y="4130675"/>
            <a:ext cx="919162" cy="271462"/>
          </a:xfrm>
          <a:custGeom>
            <a:rect b="b" l="l" r="r" t="t"/>
            <a:pathLst>
              <a:path extrusionOk="0" h="171" w="579">
                <a:moveTo>
                  <a:pt x="572" y="171"/>
                </a:moveTo>
                <a:lnTo>
                  <a:pt x="579" y="139"/>
                </a:lnTo>
                <a:lnTo>
                  <a:pt x="7" y="0"/>
                </a:lnTo>
                <a:lnTo>
                  <a:pt x="0" y="31"/>
                </a:lnTo>
                <a:lnTo>
                  <a:pt x="572" y="171"/>
                </a:lnTo>
                <a:close/>
              </a:path>
            </a:pathLst>
          </a:custGeom>
          <a:solidFill>
            <a:srgbClr val="FEC4B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83" name="Google Shape;583;p25"/>
          <p:cNvGrpSpPr/>
          <p:nvPr/>
        </p:nvGrpSpPr>
        <p:grpSpPr>
          <a:xfrm>
            <a:off x="152400" y="3865562"/>
            <a:ext cx="911225" cy="246062"/>
            <a:chOff x="96" y="2435"/>
            <a:chExt cx="574" cy="155"/>
          </a:xfrm>
        </p:grpSpPr>
        <p:sp>
          <p:nvSpPr>
            <p:cNvPr id="584" name="Google Shape;584;p25"/>
            <p:cNvSpPr/>
            <p:nvPr/>
          </p:nvSpPr>
          <p:spPr>
            <a:xfrm>
              <a:off x="128" y="2443"/>
              <a:ext cx="542" cy="147"/>
            </a:xfrm>
            <a:custGeom>
              <a:rect b="b" l="l" r="r" t="t"/>
              <a:pathLst>
                <a:path extrusionOk="0" h="260" w="951">
                  <a:moveTo>
                    <a:pt x="944" y="260"/>
                  </a:moveTo>
                  <a:lnTo>
                    <a:pt x="951" y="229"/>
                  </a:lnTo>
                  <a:lnTo>
                    <a:pt x="478" y="114"/>
                  </a:lnTo>
                  <a:lnTo>
                    <a:pt x="7" y="0"/>
                  </a:lnTo>
                  <a:lnTo>
                    <a:pt x="0" y="31"/>
                  </a:lnTo>
                  <a:lnTo>
                    <a:pt x="471" y="145"/>
                  </a:lnTo>
                  <a:lnTo>
                    <a:pt x="944" y="260"/>
                  </a:lnTo>
                  <a:close/>
                </a:path>
              </a:pathLst>
            </a:custGeom>
            <a:solidFill>
              <a:srgbClr val="E20A1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5" name="Google Shape;585;p25"/>
            <p:cNvSpPr/>
            <p:nvPr/>
          </p:nvSpPr>
          <p:spPr>
            <a:xfrm>
              <a:off x="117" y="2443"/>
              <a:ext cx="63" cy="48"/>
            </a:xfrm>
            <a:custGeom>
              <a:rect b="b" l="l" r="r" t="t"/>
              <a:pathLst>
                <a:path extrusionOk="0" h="88" w="113">
                  <a:moveTo>
                    <a:pt x="95" y="88"/>
                  </a:moveTo>
                  <a:lnTo>
                    <a:pt x="113" y="62"/>
                  </a:lnTo>
                  <a:lnTo>
                    <a:pt x="18" y="0"/>
                  </a:lnTo>
                  <a:lnTo>
                    <a:pt x="0" y="26"/>
                  </a:lnTo>
                  <a:lnTo>
                    <a:pt x="95" y="88"/>
                  </a:lnTo>
                  <a:close/>
                </a:path>
              </a:pathLst>
            </a:custGeom>
            <a:solidFill>
              <a:srgbClr val="E20A1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6" name="Google Shape;586;p25"/>
            <p:cNvSpPr/>
            <p:nvPr/>
          </p:nvSpPr>
          <p:spPr>
            <a:xfrm>
              <a:off x="122" y="2435"/>
              <a:ext cx="64" cy="22"/>
            </a:xfrm>
            <a:custGeom>
              <a:rect b="b" l="l" r="r" t="t"/>
              <a:pathLst>
                <a:path extrusionOk="0" h="43" w="115">
                  <a:moveTo>
                    <a:pt x="0" y="11"/>
                  </a:moveTo>
                  <a:lnTo>
                    <a:pt x="2" y="43"/>
                  </a:lnTo>
                  <a:lnTo>
                    <a:pt x="115" y="32"/>
                  </a:lnTo>
                  <a:lnTo>
                    <a:pt x="113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E20A1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7" name="Google Shape;587;p25"/>
            <p:cNvSpPr/>
            <p:nvPr/>
          </p:nvSpPr>
          <p:spPr>
            <a:xfrm>
              <a:off x="96" y="2441"/>
              <a:ext cx="30" cy="16"/>
            </a:xfrm>
            <a:custGeom>
              <a:rect b="b" l="l" r="r" t="t"/>
              <a:pathLst>
                <a:path extrusionOk="0" h="32" w="56">
                  <a:moveTo>
                    <a:pt x="38" y="29"/>
                  </a:moveTo>
                  <a:lnTo>
                    <a:pt x="0" y="4"/>
                  </a:lnTo>
                  <a:lnTo>
                    <a:pt x="46" y="0"/>
                  </a:lnTo>
                  <a:lnTo>
                    <a:pt x="48" y="32"/>
                  </a:lnTo>
                  <a:lnTo>
                    <a:pt x="56" y="3"/>
                  </a:lnTo>
                  <a:lnTo>
                    <a:pt x="38" y="29"/>
                  </a:lnTo>
                  <a:close/>
                </a:path>
              </a:pathLst>
            </a:custGeom>
            <a:solidFill>
              <a:srgbClr val="E20A1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8" name="Google Shape;588;p25"/>
            <p:cNvSpPr/>
            <p:nvPr/>
          </p:nvSpPr>
          <p:spPr>
            <a:xfrm>
              <a:off x="178" y="2435"/>
              <a:ext cx="16" cy="16"/>
            </a:xfrm>
            <a:prstGeom prst="ellipse">
              <a:avLst/>
            </a:prstGeom>
            <a:solidFill>
              <a:srgbClr val="E20A1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9" name="Google Shape;589;p25"/>
            <p:cNvSpPr/>
            <p:nvPr/>
          </p:nvSpPr>
          <p:spPr>
            <a:xfrm>
              <a:off x="168" y="2477"/>
              <a:ext cx="16" cy="16"/>
            </a:xfrm>
            <a:prstGeom prst="ellipse">
              <a:avLst/>
            </a:prstGeom>
            <a:solidFill>
              <a:srgbClr val="E20A1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590" name="Google Shape;590;p25"/>
          <p:cNvCxnSpPr/>
          <p:nvPr/>
        </p:nvCxnSpPr>
        <p:spPr>
          <a:xfrm rot="10800000">
            <a:off x="4568825" y="4949825"/>
            <a:ext cx="1025525" cy="263525"/>
          </a:xfrm>
          <a:prstGeom prst="straightConnector1">
            <a:avLst/>
          </a:prstGeom>
          <a:noFill/>
          <a:ln cap="sq" cmpd="sng" w="76300">
            <a:solidFill>
              <a:srgbClr val="CC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591" name="Google Shape;591;p25"/>
          <p:cNvSpPr txBox="1"/>
          <p:nvPr/>
        </p:nvSpPr>
        <p:spPr>
          <a:xfrm>
            <a:off x="3532187" y="2757487"/>
            <a:ext cx="1512887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P(t) &gt; t</a:t>
            </a:r>
            <a:r>
              <a:rPr b="0" baseline="-2500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</a:t>
            </a:r>
            <a:endParaRPr/>
          </a:p>
        </p:txBody>
      </p:sp>
      <p:sp>
        <p:nvSpPr>
          <p:cNvPr id="592" name="Google Shape;592;p25"/>
          <p:cNvSpPr txBox="1"/>
          <p:nvPr/>
        </p:nvSpPr>
        <p:spPr>
          <a:xfrm>
            <a:off x="3532187" y="1600200"/>
            <a:ext cx="1776412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P(t) &lt; t</a:t>
            </a:r>
            <a:r>
              <a:rPr b="0" baseline="-2500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</a:t>
            </a:r>
            <a:endParaRPr/>
          </a:p>
        </p:txBody>
      </p:sp>
      <p:sp>
        <p:nvSpPr>
          <p:cNvPr id="593" name="Google Shape;593;p25"/>
          <p:cNvSpPr txBox="1"/>
          <p:nvPr/>
        </p:nvSpPr>
        <p:spPr>
          <a:xfrm>
            <a:off x="1876425" y="4392612"/>
            <a:ext cx="639762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P(t)</a:t>
            </a:r>
            <a:endParaRPr/>
          </a:p>
        </p:txBody>
      </p:sp>
      <p:sp>
        <p:nvSpPr>
          <p:cNvPr id="594" name="Google Shape;594;p25"/>
          <p:cNvSpPr/>
          <p:nvPr/>
        </p:nvSpPr>
        <p:spPr>
          <a:xfrm>
            <a:off x="3952875" y="4791075"/>
            <a:ext cx="552450" cy="173037"/>
          </a:xfrm>
          <a:custGeom>
            <a:rect b="b" l="l" r="r" t="t"/>
            <a:pathLst>
              <a:path extrusionOk="0" h="171" w="579">
                <a:moveTo>
                  <a:pt x="572" y="171"/>
                </a:moveTo>
                <a:lnTo>
                  <a:pt x="579" y="139"/>
                </a:lnTo>
                <a:lnTo>
                  <a:pt x="7" y="0"/>
                </a:lnTo>
                <a:lnTo>
                  <a:pt x="0" y="31"/>
                </a:lnTo>
                <a:lnTo>
                  <a:pt x="572" y="171"/>
                </a:lnTo>
                <a:close/>
              </a:path>
            </a:pathLst>
          </a:custGeom>
          <a:solidFill>
            <a:srgbClr val="CC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6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02" name="Google Shape;602;p26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</a:t>
            </a:r>
            <a:endParaRPr/>
          </a:p>
        </p:txBody>
      </p:sp>
      <p:sp>
        <p:nvSpPr>
          <p:cNvPr id="603" name="Google Shape;603;p26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shading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diffuse: dot product between light and normal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 is constant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04" name="Google Shape;604;p26"/>
          <p:cNvCxnSpPr/>
          <p:nvPr/>
        </p:nvCxnSpPr>
        <p:spPr>
          <a:xfrm flipH="1" rot="10800000">
            <a:off x="2268537" y="4067175"/>
            <a:ext cx="566737" cy="279400"/>
          </a:xfrm>
          <a:prstGeom prst="straightConnector1">
            <a:avLst/>
          </a:prstGeom>
          <a:noFill/>
          <a:ln cap="sq" cmpd="sng" w="57225">
            <a:solidFill>
              <a:srgbClr val="3333CC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605" name="Google Shape;605;p26"/>
          <p:cNvSpPr txBox="1"/>
          <p:nvPr/>
        </p:nvSpPr>
        <p:spPr>
          <a:xfrm>
            <a:off x="2895600" y="3730625"/>
            <a:ext cx="1046162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</a:t>
            </a:r>
            <a:endParaRPr/>
          </a:p>
        </p:txBody>
      </p:sp>
      <p:grpSp>
        <p:nvGrpSpPr>
          <p:cNvPr id="606" name="Google Shape;606;p26"/>
          <p:cNvGrpSpPr/>
          <p:nvPr/>
        </p:nvGrpSpPr>
        <p:grpSpPr>
          <a:xfrm>
            <a:off x="152400" y="2974975"/>
            <a:ext cx="6062662" cy="2774950"/>
            <a:chOff x="96" y="1874"/>
            <a:chExt cx="3819" cy="1748"/>
          </a:xfrm>
        </p:grpSpPr>
        <p:grpSp>
          <p:nvGrpSpPr>
            <p:cNvPr id="607" name="Google Shape;607;p26"/>
            <p:cNvGrpSpPr/>
            <p:nvPr/>
          </p:nvGrpSpPr>
          <p:grpSpPr>
            <a:xfrm>
              <a:off x="3504" y="3074"/>
              <a:ext cx="411" cy="380"/>
              <a:chOff x="3504" y="3074"/>
              <a:chExt cx="411" cy="38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3571" y="3205"/>
                <a:ext cx="92" cy="208"/>
              </a:xfrm>
              <a:custGeom>
                <a:rect b="b" l="l" r="r" t="t"/>
                <a:pathLst>
                  <a:path extrusionOk="0" h="210" w="94">
                    <a:moveTo>
                      <a:pt x="0" y="98"/>
                    </a:moveTo>
                    <a:lnTo>
                      <a:pt x="0" y="109"/>
                    </a:lnTo>
                    <a:lnTo>
                      <a:pt x="0" y="120"/>
                    </a:lnTo>
                    <a:lnTo>
                      <a:pt x="1" y="131"/>
                    </a:lnTo>
                    <a:lnTo>
                      <a:pt x="2" y="142"/>
                    </a:lnTo>
                    <a:lnTo>
                      <a:pt x="6" y="161"/>
                    </a:lnTo>
                    <a:lnTo>
                      <a:pt x="8" y="170"/>
                    </a:lnTo>
                    <a:lnTo>
                      <a:pt x="10" y="178"/>
                    </a:lnTo>
                    <a:lnTo>
                      <a:pt x="12" y="185"/>
                    </a:lnTo>
                    <a:lnTo>
                      <a:pt x="15" y="191"/>
                    </a:lnTo>
                    <a:lnTo>
                      <a:pt x="19" y="202"/>
                    </a:lnTo>
                    <a:lnTo>
                      <a:pt x="23" y="208"/>
                    </a:lnTo>
                    <a:lnTo>
                      <a:pt x="24" y="210"/>
                    </a:lnTo>
                    <a:lnTo>
                      <a:pt x="25" y="210"/>
                    </a:lnTo>
                    <a:lnTo>
                      <a:pt x="31" y="208"/>
                    </a:lnTo>
                    <a:lnTo>
                      <a:pt x="37" y="205"/>
                    </a:lnTo>
                    <a:lnTo>
                      <a:pt x="43" y="201"/>
                    </a:lnTo>
                    <a:lnTo>
                      <a:pt x="49" y="197"/>
                    </a:lnTo>
                    <a:lnTo>
                      <a:pt x="55" y="192"/>
                    </a:lnTo>
                    <a:lnTo>
                      <a:pt x="60" y="187"/>
                    </a:lnTo>
                    <a:lnTo>
                      <a:pt x="66" y="182"/>
                    </a:lnTo>
                    <a:lnTo>
                      <a:pt x="71" y="176"/>
                    </a:lnTo>
                    <a:lnTo>
                      <a:pt x="76" y="169"/>
                    </a:lnTo>
                    <a:lnTo>
                      <a:pt x="80" y="162"/>
                    </a:lnTo>
                    <a:lnTo>
                      <a:pt x="84" y="154"/>
                    </a:lnTo>
                    <a:lnTo>
                      <a:pt x="87" y="146"/>
                    </a:lnTo>
                    <a:lnTo>
                      <a:pt x="90" y="137"/>
                    </a:lnTo>
                    <a:lnTo>
                      <a:pt x="92" y="128"/>
                    </a:lnTo>
                    <a:lnTo>
                      <a:pt x="93" y="118"/>
                    </a:lnTo>
                    <a:lnTo>
                      <a:pt x="94" y="108"/>
                    </a:lnTo>
                    <a:lnTo>
                      <a:pt x="94" y="99"/>
                    </a:lnTo>
                    <a:lnTo>
                      <a:pt x="92" y="90"/>
                    </a:lnTo>
                    <a:lnTo>
                      <a:pt x="91" y="81"/>
                    </a:lnTo>
                    <a:lnTo>
                      <a:pt x="88" y="72"/>
                    </a:lnTo>
                    <a:lnTo>
                      <a:pt x="85" y="63"/>
                    </a:lnTo>
                    <a:lnTo>
                      <a:pt x="81" y="54"/>
                    </a:lnTo>
                    <a:lnTo>
                      <a:pt x="77" y="46"/>
                    </a:lnTo>
                    <a:lnTo>
                      <a:pt x="73" y="38"/>
                    </a:lnTo>
                    <a:lnTo>
                      <a:pt x="68" y="31"/>
                    </a:lnTo>
                    <a:lnTo>
                      <a:pt x="63" y="24"/>
                    </a:lnTo>
                    <a:lnTo>
                      <a:pt x="58" y="18"/>
                    </a:lnTo>
                    <a:lnTo>
                      <a:pt x="52" y="13"/>
                    </a:lnTo>
                    <a:lnTo>
                      <a:pt x="47" y="8"/>
                    </a:lnTo>
                    <a:lnTo>
                      <a:pt x="41" y="5"/>
                    </a:lnTo>
                    <a:lnTo>
                      <a:pt x="35" y="2"/>
                    </a:lnTo>
                    <a:lnTo>
                      <a:pt x="33" y="1"/>
                    </a:lnTo>
                    <a:lnTo>
                      <a:pt x="30" y="0"/>
                    </a:lnTo>
                    <a:lnTo>
                      <a:pt x="29" y="0"/>
                    </a:lnTo>
                    <a:lnTo>
                      <a:pt x="27" y="2"/>
                    </a:lnTo>
                    <a:lnTo>
                      <a:pt x="25" y="5"/>
                    </a:lnTo>
                    <a:lnTo>
                      <a:pt x="23" y="9"/>
                    </a:lnTo>
                    <a:lnTo>
                      <a:pt x="19" y="19"/>
                    </a:lnTo>
                    <a:lnTo>
                      <a:pt x="14" y="32"/>
                    </a:lnTo>
                    <a:lnTo>
                      <a:pt x="9" y="47"/>
                    </a:lnTo>
                    <a:lnTo>
                      <a:pt x="5" y="64"/>
                    </a:lnTo>
                    <a:lnTo>
                      <a:pt x="2" y="81"/>
                    </a:lnTo>
                    <a:lnTo>
                      <a:pt x="1" y="8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rgbClr val="4894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3568" y="3302"/>
                <a:ext cx="27" cy="113"/>
              </a:xfrm>
              <a:custGeom>
                <a:rect b="b" l="l" r="r" t="t"/>
                <a:pathLst>
                  <a:path extrusionOk="0" h="115" w="29">
                    <a:moveTo>
                      <a:pt x="5" y="0"/>
                    </a:moveTo>
                    <a:lnTo>
                      <a:pt x="5" y="23"/>
                    </a:lnTo>
                    <a:lnTo>
                      <a:pt x="7" y="44"/>
                    </a:lnTo>
                    <a:lnTo>
                      <a:pt x="15" y="80"/>
                    </a:lnTo>
                    <a:lnTo>
                      <a:pt x="24" y="105"/>
                    </a:lnTo>
                    <a:lnTo>
                      <a:pt x="27" y="110"/>
                    </a:lnTo>
                    <a:lnTo>
                      <a:pt x="29" y="111"/>
                    </a:lnTo>
                    <a:lnTo>
                      <a:pt x="26" y="115"/>
                    </a:lnTo>
                    <a:lnTo>
                      <a:pt x="23" y="113"/>
                    </a:lnTo>
                    <a:lnTo>
                      <a:pt x="19" y="106"/>
                    </a:lnTo>
                    <a:lnTo>
                      <a:pt x="10" y="81"/>
                    </a:lnTo>
                    <a:lnTo>
                      <a:pt x="2" y="45"/>
                    </a:lnTo>
                    <a:lnTo>
                      <a:pt x="0" y="23"/>
                    </a:lnTo>
                    <a:lnTo>
                      <a:pt x="0" y="0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0" name="Google Shape;610;p26"/>
              <p:cNvSpPr/>
              <p:nvPr/>
            </p:nvSpPr>
            <p:spPr>
              <a:xfrm>
                <a:off x="3596" y="3313"/>
                <a:ext cx="69" cy="103"/>
              </a:xfrm>
              <a:custGeom>
                <a:rect b="b" l="l" r="r" t="t"/>
                <a:pathLst>
                  <a:path extrusionOk="0" h="105" w="71">
                    <a:moveTo>
                      <a:pt x="0" y="100"/>
                    </a:moveTo>
                    <a:lnTo>
                      <a:pt x="10" y="95"/>
                    </a:lnTo>
                    <a:lnTo>
                      <a:pt x="22" y="87"/>
                    </a:lnTo>
                    <a:lnTo>
                      <a:pt x="33" y="77"/>
                    </a:lnTo>
                    <a:lnTo>
                      <a:pt x="44" y="65"/>
                    </a:lnTo>
                    <a:lnTo>
                      <a:pt x="53" y="53"/>
                    </a:lnTo>
                    <a:lnTo>
                      <a:pt x="60" y="37"/>
                    </a:lnTo>
                    <a:lnTo>
                      <a:pt x="65" y="19"/>
                    </a:lnTo>
                    <a:lnTo>
                      <a:pt x="67" y="0"/>
                    </a:lnTo>
                    <a:lnTo>
                      <a:pt x="71" y="0"/>
                    </a:lnTo>
                    <a:lnTo>
                      <a:pt x="69" y="21"/>
                    </a:lnTo>
                    <a:lnTo>
                      <a:pt x="64" y="40"/>
                    </a:lnTo>
                    <a:lnTo>
                      <a:pt x="57" y="56"/>
                    </a:lnTo>
                    <a:lnTo>
                      <a:pt x="47" y="69"/>
                    </a:lnTo>
                    <a:lnTo>
                      <a:pt x="36" y="81"/>
                    </a:lnTo>
                    <a:lnTo>
                      <a:pt x="25" y="91"/>
                    </a:lnTo>
                    <a:lnTo>
                      <a:pt x="13" y="99"/>
                    </a:lnTo>
                    <a:lnTo>
                      <a:pt x="1" y="105"/>
                    </a:lnTo>
                    <a:lnTo>
                      <a:pt x="0" y="10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1" name="Google Shape;611;p26"/>
              <p:cNvSpPr/>
              <p:nvPr/>
            </p:nvSpPr>
            <p:spPr>
              <a:xfrm>
                <a:off x="3594" y="3413"/>
                <a:ext cx="1" cy="4"/>
              </a:xfrm>
              <a:custGeom>
                <a:rect b="b" l="l" r="r" t="t"/>
                <a:pathLst>
                  <a:path extrusionOk="0" h="6" w="3">
                    <a:moveTo>
                      <a:pt x="0" y="4"/>
                    </a:moveTo>
                    <a:lnTo>
                      <a:pt x="2" y="6"/>
                    </a:lnTo>
                    <a:lnTo>
                      <a:pt x="3" y="5"/>
                    </a:lnTo>
                    <a:lnTo>
                      <a:pt x="2" y="0"/>
                    </a:lnTo>
                    <a:lnTo>
                      <a:pt x="3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2" name="Google Shape;612;p26"/>
              <p:cNvSpPr/>
              <p:nvPr/>
            </p:nvSpPr>
            <p:spPr>
              <a:xfrm>
                <a:off x="3600" y="3203"/>
                <a:ext cx="65" cy="108"/>
              </a:xfrm>
              <a:custGeom>
                <a:rect b="b" l="l" r="r" t="t"/>
                <a:pathLst>
                  <a:path extrusionOk="0" h="110" w="67">
                    <a:moveTo>
                      <a:pt x="63" y="110"/>
                    </a:moveTo>
                    <a:lnTo>
                      <a:pt x="61" y="92"/>
                    </a:lnTo>
                    <a:lnTo>
                      <a:pt x="57" y="75"/>
                    </a:lnTo>
                    <a:lnTo>
                      <a:pt x="50" y="58"/>
                    </a:lnTo>
                    <a:lnTo>
                      <a:pt x="42" y="42"/>
                    </a:lnTo>
                    <a:lnTo>
                      <a:pt x="32" y="28"/>
                    </a:lnTo>
                    <a:lnTo>
                      <a:pt x="21" y="17"/>
                    </a:lnTo>
                    <a:lnTo>
                      <a:pt x="10" y="8"/>
                    </a:lnTo>
                    <a:lnTo>
                      <a:pt x="0" y="4"/>
                    </a:lnTo>
                    <a:lnTo>
                      <a:pt x="2" y="0"/>
                    </a:lnTo>
                    <a:lnTo>
                      <a:pt x="13" y="4"/>
                    </a:lnTo>
                    <a:lnTo>
                      <a:pt x="24" y="13"/>
                    </a:lnTo>
                    <a:lnTo>
                      <a:pt x="35" y="24"/>
                    </a:lnTo>
                    <a:lnTo>
                      <a:pt x="46" y="39"/>
                    </a:lnTo>
                    <a:lnTo>
                      <a:pt x="54" y="55"/>
                    </a:lnTo>
                    <a:lnTo>
                      <a:pt x="61" y="73"/>
                    </a:lnTo>
                    <a:lnTo>
                      <a:pt x="65" y="92"/>
                    </a:lnTo>
                    <a:lnTo>
                      <a:pt x="67" y="110"/>
                    </a:lnTo>
                    <a:lnTo>
                      <a:pt x="63" y="1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3" name="Google Shape;613;p26"/>
              <p:cNvSpPr/>
              <p:nvPr/>
            </p:nvSpPr>
            <p:spPr>
              <a:xfrm>
                <a:off x="3568" y="3203"/>
                <a:ext cx="32" cy="97"/>
              </a:xfrm>
              <a:custGeom>
                <a:rect b="b" l="l" r="r" t="t"/>
                <a:pathLst>
                  <a:path extrusionOk="0" h="99" w="34">
                    <a:moveTo>
                      <a:pt x="34" y="4"/>
                    </a:moveTo>
                    <a:lnTo>
                      <a:pt x="32" y="6"/>
                    </a:lnTo>
                    <a:lnTo>
                      <a:pt x="28" y="10"/>
                    </a:lnTo>
                    <a:lnTo>
                      <a:pt x="19" y="34"/>
                    </a:lnTo>
                    <a:lnTo>
                      <a:pt x="10" y="66"/>
                    </a:lnTo>
                    <a:lnTo>
                      <a:pt x="7" y="83"/>
                    </a:lnTo>
                    <a:lnTo>
                      <a:pt x="5" y="99"/>
                    </a:lnTo>
                    <a:lnTo>
                      <a:pt x="0" y="99"/>
                    </a:lnTo>
                    <a:lnTo>
                      <a:pt x="2" y="83"/>
                    </a:lnTo>
                    <a:lnTo>
                      <a:pt x="5" y="65"/>
                    </a:lnTo>
                    <a:lnTo>
                      <a:pt x="14" y="33"/>
                    </a:lnTo>
                    <a:lnTo>
                      <a:pt x="23" y="9"/>
                    </a:lnTo>
                    <a:lnTo>
                      <a:pt x="28" y="3"/>
                    </a:lnTo>
                    <a:lnTo>
                      <a:pt x="31" y="0"/>
                    </a:lnTo>
                    <a:lnTo>
                      <a:pt x="34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4" name="Google Shape;614;p26"/>
              <p:cNvSpPr/>
              <p:nvPr/>
            </p:nvSpPr>
            <p:spPr>
              <a:xfrm>
                <a:off x="3599" y="3202"/>
                <a:ext cx="1" cy="3"/>
              </a:xfrm>
              <a:custGeom>
                <a:rect b="b" l="l" r="r" t="t"/>
                <a:pathLst>
                  <a:path extrusionOk="0" h="5" w="3">
                    <a:moveTo>
                      <a:pt x="3" y="1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3" y="5"/>
                    </a:lnTo>
                    <a:lnTo>
                      <a:pt x="1" y="5"/>
                    </a:lnTo>
                    <a:lnTo>
                      <a:pt x="3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5" name="Google Shape;615;p26"/>
              <p:cNvSpPr/>
              <p:nvPr/>
            </p:nvSpPr>
            <p:spPr>
              <a:xfrm>
                <a:off x="3512" y="3118"/>
                <a:ext cx="403" cy="235"/>
              </a:xfrm>
              <a:custGeom>
                <a:rect b="b" l="l" r="r" t="t"/>
                <a:pathLst>
                  <a:path extrusionOk="0" h="237" w="405">
                    <a:moveTo>
                      <a:pt x="400" y="237"/>
                    </a:moveTo>
                    <a:lnTo>
                      <a:pt x="382" y="226"/>
                    </a:lnTo>
                    <a:lnTo>
                      <a:pt x="361" y="215"/>
                    </a:lnTo>
                    <a:lnTo>
                      <a:pt x="306" y="190"/>
                    </a:lnTo>
                    <a:lnTo>
                      <a:pt x="175" y="135"/>
                    </a:lnTo>
                    <a:lnTo>
                      <a:pt x="111" y="104"/>
                    </a:lnTo>
                    <a:lnTo>
                      <a:pt x="83" y="88"/>
                    </a:lnTo>
                    <a:lnTo>
                      <a:pt x="57" y="72"/>
                    </a:lnTo>
                    <a:lnTo>
                      <a:pt x="36" y="55"/>
                    </a:lnTo>
                    <a:lnTo>
                      <a:pt x="19" y="38"/>
                    </a:lnTo>
                    <a:lnTo>
                      <a:pt x="6" y="21"/>
                    </a:lnTo>
                    <a:lnTo>
                      <a:pt x="0" y="3"/>
                    </a:lnTo>
                    <a:lnTo>
                      <a:pt x="8" y="0"/>
                    </a:lnTo>
                    <a:lnTo>
                      <a:pt x="13" y="16"/>
                    </a:lnTo>
                    <a:lnTo>
                      <a:pt x="25" y="32"/>
                    </a:lnTo>
                    <a:lnTo>
                      <a:pt x="42" y="49"/>
                    </a:lnTo>
                    <a:lnTo>
                      <a:pt x="63" y="65"/>
                    </a:lnTo>
                    <a:lnTo>
                      <a:pt x="88" y="81"/>
                    </a:lnTo>
                    <a:lnTo>
                      <a:pt x="116" y="97"/>
                    </a:lnTo>
                    <a:lnTo>
                      <a:pt x="179" y="127"/>
                    </a:lnTo>
                    <a:lnTo>
                      <a:pt x="310" y="182"/>
                    </a:lnTo>
                    <a:lnTo>
                      <a:pt x="365" y="207"/>
                    </a:lnTo>
                    <a:lnTo>
                      <a:pt x="387" y="219"/>
                    </a:lnTo>
                    <a:lnTo>
                      <a:pt x="405" y="230"/>
                    </a:lnTo>
                    <a:lnTo>
                      <a:pt x="400" y="23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6" name="Google Shape;616;p26"/>
              <p:cNvSpPr/>
              <p:nvPr/>
            </p:nvSpPr>
            <p:spPr>
              <a:xfrm>
                <a:off x="3598" y="3347"/>
                <a:ext cx="315" cy="70"/>
              </a:xfrm>
              <a:custGeom>
                <a:rect b="b" l="l" r="r" t="t"/>
                <a:pathLst>
                  <a:path extrusionOk="0" h="72" w="317">
                    <a:moveTo>
                      <a:pt x="317" y="9"/>
                    </a:moveTo>
                    <a:lnTo>
                      <a:pt x="258" y="9"/>
                    </a:lnTo>
                    <a:lnTo>
                      <a:pt x="207" y="12"/>
                    </a:lnTo>
                    <a:lnTo>
                      <a:pt x="162" y="19"/>
                    </a:lnTo>
                    <a:lnTo>
                      <a:pt x="122" y="27"/>
                    </a:lnTo>
                    <a:lnTo>
                      <a:pt x="88" y="37"/>
                    </a:lnTo>
                    <a:lnTo>
                      <a:pt x="57" y="48"/>
                    </a:lnTo>
                    <a:lnTo>
                      <a:pt x="4" y="72"/>
                    </a:lnTo>
                    <a:lnTo>
                      <a:pt x="0" y="64"/>
                    </a:lnTo>
                    <a:lnTo>
                      <a:pt x="53" y="40"/>
                    </a:lnTo>
                    <a:lnTo>
                      <a:pt x="84" y="29"/>
                    </a:lnTo>
                    <a:lnTo>
                      <a:pt x="119" y="19"/>
                    </a:lnTo>
                    <a:lnTo>
                      <a:pt x="159" y="11"/>
                    </a:lnTo>
                    <a:lnTo>
                      <a:pt x="205" y="4"/>
                    </a:lnTo>
                    <a:lnTo>
                      <a:pt x="258" y="1"/>
                    </a:lnTo>
                    <a:lnTo>
                      <a:pt x="317" y="0"/>
                    </a:lnTo>
                    <a:lnTo>
                      <a:pt x="317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7" name="Google Shape;617;p26"/>
              <p:cNvSpPr/>
              <p:nvPr/>
            </p:nvSpPr>
            <p:spPr>
              <a:xfrm>
                <a:off x="3565" y="3412"/>
                <a:ext cx="36" cy="42"/>
              </a:xfrm>
              <a:custGeom>
                <a:rect b="b" l="l" r="r" t="t"/>
                <a:pathLst>
                  <a:path extrusionOk="0" h="44" w="38">
                    <a:moveTo>
                      <a:pt x="38" y="7"/>
                    </a:moveTo>
                    <a:lnTo>
                      <a:pt x="25" y="15"/>
                    </a:lnTo>
                    <a:lnTo>
                      <a:pt x="16" y="24"/>
                    </a:lnTo>
                    <a:lnTo>
                      <a:pt x="11" y="33"/>
                    </a:lnTo>
                    <a:lnTo>
                      <a:pt x="9" y="44"/>
                    </a:lnTo>
                    <a:lnTo>
                      <a:pt x="0" y="43"/>
                    </a:lnTo>
                    <a:lnTo>
                      <a:pt x="2" y="31"/>
                    </a:lnTo>
                    <a:lnTo>
                      <a:pt x="9" y="18"/>
                    </a:lnTo>
                    <a:lnTo>
                      <a:pt x="19" y="8"/>
                    </a:lnTo>
                    <a:lnTo>
                      <a:pt x="32" y="0"/>
                    </a:lnTo>
                    <a:lnTo>
                      <a:pt x="38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8" name="Google Shape;618;p26"/>
              <p:cNvSpPr/>
              <p:nvPr/>
            </p:nvSpPr>
            <p:spPr>
              <a:xfrm>
                <a:off x="3597" y="3411"/>
                <a:ext cx="4" cy="6"/>
              </a:xfrm>
              <a:custGeom>
                <a:rect b="b" l="l" r="r" t="t"/>
                <a:pathLst>
                  <a:path extrusionOk="0" h="8" w="6">
                    <a:moveTo>
                      <a:pt x="1" y="0"/>
                    </a:moveTo>
                    <a:lnTo>
                      <a:pt x="0" y="1"/>
                    </a:lnTo>
                    <a:lnTo>
                      <a:pt x="6" y="8"/>
                    </a:lnTo>
                    <a:lnTo>
                      <a:pt x="5" y="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19" name="Google Shape;619;p26"/>
              <p:cNvSpPr/>
              <p:nvPr/>
            </p:nvSpPr>
            <p:spPr>
              <a:xfrm>
                <a:off x="3569" y="3280"/>
                <a:ext cx="26" cy="46"/>
              </a:xfrm>
              <a:custGeom>
                <a:rect b="b" l="l" r="r" t="t"/>
                <a:pathLst>
                  <a:path extrusionOk="0" h="48" w="28">
                    <a:moveTo>
                      <a:pt x="28" y="24"/>
                    </a:moveTo>
                    <a:lnTo>
                      <a:pt x="28" y="19"/>
                    </a:lnTo>
                    <a:lnTo>
                      <a:pt x="27" y="15"/>
                    </a:lnTo>
                    <a:lnTo>
                      <a:pt x="25" y="11"/>
                    </a:lnTo>
                    <a:lnTo>
                      <a:pt x="23" y="7"/>
                    </a:lnTo>
                    <a:lnTo>
                      <a:pt x="21" y="4"/>
                    </a:lnTo>
                    <a:lnTo>
                      <a:pt x="18" y="2"/>
                    </a:lnTo>
                    <a:lnTo>
                      <a:pt x="15" y="1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6" y="2"/>
                    </a:lnTo>
                    <a:lnTo>
                      <a:pt x="4" y="4"/>
                    </a:lnTo>
                    <a:lnTo>
                      <a:pt x="2" y="7"/>
                    </a:lnTo>
                    <a:lnTo>
                      <a:pt x="1" y="10"/>
                    </a:lnTo>
                    <a:lnTo>
                      <a:pt x="1" y="14"/>
                    </a:lnTo>
                    <a:lnTo>
                      <a:pt x="0" y="24"/>
                    </a:lnTo>
                    <a:lnTo>
                      <a:pt x="0" y="33"/>
                    </a:lnTo>
                    <a:lnTo>
                      <a:pt x="1" y="37"/>
                    </a:lnTo>
                    <a:lnTo>
                      <a:pt x="2" y="41"/>
                    </a:lnTo>
                    <a:lnTo>
                      <a:pt x="3" y="44"/>
                    </a:lnTo>
                    <a:lnTo>
                      <a:pt x="5" y="46"/>
                    </a:lnTo>
                    <a:lnTo>
                      <a:pt x="7" y="47"/>
                    </a:lnTo>
                    <a:lnTo>
                      <a:pt x="10" y="48"/>
                    </a:lnTo>
                    <a:lnTo>
                      <a:pt x="14" y="47"/>
                    </a:lnTo>
                    <a:lnTo>
                      <a:pt x="17" y="46"/>
                    </a:lnTo>
                    <a:lnTo>
                      <a:pt x="20" y="44"/>
                    </a:lnTo>
                    <a:lnTo>
                      <a:pt x="21" y="43"/>
                    </a:lnTo>
                    <a:lnTo>
                      <a:pt x="23" y="41"/>
                    </a:lnTo>
                    <a:lnTo>
                      <a:pt x="25" y="38"/>
                    </a:lnTo>
                    <a:lnTo>
                      <a:pt x="26" y="34"/>
                    </a:lnTo>
                    <a:lnTo>
                      <a:pt x="27" y="29"/>
                    </a:lnTo>
                    <a:lnTo>
                      <a:pt x="28" y="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0" name="Google Shape;620;p26"/>
              <p:cNvSpPr/>
              <p:nvPr/>
            </p:nvSpPr>
            <p:spPr>
              <a:xfrm>
                <a:off x="3587" y="3225"/>
                <a:ext cx="24" cy="49"/>
              </a:xfrm>
              <a:custGeom>
                <a:rect b="b" l="l" r="r" t="t"/>
                <a:pathLst>
                  <a:path extrusionOk="0" h="51" w="26">
                    <a:moveTo>
                      <a:pt x="26" y="3"/>
                    </a:moveTo>
                    <a:lnTo>
                      <a:pt x="21" y="0"/>
                    </a:lnTo>
                    <a:lnTo>
                      <a:pt x="0" y="48"/>
                    </a:lnTo>
                    <a:lnTo>
                      <a:pt x="5" y="51"/>
                    </a:lnTo>
                    <a:lnTo>
                      <a:pt x="26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1" name="Google Shape;621;p26"/>
              <p:cNvSpPr/>
              <p:nvPr/>
            </p:nvSpPr>
            <p:spPr>
              <a:xfrm>
                <a:off x="3607" y="3304"/>
                <a:ext cx="40" cy="6"/>
              </a:xfrm>
              <a:custGeom>
                <a:rect b="b" l="l" r="r" t="t"/>
                <a:pathLst>
                  <a:path extrusionOk="0" h="8" w="42">
                    <a:moveTo>
                      <a:pt x="42" y="8"/>
                    </a:moveTo>
                    <a:lnTo>
                      <a:pt x="42" y="3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42" y="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2" name="Google Shape;622;p26"/>
              <p:cNvSpPr/>
              <p:nvPr/>
            </p:nvSpPr>
            <p:spPr>
              <a:xfrm>
                <a:off x="3580" y="3339"/>
                <a:ext cx="21" cy="45"/>
              </a:xfrm>
              <a:custGeom>
                <a:rect b="b" l="l" r="r" t="t"/>
                <a:pathLst>
                  <a:path extrusionOk="0" h="47" w="23">
                    <a:moveTo>
                      <a:pt x="18" y="47"/>
                    </a:moveTo>
                    <a:lnTo>
                      <a:pt x="23" y="44"/>
                    </a:lnTo>
                    <a:lnTo>
                      <a:pt x="5" y="0"/>
                    </a:lnTo>
                    <a:lnTo>
                      <a:pt x="0" y="3"/>
                    </a:lnTo>
                    <a:lnTo>
                      <a:pt x="18" y="4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3" name="Google Shape;623;p26"/>
              <p:cNvSpPr/>
              <p:nvPr/>
            </p:nvSpPr>
            <p:spPr>
              <a:xfrm>
                <a:off x="3597" y="3323"/>
                <a:ext cx="36" cy="28"/>
              </a:xfrm>
              <a:custGeom>
                <a:rect b="b" l="l" r="r" t="t"/>
                <a:pathLst>
                  <a:path extrusionOk="0" h="30" w="38">
                    <a:moveTo>
                      <a:pt x="34" y="30"/>
                    </a:moveTo>
                    <a:lnTo>
                      <a:pt x="38" y="26"/>
                    </a:lnTo>
                    <a:lnTo>
                      <a:pt x="4" y="0"/>
                    </a:lnTo>
                    <a:lnTo>
                      <a:pt x="0" y="4"/>
                    </a:lnTo>
                    <a:lnTo>
                      <a:pt x="34" y="3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4" name="Google Shape;624;p26"/>
              <p:cNvSpPr/>
              <p:nvPr/>
            </p:nvSpPr>
            <p:spPr>
              <a:xfrm>
                <a:off x="3604" y="3265"/>
                <a:ext cx="30" cy="20"/>
              </a:xfrm>
              <a:custGeom>
                <a:rect b="b" l="l" r="r" t="t"/>
                <a:pathLst>
                  <a:path extrusionOk="0" h="22" w="32">
                    <a:moveTo>
                      <a:pt x="32" y="5"/>
                    </a:moveTo>
                    <a:lnTo>
                      <a:pt x="29" y="0"/>
                    </a:lnTo>
                    <a:lnTo>
                      <a:pt x="0" y="17"/>
                    </a:lnTo>
                    <a:lnTo>
                      <a:pt x="3" y="22"/>
                    </a:lnTo>
                    <a:lnTo>
                      <a:pt x="32" y="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5" name="Google Shape;625;p26"/>
              <p:cNvSpPr/>
              <p:nvPr/>
            </p:nvSpPr>
            <p:spPr>
              <a:xfrm>
                <a:off x="3607" y="3286"/>
                <a:ext cx="36" cy="10"/>
              </a:xfrm>
              <a:custGeom>
                <a:rect b="b" l="l" r="r" t="t"/>
                <a:pathLst>
                  <a:path extrusionOk="0" h="12" w="38">
                    <a:moveTo>
                      <a:pt x="38" y="5"/>
                    </a:moveTo>
                    <a:lnTo>
                      <a:pt x="36" y="0"/>
                    </a:lnTo>
                    <a:lnTo>
                      <a:pt x="0" y="7"/>
                    </a:lnTo>
                    <a:lnTo>
                      <a:pt x="2" y="12"/>
                    </a:lnTo>
                    <a:lnTo>
                      <a:pt x="38" y="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6" name="Google Shape;626;p26"/>
              <p:cNvSpPr/>
              <p:nvPr/>
            </p:nvSpPr>
            <p:spPr>
              <a:xfrm>
                <a:off x="3596" y="3245"/>
                <a:ext cx="28" cy="30"/>
              </a:xfrm>
              <a:custGeom>
                <a:rect b="b" l="l" r="r" t="t"/>
                <a:pathLst>
                  <a:path extrusionOk="0" h="32" w="30">
                    <a:moveTo>
                      <a:pt x="30" y="3"/>
                    </a:moveTo>
                    <a:lnTo>
                      <a:pt x="25" y="0"/>
                    </a:lnTo>
                    <a:lnTo>
                      <a:pt x="0" y="29"/>
                    </a:lnTo>
                    <a:lnTo>
                      <a:pt x="5" y="32"/>
                    </a:lnTo>
                    <a:lnTo>
                      <a:pt x="3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7" name="Google Shape;627;p26"/>
              <p:cNvSpPr/>
              <p:nvPr/>
            </p:nvSpPr>
            <p:spPr>
              <a:xfrm>
                <a:off x="3602" y="3314"/>
                <a:ext cx="40" cy="18"/>
              </a:xfrm>
              <a:custGeom>
                <a:rect b="b" l="l" r="r" t="t"/>
                <a:pathLst>
                  <a:path extrusionOk="0" h="20" w="42">
                    <a:moveTo>
                      <a:pt x="39" y="20"/>
                    </a:moveTo>
                    <a:lnTo>
                      <a:pt x="42" y="15"/>
                    </a:lnTo>
                    <a:lnTo>
                      <a:pt x="3" y="0"/>
                    </a:lnTo>
                    <a:lnTo>
                      <a:pt x="0" y="5"/>
                    </a:lnTo>
                    <a:lnTo>
                      <a:pt x="39" y="2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8" name="Google Shape;628;p26"/>
              <p:cNvSpPr/>
              <p:nvPr/>
            </p:nvSpPr>
            <p:spPr>
              <a:xfrm>
                <a:off x="3590" y="3333"/>
                <a:ext cx="28" cy="35"/>
              </a:xfrm>
              <a:custGeom>
                <a:rect b="b" l="l" r="r" t="t"/>
                <a:pathLst>
                  <a:path extrusionOk="0" h="37" w="30">
                    <a:moveTo>
                      <a:pt x="26" y="37"/>
                    </a:moveTo>
                    <a:lnTo>
                      <a:pt x="30" y="33"/>
                    </a:lnTo>
                    <a:lnTo>
                      <a:pt x="4" y="0"/>
                    </a:lnTo>
                    <a:lnTo>
                      <a:pt x="0" y="4"/>
                    </a:lnTo>
                    <a:lnTo>
                      <a:pt x="26" y="3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29" name="Google Shape;629;p26"/>
              <p:cNvSpPr/>
              <p:nvPr/>
            </p:nvSpPr>
            <p:spPr>
              <a:xfrm>
                <a:off x="3545" y="3121"/>
                <a:ext cx="45" cy="66"/>
              </a:xfrm>
              <a:custGeom>
                <a:rect b="b" l="l" r="r" t="t"/>
                <a:pathLst>
                  <a:path extrusionOk="0" h="68" w="47">
                    <a:moveTo>
                      <a:pt x="9" y="0"/>
                    </a:moveTo>
                    <a:lnTo>
                      <a:pt x="12" y="8"/>
                    </a:lnTo>
                    <a:lnTo>
                      <a:pt x="16" y="16"/>
                    </a:lnTo>
                    <a:lnTo>
                      <a:pt x="26" y="31"/>
                    </a:lnTo>
                    <a:lnTo>
                      <a:pt x="39" y="48"/>
                    </a:lnTo>
                    <a:lnTo>
                      <a:pt x="47" y="64"/>
                    </a:lnTo>
                    <a:lnTo>
                      <a:pt x="39" y="68"/>
                    </a:lnTo>
                    <a:lnTo>
                      <a:pt x="31" y="52"/>
                    </a:lnTo>
                    <a:lnTo>
                      <a:pt x="19" y="37"/>
                    </a:lnTo>
                    <a:lnTo>
                      <a:pt x="8" y="20"/>
                    </a:lnTo>
                    <a:lnTo>
                      <a:pt x="4" y="12"/>
                    </a:lnTo>
                    <a:lnTo>
                      <a:pt x="0" y="2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0" name="Google Shape;630;p26"/>
              <p:cNvSpPr/>
              <p:nvPr/>
            </p:nvSpPr>
            <p:spPr>
              <a:xfrm>
                <a:off x="3567" y="3136"/>
                <a:ext cx="48" cy="68"/>
              </a:xfrm>
              <a:custGeom>
                <a:rect b="b" l="l" r="r" t="t"/>
                <a:pathLst>
                  <a:path extrusionOk="0" h="70" w="50">
                    <a:moveTo>
                      <a:pt x="8" y="0"/>
                    </a:moveTo>
                    <a:lnTo>
                      <a:pt x="12" y="9"/>
                    </a:lnTo>
                    <a:lnTo>
                      <a:pt x="15" y="16"/>
                    </a:lnTo>
                    <a:lnTo>
                      <a:pt x="27" y="33"/>
                    </a:lnTo>
                    <a:lnTo>
                      <a:pt x="39" y="48"/>
                    </a:lnTo>
                    <a:lnTo>
                      <a:pt x="50" y="66"/>
                    </a:lnTo>
                    <a:lnTo>
                      <a:pt x="42" y="70"/>
                    </a:lnTo>
                    <a:lnTo>
                      <a:pt x="32" y="54"/>
                    </a:lnTo>
                    <a:lnTo>
                      <a:pt x="20" y="39"/>
                    </a:lnTo>
                    <a:lnTo>
                      <a:pt x="8" y="22"/>
                    </a:lnTo>
                    <a:lnTo>
                      <a:pt x="4" y="13"/>
                    </a:lnTo>
                    <a:lnTo>
                      <a:pt x="0" y="4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1" name="Google Shape;631;p26"/>
              <p:cNvSpPr/>
              <p:nvPr/>
            </p:nvSpPr>
            <p:spPr>
              <a:xfrm>
                <a:off x="3525" y="3104"/>
                <a:ext cx="45" cy="72"/>
              </a:xfrm>
              <a:custGeom>
                <a:rect b="b" l="l" r="r" t="t"/>
                <a:pathLst>
                  <a:path extrusionOk="0" h="74" w="47">
                    <a:moveTo>
                      <a:pt x="9" y="0"/>
                    </a:moveTo>
                    <a:lnTo>
                      <a:pt x="12" y="7"/>
                    </a:lnTo>
                    <a:lnTo>
                      <a:pt x="16" y="16"/>
                    </a:lnTo>
                    <a:lnTo>
                      <a:pt x="27" y="35"/>
                    </a:lnTo>
                    <a:lnTo>
                      <a:pt x="39" y="53"/>
                    </a:lnTo>
                    <a:lnTo>
                      <a:pt x="47" y="70"/>
                    </a:lnTo>
                    <a:lnTo>
                      <a:pt x="39" y="74"/>
                    </a:lnTo>
                    <a:lnTo>
                      <a:pt x="31" y="57"/>
                    </a:lnTo>
                    <a:lnTo>
                      <a:pt x="19" y="39"/>
                    </a:lnTo>
                    <a:lnTo>
                      <a:pt x="8" y="20"/>
                    </a:lnTo>
                    <a:lnTo>
                      <a:pt x="4" y="11"/>
                    </a:lnTo>
                    <a:lnTo>
                      <a:pt x="0" y="2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2" name="Google Shape;632;p26"/>
              <p:cNvSpPr/>
              <p:nvPr/>
            </p:nvSpPr>
            <p:spPr>
              <a:xfrm>
                <a:off x="3504" y="3074"/>
                <a:ext cx="45" cy="78"/>
              </a:xfrm>
              <a:custGeom>
                <a:rect b="b" l="l" r="r" t="t"/>
                <a:pathLst>
                  <a:path extrusionOk="0" h="80" w="47">
                    <a:moveTo>
                      <a:pt x="9" y="0"/>
                    </a:moveTo>
                    <a:lnTo>
                      <a:pt x="12" y="8"/>
                    </a:lnTo>
                    <a:lnTo>
                      <a:pt x="16" y="17"/>
                    </a:lnTo>
                    <a:lnTo>
                      <a:pt x="27" y="38"/>
                    </a:lnTo>
                    <a:lnTo>
                      <a:pt x="47" y="76"/>
                    </a:lnTo>
                    <a:lnTo>
                      <a:pt x="39" y="80"/>
                    </a:lnTo>
                    <a:lnTo>
                      <a:pt x="19" y="42"/>
                    </a:lnTo>
                    <a:lnTo>
                      <a:pt x="8" y="21"/>
                    </a:lnTo>
                    <a:lnTo>
                      <a:pt x="4" y="12"/>
                    </a:lnTo>
                    <a:lnTo>
                      <a:pt x="0" y="2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3" name="Google Shape;633;p26"/>
              <p:cNvSpPr/>
              <p:nvPr/>
            </p:nvSpPr>
            <p:spPr>
              <a:xfrm>
                <a:off x="3587" y="3149"/>
                <a:ext cx="48" cy="62"/>
              </a:xfrm>
              <a:custGeom>
                <a:rect b="b" l="l" r="r" t="t"/>
                <a:pathLst>
                  <a:path extrusionOk="0" h="64" w="50">
                    <a:moveTo>
                      <a:pt x="8" y="0"/>
                    </a:moveTo>
                    <a:lnTo>
                      <a:pt x="13" y="9"/>
                    </a:lnTo>
                    <a:lnTo>
                      <a:pt x="16" y="15"/>
                    </a:lnTo>
                    <a:lnTo>
                      <a:pt x="28" y="29"/>
                    </a:lnTo>
                    <a:lnTo>
                      <a:pt x="40" y="43"/>
                    </a:lnTo>
                    <a:lnTo>
                      <a:pt x="50" y="58"/>
                    </a:lnTo>
                    <a:lnTo>
                      <a:pt x="43" y="64"/>
                    </a:lnTo>
                    <a:lnTo>
                      <a:pt x="33" y="49"/>
                    </a:lnTo>
                    <a:lnTo>
                      <a:pt x="21" y="35"/>
                    </a:lnTo>
                    <a:lnTo>
                      <a:pt x="9" y="21"/>
                    </a:lnTo>
                    <a:lnTo>
                      <a:pt x="5" y="13"/>
                    </a:lnTo>
                    <a:lnTo>
                      <a:pt x="0" y="4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4" name="Google Shape;634;p26"/>
              <p:cNvSpPr/>
              <p:nvPr/>
            </p:nvSpPr>
            <p:spPr>
              <a:xfrm>
                <a:off x="3610" y="3162"/>
                <a:ext cx="54" cy="62"/>
              </a:xfrm>
              <a:custGeom>
                <a:rect b="b" l="l" r="r" t="t"/>
                <a:pathLst>
                  <a:path extrusionOk="0" h="64" w="56">
                    <a:moveTo>
                      <a:pt x="8" y="0"/>
                    </a:moveTo>
                    <a:lnTo>
                      <a:pt x="12" y="9"/>
                    </a:lnTo>
                    <a:lnTo>
                      <a:pt x="17" y="15"/>
                    </a:lnTo>
                    <a:lnTo>
                      <a:pt x="31" y="29"/>
                    </a:lnTo>
                    <a:lnTo>
                      <a:pt x="45" y="43"/>
                    </a:lnTo>
                    <a:lnTo>
                      <a:pt x="56" y="58"/>
                    </a:lnTo>
                    <a:lnTo>
                      <a:pt x="49" y="64"/>
                    </a:lnTo>
                    <a:lnTo>
                      <a:pt x="38" y="49"/>
                    </a:lnTo>
                    <a:lnTo>
                      <a:pt x="25" y="36"/>
                    </a:lnTo>
                    <a:lnTo>
                      <a:pt x="10" y="21"/>
                    </a:lnTo>
                    <a:lnTo>
                      <a:pt x="4" y="13"/>
                    </a:lnTo>
                    <a:lnTo>
                      <a:pt x="0" y="4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5" name="Google Shape;635;p26"/>
              <p:cNvSpPr/>
              <p:nvPr/>
            </p:nvSpPr>
            <p:spPr>
              <a:xfrm>
                <a:off x="3631" y="3177"/>
                <a:ext cx="53" cy="60"/>
              </a:xfrm>
              <a:custGeom>
                <a:rect b="b" l="l" r="r" t="t"/>
                <a:pathLst>
                  <a:path extrusionOk="0" h="62" w="55">
                    <a:moveTo>
                      <a:pt x="6" y="0"/>
                    </a:moveTo>
                    <a:lnTo>
                      <a:pt x="14" y="7"/>
                    </a:lnTo>
                    <a:lnTo>
                      <a:pt x="21" y="13"/>
                    </a:lnTo>
                    <a:lnTo>
                      <a:pt x="34" y="27"/>
                    </a:lnTo>
                    <a:lnTo>
                      <a:pt x="45" y="42"/>
                    </a:lnTo>
                    <a:lnTo>
                      <a:pt x="55" y="58"/>
                    </a:lnTo>
                    <a:lnTo>
                      <a:pt x="47" y="62"/>
                    </a:lnTo>
                    <a:lnTo>
                      <a:pt x="37" y="46"/>
                    </a:lnTo>
                    <a:lnTo>
                      <a:pt x="27" y="33"/>
                    </a:lnTo>
                    <a:lnTo>
                      <a:pt x="15" y="20"/>
                    </a:lnTo>
                    <a:lnTo>
                      <a:pt x="8" y="14"/>
                    </a:lnTo>
                    <a:lnTo>
                      <a:pt x="0" y="7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6" name="Google Shape;636;p26"/>
              <p:cNvSpPr/>
              <p:nvPr/>
            </p:nvSpPr>
            <p:spPr>
              <a:xfrm>
                <a:off x="3663" y="3187"/>
                <a:ext cx="33" cy="56"/>
              </a:xfrm>
              <a:custGeom>
                <a:rect b="b" l="l" r="r" t="t"/>
                <a:pathLst>
                  <a:path extrusionOk="0" h="58" w="35">
                    <a:moveTo>
                      <a:pt x="8" y="0"/>
                    </a:moveTo>
                    <a:lnTo>
                      <a:pt x="14" y="15"/>
                    </a:lnTo>
                    <a:lnTo>
                      <a:pt x="21" y="27"/>
                    </a:lnTo>
                    <a:lnTo>
                      <a:pt x="35" y="54"/>
                    </a:lnTo>
                    <a:lnTo>
                      <a:pt x="27" y="58"/>
                    </a:lnTo>
                    <a:lnTo>
                      <a:pt x="13" y="31"/>
                    </a:lnTo>
                    <a:lnTo>
                      <a:pt x="6" y="19"/>
                    </a:lnTo>
                    <a:lnTo>
                      <a:pt x="0" y="4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7" name="Google Shape;637;p26"/>
              <p:cNvSpPr/>
              <p:nvPr/>
            </p:nvSpPr>
            <p:spPr>
              <a:xfrm>
                <a:off x="3673" y="3201"/>
                <a:ext cx="44" cy="49"/>
              </a:xfrm>
              <a:custGeom>
                <a:rect b="b" l="l" r="r" t="t"/>
                <a:pathLst>
                  <a:path extrusionOk="0" h="51" w="46">
                    <a:moveTo>
                      <a:pt x="6" y="0"/>
                    </a:moveTo>
                    <a:lnTo>
                      <a:pt x="18" y="10"/>
                    </a:lnTo>
                    <a:lnTo>
                      <a:pt x="28" y="20"/>
                    </a:lnTo>
                    <a:lnTo>
                      <a:pt x="36" y="32"/>
                    </a:lnTo>
                    <a:lnTo>
                      <a:pt x="46" y="47"/>
                    </a:lnTo>
                    <a:lnTo>
                      <a:pt x="38" y="51"/>
                    </a:lnTo>
                    <a:lnTo>
                      <a:pt x="29" y="38"/>
                    </a:lnTo>
                    <a:lnTo>
                      <a:pt x="21" y="26"/>
                    </a:lnTo>
                    <a:lnTo>
                      <a:pt x="12" y="17"/>
                    </a:lnTo>
                    <a:lnTo>
                      <a:pt x="0" y="7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8" name="Google Shape;638;p26"/>
              <p:cNvSpPr/>
              <p:nvPr/>
            </p:nvSpPr>
            <p:spPr>
              <a:xfrm>
                <a:off x="3698" y="3216"/>
                <a:ext cx="37" cy="41"/>
              </a:xfrm>
              <a:custGeom>
                <a:rect b="b" l="l" r="r" t="t"/>
                <a:pathLst>
                  <a:path extrusionOk="0" h="43" w="39">
                    <a:moveTo>
                      <a:pt x="7" y="0"/>
                    </a:moveTo>
                    <a:lnTo>
                      <a:pt x="14" y="9"/>
                    </a:lnTo>
                    <a:lnTo>
                      <a:pt x="22" y="17"/>
                    </a:lnTo>
                    <a:lnTo>
                      <a:pt x="29" y="25"/>
                    </a:lnTo>
                    <a:lnTo>
                      <a:pt x="39" y="39"/>
                    </a:lnTo>
                    <a:lnTo>
                      <a:pt x="31" y="43"/>
                    </a:lnTo>
                    <a:lnTo>
                      <a:pt x="22" y="31"/>
                    </a:lnTo>
                    <a:lnTo>
                      <a:pt x="15" y="23"/>
                    </a:lnTo>
                    <a:lnTo>
                      <a:pt x="7" y="15"/>
                    </a:lnTo>
                    <a:lnTo>
                      <a:pt x="0" y="6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39" name="Google Shape;639;p26"/>
              <p:cNvSpPr/>
              <p:nvPr/>
            </p:nvSpPr>
            <p:spPr>
              <a:xfrm>
                <a:off x="3720" y="3229"/>
                <a:ext cx="36" cy="41"/>
              </a:xfrm>
              <a:custGeom>
                <a:rect b="b" l="l" r="r" t="t"/>
                <a:pathLst>
                  <a:path extrusionOk="0" h="43" w="38">
                    <a:moveTo>
                      <a:pt x="7" y="0"/>
                    </a:moveTo>
                    <a:lnTo>
                      <a:pt x="14" y="9"/>
                    </a:lnTo>
                    <a:lnTo>
                      <a:pt x="21" y="17"/>
                    </a:lnTo>
                    <a:lnTo>
                      <a:pt x="29" y="25"/>
                    </a:lnTo>
                    <a:lnTo>
                      <a:pt x="38" y="39"/>
                    </a:lnTo>
                    <a:lnTo>
                      <a:pt x="30" y="43"/>
                    </a:lnTo>
                    <a:lnTo>
                      <a:pt x="22" y="31"/>
                    </a:lnTo>
                    <a:lnTo>
                      <a:pt x="14" y="23"/>
                    </a:lnTo>
                    <a:lnTo>
                      <a:pt x="7" y="15"/>
                    </a:lnTo>
                    <a:lnTo>
                      <a:pt x="0" y="6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40" name="Google Shape;640;p26"/>
              <p:cNvSpPr/>
              <p:nvPr/>
            </p:nvSpPr>
            <p:spPr>
              <a:xfrm>
                <a:off x="3736" y="3241"/>
                <a:ext cx="35" cy="36"/>
              </a:xfrm>
              <a:custGeom>
                <a:rect b="b" l="l" r="r" t="t"/>
                <a:pathLst>
                  <a:path extrusionOk="0" h="38" w="37">
                    <a:moveTo>
                      <a:pt x="7" y="0"/>
                    </a:moveTo>
                    <a:lnTo>
                      <a:pt x="14" y="8"/>
                    </a:lnTo>
                    <a:lnTo>
                      <a:pt x="21" y="14"/>
                    </a:lnTo>
                    <a:lnTo>
                      <a:pt x="29" y="20"/>
                    </a:lnTo>
                    <a:lnTo>
                      <a:pt x="37" y="32"/>
                    </a:lnTo>
                    <a:lnTo>
                      <a:pt x="30" y="38"/>
                    </a:lnTo>
                    <a:lnTo>
                      <a:pt x="22" y="26"/>
                    </a:lnTo>
                    <a:lnTo>
                      <a:pt x="15" y="21"/>
                    </a:lnTo>
                    <a:lnTo>
                      <a:pt x="8" y="15"/>
                    </a:lnTo>
                    <a:lnTo>
                      <a:pt x="0" y="6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41" name="Google Shape;641;p26"/>
              <p:cNvSpPr/>
              <p:nvPr/>
            </p:nvSpPr>
            <p:spPr>
              <a:xfrm>
                <a:off x="3760" y="3252"/>
                <a:ext cx="35" cy="36"/>
              </a:xfrm>
              <a:custGeom>
                <a:rect b="b" l="l" r="r" t="t"/>
                <a:pathLst>
                  <a:path extrusionOk="0" h="38" w="37">
                    <a:moveTo>
                      <a:pt x="7" y="0"/>
                    </a:moveTo>
                    <a:lnTo>
                      <a:pt x="14" y="8"/>
                    </a:lnTo>
                    <a:lnTo>
                      <a:pt x="21" y="13"/>
                    </a:lnTo>
                    <a:lnTo>
                      <a:pt x="29" y="20"/>
                    </a:lnTo>
                    <a:lnTo>
                      <a:pt x="37" y="32"/>
                    </a:lnTo>
                    <a:lnTo>
                      <a:pt x="30" y="38"/>
                    </a:lnTo>
                    <a:lnTo>
                      <a:pt x="22" y="26"/>
                    </a:lnTo>
                    <a:lnTo>
                      <a:pt x="15" y="20"/>
                    </a:lnTo>
                    <a:lnTo>
                      <a:pt x="8" y="15"/>
                    </a:lnTo>
                    <a:lnTo>
                      <a:pt x="0" y="6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642" name="Google Shape;642;p26"/>
            <p:cNvSpPr/>
            <p:nvPr/>
          </p:nvSpPr>
          <p:spPr>
            <a:xfrm>
              <a:off x="1510" y="1874"/>
              <a:ext cx="13" cy="17"/>
            </a:xfrm>
            <a:custGeom>
              <a:rect b="b" l="l" r="r" t="t"/>
              <a:pathLst>
                <a:path extrusionOk="0" h="19" w="15">
                  <a:moveTo>
                    <a:pt x="3" y="6"/>
                  </a:moveTo>
                  <a:lnTo>
                    <a:pt x="11" y="0"/>
                  </a:lnTo>
                  <a:lnTo>
                    <a:pt x="15" y="9"/>
                  </a:lnTo>
                  <a:lnTo>
                    <a:pt x="0" y="15"/>
                  </a:lnTo>
                  <a:lnTo>
                    <a:pt x="12" y="19"/>
                  </a:lnTo>
                  <a:lnTo>
                    <a:pt x="3" y="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3" name="Google Shape;643;p26"/>
            <p:cNvSpPr/>
            <p:nvPr/>
          </p:nvSpPr>
          <p:spPr>
            <a:xfrm>
              <a:off x="1955" y="2849"/>
              <a:ext cx="15" cy="10"/>
            </a:xfrm>
            <a:custGeom>
              <a:rect b="b" l="l" r="r" t="t"/>
              <a:pathLst>
                <a:path extrusionOk="0" h="12" w="17">
                  <a:moveTo>
                    <a:pt x="15" y="3"/>
                  </a:moveTo>
                  <a:lnTo>
                    <a:pt x="17" y="8"/>
                  </a:lnTo>
                  <a:lnTo>
                    <a:pt x="13" y="12"/>
                  </a:lnTo>
                  <a:lnTo>
                    <a:pt x="2" y="0"/>
                  </a:lnTo>
                  <a:lnTo>
                    <a:pt x="0" y="9"/>
                  </a:lnTo>
                  <a:lnTo>
                    <a:pt x="15" y="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4" name="Google Shape;644;p26"/>
            <p:cNvSpPr/>
            <p:nvPr/>
          </p:nvSpPr>
          <p:spPr>
            <a:xfrm>
              <a:off x="1115" y="3605"/>
              <a:ext cx="12" cy="17"/>
            </a:xfrm>
            <a:custGeom>
              <a:rect b="b" l="l" r="r" t="t"/>
              <a:pathLst>
                <a:path extrusionOk="0" h="19" w="14">
                  <a:moveTo>
                    <a:pt x="12" y="12"/>
                  </a:moveTo>
                  <a:lnTo>
                    <a:pt x="4" y="19"/>
                  </a:lnTo>
                  <a:lnTo>
                    <a:pt x="0" y="9"/>
                  </a:lnTo>
                  <a:lnTo>
                    <a:pt x="14" y="3"/>
                  </a:lnTo>
                  <a:lnTo>
                    <a:pt x="1" y="0"/>
                  </a:lnTo>
                  <a:lnTo>
                    <a:pt x="12" y="1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5" name="Google Shape;645;p26"/>
            <p:cNvSpPr/>
            <p:nvPr/>
          </p:nvSpPr>
          <p:spPr>
            <a:xfrm>
              <a:off x="669" y="2460"/>
              <a:ext cx="14" cy="11"/>
            </a:xfrm>
            <a:custGeom>
              <a:rect b="b" l="l" r="r" t="t"/>
              <a:pathLst>
                <a:path extrusionOk="0" h="13" w="16">
                  <a:moveTo>
                    <a:pt x="2" y="9"/>
                  </a:moveTo>
                  <a:lnTo>
                    <a:pt x="0" y="3"/>
                  </a:lnTo>
                  <a:lnTo>
                    <a:pt x="4" y="0"/>
                  </a:lnTo>
                  <a:lnTo>
                    <a:pt x="13" y="13"/>
                  </a:lnTo>
                  <a:lnTo>
                    <a:pt x="16" y="3"/>
                  </a:lnTo>
                  <a:lnTo>
                    <a:pt x="2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646" name="Google Shape;646;p26"/>
            <p:cNvGrpSpPr/>
            <p:nvPr/>
          </p:nvGrpSpPr>
          <p:grpSpPr>
            <a:xfrm>
              <a:off x="671" y="1880"/>
              <a:ext cx="1297" cy="1735"/>
              <a:chOff x="671" y="1880"/>
              <a:chExt cx="1297" cy="1735"/>
            </a:xfrm>
          </p:grpSpPr>
          <p:sp>
            <p:nvSpPr>
              <p:cNvPr id="647" name="Google Shape;647;p26"/>
              <p:cNvSpPr/>
              <p:nvPr/>
            </p:nvSpPr>
            <p:spPr>
              <a:xfrm>
                <a:off x="673" y="1880"/>
                <a:ext cx="847" cy="591"/>
              </a:xfrm>
              <a:custGeom>
                <a:rect b="b" l="l" r="r" t="t"/>
                <a:pathLst>
                  <a:path extrusionOk="0" h="593" w="849">
                    <a:moveTo>
                      <a:pt x="0" y="580"/>
                    </a:moveTo>
                    <a:lnTo>
                      <a:pt x="9" y="593"/>
                    </a:lnTo>
                    <a:lnTo>
                      <a:pt x="429" y="303"/>
                    </a:lnTo>
                    <a:lnTo>
                      <a:pt x="849" y="13"/>
                    </a:lnTo>
                    <a:lnTo>
                      <a:pt x="840" y="0"/>
                    </a:lnTo>
                    <a:lnTo>
                      <a:pt x="420" y="290"/>
                    </a:lnTo>
                    <a:lnTo>
                      <a:pt x="0" y="5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48" name="Google Shape;648;p26"/>
              <p:cNvSpPr/>
              <p:nvPr/>
            </p:nvSpPr>
            <p:spPr>
              <a:xfrm>
                <a:off x="1510" y="1883"/>
                <a:ext cx="458" cy="973"/>
              </a:xfrm>
              <a:custGeom>
                <a:rect b="b" l="l" r="r" t="t"/>
                <a:pathLst>
                  <a:path extrusionOk="0" h="975" w="460">
                    <a:moveTo>
                      <a:pt x="15" y="0"/>
                    </a:moveTo>
                    <a:lnTo>
                      <a:pt x="0" y="6"/>
                    </a:lnTo>
                    <a:lnTo>
                      <a:pt x="222" y="490"/>
                    </a:lnTo>
                    <a:lnTo>
                      <a:pt x="445" y="975"/>
                    </a:lnTo>
                    <a:lnTo>
                      <a:pt x="460" y="969"/>
                    </a:lnTo>
                    <a:lnTo>
                      <a:pt x="237" y="484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49" name="Google Shape;649;p26"/>
              <p:cNvSpPr/>
              <p:nvPr/>
            </p:nvSpPr>
            <p:spPr>
              <a:xfrm>
                <a:off x="1116" y="2849"/>
                <a:ext cx="850" cy="766"/>
              </a:xfrm>
              <a:custGeom>
                <a:rect b="b" l="l" r="r" t="t"/>
                <a:pathLst>
                  <a:path extrusionOk="0" h="768" w="852">
                    <a:moveTo>
                      <a:pt x="852" y="12"/>
                    </a:moveTo>
                    <a:lnTo>
                      <a:pt x="841" y="0"/>
                    </a:lnTo>
                    <a:lnTo>
                      <a:pt x="420" y="378"/>
                    </a:lnTo>
                    <a:lnTo>
                      <a:pt x="0" y="756"/>
                    </a:lnTo>
                    <a:lnTo>
                      <a:pt x="11" y="768"/>
                    </a:lnTo>
                    <a:lnTo>
                      <a:pt x="431" y="390"/>
                    </a:lnTo>
                    <a:lnTo>
                      <a:pt x="852" y="1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0" name="Google Shape;650;p26"/>
              <p:cNvSpPr/>
              <p:nvPr/>
            </p:nvSpPr>
            <p:spPr>
              <a:xfrm>
                <a:off x="671" y="2463"/>
                <a:ext cx="456" cy="1149"/>
              </a:xfrm>
              <a:custGeom>
                <a:rect b="b" l="l" r="r" t="t"/>
                <a:pathLst>
                  <a:path extrusionOk="0" h="1151" w="458">
                    <a:moveTo>
                      <a:pt x="444" y="1151"/>
                    </a:moveTo>
                    <a:lnTo>
                      <a:pt x="458" y="1145"/>
                    </a:lnTo>
                    <a:lnTo>
                      <a:pt x="236" y="573"/>
                    </a:lnTo>
                    <a:lnTo>
                      <a:pt x="14" y="0"/>
                    </a:lnTo>
                    <a:lnTo>
                      <a:pt x="0" y="6"/>
                    </a:lnTo>
                    <a:lnTo>
                      <a:pt x="222" y="579"/>
                    </a:lnTo>
                    <a:lnTo>
                      <a:pt x="444" y="115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1" name="Google Shape;651;p26"/>
              <p:cNvSpPr/>
              <p:nvPr/>
            </p:nvSpPr>
            <p:spPr>
              <a:xfrm>
                <a:off x="1375" y="2713"/>
                <a:ext cx="24" cy="64"/>
              </a:xfrm>
              <a:custGeom>
                <a:rect b="b" l="l" r="r" t="t"/>
                <a:pathLst>
                  <a:path extrusionOk="0" h="66" w="26">
                    <a:moveTo>
                      <a:pt x="4" y="66"/>
                    </a:moveTo>
                    <a:lnTo>
                      <a:pt x="0" y="45"/>
                    </a:lnTo>
                    <a:lnTo>
                      <a:pt x="1" y="24"/>
                    </a:lnTo>
                    <a:lnTo>
                      <a:pt x="7" y="9"/>
                    </a:lnTo>
                    <a:lnTo>
                      <a:pt x="12" y="3"/>
                    </a:lnTo>
                    <a:lnTo>
                      <a:pt x="18" y="0"/>
                    </a:lnTo>
                    <a:lnTo>
                      <a:pt x="26" y="14"/>
                    </a:lnTo>
                    <a:lnTo>
                      <a:pt x="21" y="16"/>
                    </a:lnTo>
                    <a:lnTo>
                      <a:pt x="20" y="18"/>
                    </a:lnTo>
                    <a:lnTo>
                      <a:pt x="16" y="28"/>
                    </a:lnTo>
                    <a:lnTo>
                      <a:pt x="15" y="43"/>
                    </a:lnTo>
                    <a:lnTo>
                      <a:pt x="19" y="63"/>
                    </a:lnTo>
                    <a:lnTo>
                      <a:pt x="4" y="6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2" name="Google Shape;652;p26"/>
              <p:cNvSpPr/>
              <p:nvPr/>
            </p:nvSpPr>
            <p:spPr>
              <a:xfrm>
                <a:off x="1397" y="2712"/>
                <a:ext cx="41" cy="54"/>
              </a:xfrm>
              <a:custGeom>
                <a:rect b="b" l="l" r="r" t="t"/>
                <a:pathLst>
                  <a:path extrusionOk="0" h="56" w="43">
                    <a:moveTo>
                      <a:pt x="0" y="0"/>
                    </a:moveTo>
                    <a:lnTo>
                      <a:pt x="6" y="0"/>
                    </a:lnTo>
                    <a:lnTo>
                      <a:pt x="14" y="3"/>
                    </a:lnTo>
                    <a:lnTo>
                      <a:pt x="26" y="13"/>
                    </a:lnTo>
                    <a:lnTo>
                      <a:pt x="36" y="29"/>
                    </a:lnTo>
                    <a:lnTo>
                      <a:pt x="43" y="50"/>
                    </a:lnTo>
                    <a:lnTo>
                      <a:pt x="28" y="56"/>
                    </a:lnTo>
                    <a:lnTo>
                      <a:pt x="22" y="38"/>
                    </a:lnTo>
                    <a:lnTo>
                      <a:pt x="14" y="24"/>
                    </a:lnTo>
                    <a:lnTo>
                      <a:pt x="5" y="16"/>
                    </a:lnTo>
                    <a:lnTo>
                      <a:pt x="4" y="16"/>
                    </a:lnTo>
                    <a:lnTo>
                      <a:pt x="0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3" name="Google Shape;653;p26"/>
              <p:cNvSpPr/>
              <p:nvPr/>
            </p:nvSpPr>
            <p:spPr>
              <a:xfrm>
                <a:off x="1393" y="2712"/>
                <a:ext cx="6" cy="14"/>
              </a:xfrm>
              <a:custGeom>
                <a:rect b="b" l="l" r="r" t="t"/>
                <a:pathLst>
                  <a:path extrusionOk="0" h="16" w="8">
                    <a:moveTo>
                      <a:pt x="0" y="1"/>
                    </a:moveTo>
                    <a:lnTo>
                      <a:pt x="2" y="0"/>
                    </a:lnTo>
                    <a:lnTo>
                      <a:pt x="4" y="0"/>
                    </a:lnTo>
                    <a:lnTo>
                      <a:pt x="4" y="16"/>
                    </a:lnTo>
                    <a:lnTo>
                      <a:pt x="8" y="1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4" name="Google Shape;654;p26"/>
              <p:cNvSpPr/>
              <p:nvPr/>
            </p:nvSpPr>
            <p:spPr>
              <a:xfrm>
                <a:off x="1420" y="2764"/>
                <a:ext cx="23" cy="62"/>
              </a:xfrm>
              <a:custGeom>
                <a:rect b="b" l="l" r="r" t="t"/>
                <a:pathLst>
                  <a:path extrusionOk="0" h="64" w="25">
                    <a:moveTo>
                      <a:pt x="21" y="0"/>
                    </a:moveTo>
                    <a:lnTo>
                      <a:pt x="25" y="21"/>
                    </a:lnTo>
                    <a:lnTo>
                      <a:pt x="24" y="39"/>
                    </a:lnTo>
                    <a:lnTo>
                      <a:pt x="19" y="55"/>
                    </a:lnTo>
                    <a:lnTo>
                      <a:pt x="12" y="62"/>
                    </a:lnTo>
                    <a:lnTo>
                      <a:pt x="8" y="64"/>
                    </a:lnTo>
                    <a:lnTo>
                      <a:pt x="0" y="50"/>
                    </a:lnTo>
                    <a:lnTo>
                      <a:pt x="3" y="49"/>
                    </a:lnTo>
                    <a:lnTo>
                      <a:pt x="5" y="47"/>
                    </a:lnTo>
                    <a:lnTo>
                      <a:pt x="8" y="37"/>
                    </a:lnTo>
                    <a:lnTo>
                      <a:pt x="9" y="22"/>
                    </a:lnTo>
                    <a:lnTo>
                      <a:pt x="5" y="2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5" name="Google Shape;655;p26"/>
              <p:cNvSpPr/>
              <p:nvPr/>
            </p:nvSpPr>
            <p:spPr>
              <a:xfrm>
                <a:off x="1425" y="2762"/>
                <a:ext cx="14" cy="4"/>
              </a:xfrm>
              <a:custGeom>
                <a:rect b="b" l="l" r="r" t="t"/>
                <a:pathLst>
                  <a:path extrusionOk="0" h="6" w="16">
                    <a:moveTo>
                      <a:pt x="15" y="0"/>
                    </a:moveTo>
                    <a:lnTo>
                      <a:pt x="16" y="3"/>
                    </a:lnTo>
                    <a:lnTo>
                      <a:pt x="16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6" name="Google Shape;656;p26"/>
              <p:cNvSpPr/>
              <p:nvPr/>
            </p:nvSpPr>
            <p:spPr>
              <a:xfrm>
                <a:off x="1379" y="2775"/>
                <a:ext cx="44" cy="53"/>
              </a:xfrm>
              <a:custGeom>
                <a:rect b="b" l="l" r="r" t="t"/>
                <a:pathLst>
                  <a:path extrusionOk="0" h="55" w="46">
                    <a:moveTo>
                      <a:pt x="46" y="54"/>
                    </a:moveTo>
                    <a:lnTo>
                      <a:pt x="38" y="55"/>
                    </a:lnTo>
                    <a:lnTo>
                      <a:pt x="29" y="52"/>
                    </a:lnTo>
                    <a:lnTo>
                      <a:pt x="18" y="42"/>
                    </a:lnTo>
                    <a:lnTo>
                      <a:pt x="8" y="25"/>
                    </a:lnTo>
                    <a:lnTo>
                      <a:pt x="0" y="5"/>
                    </a:lnTo>
                    <a:lnTo>
                      <a:pt x="15" y="0"/>
                    </a:lnTo>
                    <a:lnTo>
                      <a:pt x="22" y="18"/>
                    </a:lnTo>
                    <a:lnTo>
                      <a:pt x="30" y="31"/>
                    </a:lnTo>
                    <a:lnTo>
                      <a:pt x="38" y="39"/>
                    </a:lnTo>
                    <a:lnTo>
                      <a:pt x="41" y="40"/>
                    </a:lnTo>
                    <a:lnTo>
                      <a:pt x="44" y="39"/>
                    </a:lnTo>
                    <a:lnTo>
                      <a:pt x="46" y="5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7" name="Google Shape;657;p26"/>
              <p:cNvSpPr/>
              <p:nvPr/>
            </p:nvSpPr>
            <p:spPr>
              <a:xfrm>
                <a:off x="1420" y="2814"/>
                <a:ext cx="6" cy="13"/>
              </a:xfrm>
              <a:custGeom>
                <a:rect b="b" l="l" r="r" t="t"/>
                <a:pathLst>
                  <a:path extrusionOk="0" h="15" w="8">
                    <a:moveTo>
                      <a:pt x="8" y="14"/>
                    </a:moveTo>
                    <a:lnTo>
                      <a:pt x="6" y="15"/>
                    </a:lnTo>
                    <a:lnTo>
                      <a:pt x="5" y="15"/>
                    </a:lnTo>
                    <a:lnTo>
                      <a:pt x="3" y="0"/>
                    </a:lnTo>
                    <a:lnTo>
                      <a:pt x="0" y="0"/>
                    </a:lnTo>
                    <a:lnTo>
                      <a:pt x="8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58" name="Google Shape;658;p26"/>
              <p:cNvSpPr/>
              <p:nvPr/>
            </p:nvSpPr>
            <p:spPr>
              <a:xfrm>
                <a:off x="1379" y="2775"/>
                <a:ext cx="13" cy="3"/>
              </a:xfrm>
              <a:custGeom>
                <a:rect b="b" l="l" r="r" t="t"/>
                <a:pathLst>
                  <a:path extrusionOk="0" h="5" w="15">
                    <a:moveTo>
                      <a:pt x="0" y="5"/>
                    </a:moveTo>
                    <a:lnTo>
                      <a:pt x="0" y="4"/>
                    </a:lnTo>
                    <a:lnTo>
                      <a:pt x="15" y="1"/>
                    </a:lnTo>
                    <a:lnTo>
                      <a:pt x="15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659" name="Google Shape;659;p26"/>
            <p:cNvSpPr/>
            <p:nvPr/>
          </p:nvSpPr>
          <p:spPr>
            <a:xfrm>
              <a:off x="1403" y="2756"/>
              <a:ext cx="1427" cy="362"/>
            </a:xfrm>
            <a:custGeom>
              <a:rect b="b" l="l" r="r" t="t"/>
              <a:pathLst>
                <a:path extrusionOk="0" h="547" w="2136">
                  <a:moveTo>
                    <a:pt x="2129" y="547"/>
                  </a:moveTo>
                  <a:lnTo>
                    <a:pt x="2136" y="516"/>
                  </a:lnTo>
                  <a:lnTo>
                    <a:pt x="1603" y="387"/>
                  </a:lnTo>
                  <a:lnTo>
                    <a:pt x="1071" y="258"/>
                  </a:lnTo>
                  <a:lnTo>
                    <a:pt x="539" y="129"/>
                  </a:lnTo>
                  <a:lnTo>
                    <a:pt x="7" y="0"/>
                  </a:lnTo>
                  <a:lnTo>
                    <a:pt x="0" y="31"/>
                  </a:lnTo>
                  <a:lnTo>
                    <a:pt x="532" y="160"/>
                  </a:lnTo>
                  <a:lnTo>
                    <a:pt x="1064" y="289"/>
                  </a:lnTo>
                  <a:lnTo>
                    <a:pt x="1596" y="418"/>
                  </a:lnTo>
                  <a:lnTo>
                    <a:pt x="2129" y="547"/>
                  </a:lnTo>
                  <a:close/>
                </a:path>
              </a:pathLst>
            </a:custGeom>
            <a:solidFill>
              <a:srgbClr val="E20A1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0" name="Google Shape;660;p26"/>
            <p:cNvSpPr/>
            <p:nvPr/>
          </p:nvSpPr>
          <p:spPr>
            <a:xfrm>
              <a:off x="774" y="2602"/>
              <a:ext cx="577" cy="169"/>
            </a:xfrm>
            <a:custGeom>
              <a:rect b="b" l="l" r="r" t="t"/>
              <a:pathLst>
                <a:path extrusionOk="0" h="171" w="579">
                  <a:moveTo>
                    <a:pt x="572" y="171"/>
                  </a:moveTo>
                  <a:lnTo>
                    <a:pt x="579" y="139"/>
                  </a:lnTo>
                  <a:lnTo>
                    <a:pt x="7" y="0"/>
                  </a:lnTo>
                  <a:lnTo>
                    <a:pt x="0" y="31"/>
                  </a:lnTo>
                  <a:lnTo>
                    <a:pt x="572" y="171"/>
                  </a:lnTo>
                  <a:close/>
                </a:path>
              </a:pathLst>
            </a:custGeom>
            <a:solidFill>
              <a:srgbClr val="FEC4B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661" name="Google Shape;661;p26"/>
            <p:cNvGrpSpPr/>
            <p:nvPr/>
          </p:nvGrpSpPr>
          <p:grpSpPr>
            <a:xfrm>
              <a:off x="96" y="2435"/>
              <a:ext cx="574" cy="155"/>
              <a:chOff x="96" y="2435"/>
              <a:chExt cx="574" cy="155"/>
            </a:xfrm>
          </p:grpSpPr>
          <p:sp>
            <p:nvSpPr>
              <p:cNvPr id="662" name="Google Shape;662;p26"/>
              <p:cNvSpPr/>
              <p:nvPr/>
            </p:nvSpPr>
            <p:spPr>
              <a:xfrm>
                <a:off x="128" y="2443"/>
                <a:ext cx="542" cy="147"/>
              </a:xfrm>
              <a:custGeom>
                <a:rect b="b" l="l" r="r" t="t"/>
                <a:pathLst>
                  <a:path extrusionOk="0" h="260" w="951">
                    <a:moveTo>
                      <a:pt x="944" y="260"/>
                    </a:moveTo>
                    <a:lnTo>
                      <a:pt x="951" y="229"/>
                    </a:lnTo>
                    <a:lnTo>
                      <a:pt x="478" y="114"/>
                    </a:lnTo>
                    <a:lnTo>
                      <a:pt x="7" y="0"/>
                    </a:lnTo>
                    <a:lnTo>
                      <a:pt x="0" y="31"/>
                    </a:lnTo>
                    <a:lnTo>
                      <a:pt x="471" y="145"/>
                    </a:lnTo>
                    <a:lnTo>
                      <a:pt x="944" y="260"/>
                    </a:lnTo>
                    <a:close/>
                  </a:path>
                </a:pathLst>
              </a:custGeom>
              <a:solidFill>
                <a:srgbClr val="E20A1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63" name="Google Shape;663;p26"/>
              <p:cNvSpPr/>
              <p:nvPr/>
            </p:nvSpPr>
            <p:spPr>
              <a:xfrm>
                <a:off x="117" y="2443"/>
                <a:ext cx="63" cy="48"/>
              </a:xfrm>
              <a:custGeom>
                <a:rect b="b" l="l" r="r" t="t"/>
                <a:pathLst>
                  <a:path extrusionOk="0" h="88" w="113">
                    <a:moveTo>
                      <a:pt x="95" y="88"/>
                    </a:moveTo>
                    <a:lnTo>
                      <a:pt x="113" y="62"/>
                    </a:lnTo>
                    <a:lnTo>
                      <a:pt x="18" y="0"/>
                    </a:lnTo>
                    <a:lnTo>
                      <a:pt x="0" y="26"/>
                    </a:lnTo>
                    <a:lnTo>
                      <a:pt x="95" y="88"/>
                    </a:lnTo>
                    <a:close/>
                  </a:path>
                </a:pathLst>
              </a:custGeom>
              <a:solidFill>
                <a:srgbClr val="E20A1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64" name="Google Shape;664;p26"/>
              <p:cNvSpPr/>
              <p:nvPr/>
            </p:nvSpPr>
            <p:spPr>
              <a:xfrm>
                <a:off x="122" y="2435"/>
                <a:ext cx="64" cy="22"/>
              </a:xfrm>
              <a:custGeom>
                <a:rect b="b" l="l" r="r" t="t"/>
                <a:pathLst>
                  <a:path extrusionOk="0" h="43" w="115">
                    <a:moveTo>
                      <a:pt x="0" y="11"/>
                    </a:moveTo>
                    <a:lnTo>
                      <a:pt x="2" y="43"/>
                    </a:lnTo>
                    <a:lnTo>
                      <a:pt x="115" y="32"/>
                    </a:lnTo>
                    <a:lnTo>
                      <a:pt x="113" y="0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E20A1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65" name="Google Shape;665;p26"/>
              <p:cNvSpPr/>
              <p:nvPr/>
            </p:nvSpPr>
            <p:spPr>
              <a:xfrm>
                <a:off x="96" y="2441"/>
                <a:ext cx="30" cy="16"/>
              </a:xfrm>
              <a:custGeom>
                <a:rect b="b" l="l" r="r" t="t"/>
                <a:pathLst>
                  <a:path extrusionOk="0" h="32" w="56">
                    <a:moveTo>
                      <a:pt x="38" y="29"/>
                    </a:moveTo>
                    <a:lnTo>
                      <a:pt x="0" y="4"/>
                    </a:lnTo>
                    <a:lnTo>
                      <a:pt x="46" y="0"/>
                    </a:lnTo>
                    <a:lnTo>
                      <a:pt x="48" y="32"/>
                    </a:lnTo>
                    <a:lnTo>
                      <a:pt x="56" y="3"/>
                    </a:lnTo>
                    <a:lnTo>
                      <a:pt x="38" y="29"/>
                    </a:lnTo>
                    <a:close/>
                  </a:path>
                </a:pathLst>
              </a:custGeom>
              <a:solidFill>
                <a:srgbClr val="E20A1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66" name="Google Shape;666;p26"/>
              <p:cNvSpPr/>
              <p:nvPr/>
            </p:nvSpPr>
            <p:spPr>
              <a:xfrm>
                <a:off x="178" y="2435"/>
                <a:ext cx="16" cy="16"/>
              </a:xfrm>
              <a:prstGeom prst="ellipse">
                <a:avLst/>
              </a:prstGeom>
              <a:solidFill>
                <a:srgbClr val="E20A1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667" name="Google Shape;667;p26"/>
              <p:cNvSpPr/>
              <p:nvPr/>
            </p:nvSpPr>
            <p:spPr>
              <a:xfrm>
                <a:off x="168" y="2477"/>
                <a:ext cx="16" cy="16"/>
              </a:xfrm>
              <a:prstGeom prst="ellipse">
                <a:avLst/>
              </a:prstGeom>
              <a:solidFill>
                <a:srgbClr val="E20A1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800" u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668" name="Google Shape;668;p26"/>
            <p:cNvCxnSpPr/>
            <p:nvPr/>
          </p:nvCxnSpPr>
          <p:spPr>
            <a:xfrm rot="10800000">
              <a:off x="2878" y="3118"/>
              <a:ext cx="644" cy="164"/>
            </a:xfrm>
            <a:prstGeom prst="straightConnector1">
              <a:avLst/>
            </a:prstGeom>
            <a:noFill/>
            <a:ln cap="sq" cmpd="sng" w="76300">
              <a:solidFill>
                <a:srgbClr val="CC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27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76" name="Google Shape;676;p27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/>
          </a:p>
        </p:txBody>
      </p:sp>
      <p:sp>
        <p:nvSpPr>
          <p:cNvPr id="677" name="Google Shape;677;p27"/>
          <p:cNvSpPr txBox="1"/>
          <p:nvPr/>
        </p:nvSpPr>
        <p:spPr>
          <a:xfrm>
            <a:off x="381000" y="13716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Casting Basics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and Ray Generation</a:t>
            </a:r>
            <a:endParaRPr b="0" i="0" sz="32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Object Intersection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Sphere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Triangle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Quadric Surface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Recursive Ray Tracing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Mirror Reflection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Refraction</a:t>
            </a:r>
            <a:endParaRPr/>
          </a:p>
        </p:txBody>
      </p:sp>
      <p:sp>
        <p:nvSpPr>
          <p:cNvPr id="678" name="Google Shape;678;p27"/>
          <p:cNvSpPr/>
          <p:nvPr/>
        </p:nvSpPr>
        <p:spPr>
          <a:xfrm>
            <a:off x="7745412" y="5929312"/>
            <a:ext cx="6350" cy="1587"/>
          </a:xfrm>
          <a:custGeom>
            <a:rect b="b" l="l" r="r" t="t"/>
            <a:pathLst>
              <a:path extrusionOk="0" h="1587" w="4">
                <a:moveTo>
                  <a:pt x="4" y="0"/>
                </a:move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7594600" y="5911850"/>
            <a:ext cx="7937" cy="1587"/>
          </a:xfrm>
          <a:custGeom>
            <a:rect b="b" l="l" r="r" t="t"/>
            <a:pathLst>
              <a:path extrusionOk="0" h="1588" w="5">
                <a:moveTo>
                  <a:pt x="0" y="0"/>
                </a:move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0" name="Google Shape;6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0612" y="3821112"/>
            <a:ext cx="2744787" cy="1208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990600"/>
            <a:ext cx="274320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2200" y="2362200"/>
            <a:ext cx="27432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5095875"/>
            <a:ext cx="2743200" cy="1152525"/>
          </a:xfrm>
          <a:prstGeom prst="rect">
            <a:avLst/>
          </a:prstGeom>
          <a:noFill/>
          <a:ln cap="sq" cmpd="sng" w="3815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8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91" name="Google Shape;691;p28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Ray-Sphere Intersection</a:t>
            </a:r>
            <a:endParaRPr/>
          </a:p>
        </p:txBody>
      </p:sp>
      <p:sp>
        <p:nvSpPr>
          <p:cNvPr id="692" name="Google Shape;692;p28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Sphere Representation : Implicit sphere equation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Assume centered at origin (easy to translate)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H(P) = P·P - r</a:t>
            </a:r>
            <a:r>
              <a:rPr b="0" baseline="30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0</a:t>
            </a:r>
            <a:endParaRPr/>
          </a:p>
        </p:txBody>
      </p:sp>
      <p:pic>
        <p:nvPicPr>
          <p:cNvPr id="693" name="Google Shape;69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3938587"/>
            <a:ext cx="57150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28"/>
          <p:cNvSpPr txBox="1"/>
          <p:nvPr/>
        </p:nvSpPr>
        <p:spPr>
          <a:xfrm>
            <a:off x="4495800" y="5181600"/>
            <a:ext cx="6096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695" name="Google Shape;695;p28"/>
          <p:cNvSpPr txBox="1"/>
          <p:nvPr/>
        </p:nvSpPr>
        <p:spPr>
          <a:xfrm>
            <a:off x="6705600" y="5181600"/>
            <a:ext cx="6096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29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pic>
        <p:nvPicPr>
          <p:cNvPr id="703" name="Google Shape;70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3938587"/>
            <a:ext cx="57150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29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Ray-Sphere Intersection</a:t>
            </a:r>
            <a:endParaRPr/>
          </a:p>
        </p:txBody>
      </p:sp>
      <p:sp>
        <p:nvSpPr>
          <p:cNvPr id="705" name="Google Shape;705;p29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 explicit equation of ray into </a:t>
            </a:r>
            <a:b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implicit equation of sphere &amp; solve for t </a:t>
            </a:r>
            <a:endParaRPr/>
          </a:p>
          <a:p>
            <a:pPr indent="-339725" lvl="0" marL="339725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P(t) = R</a:t>
            </a:r>
            <a:r>
              <a:rPr b="0" baseline="-2500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t*R</a:t>
            </a:r>
            <a:r>
              <a:rPr b="0" baseline="-2500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H(P) = </a:t>
            </a:r>
            <a:r>
              <a:rPr b="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r>
              <a:rPr b="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r</a:t>
            </a:r>
            <a:r>
              <a:rPr b="0" baseline="30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0	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      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tR</a:t>
            </a:r>
            <a:r>
              <a:rPr b="0" baseline="-2500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· (</a:t>
            </a:r>
            <a:r>
              <a:rPr b="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tR</a:t>
            </a:r>
            <a:r>
              <a:rPr b="0" baseline="-2500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0" baseline="30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r</a:t>
            </a:r>
            <a:r>
              <a:rPr b="0" baseline="30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0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  </a:t>
            </a:r>
            <a:r>
              <a:rPr b="0" baseline="-25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</a:t>
            </a:r>
            <a:r>
              <a:rPr b="0" baseline="-25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·R</a:t>
            </a:r>
            <a:r>
              <a:rPr b="0" baseline="-25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0" baseline="30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+ 2R</a:t>
            </a:r>
            <a:r>
              <a:rPr b="0" baseline="-25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·R</a:t>
            </a:r>
            <a:r>
              <a:rPr b="0" baseline="-25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+ R</a:t>
            </a:r>
            <a:r>
              <a:rPr b="0" baseline="-25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·R</a:t>
            </a:r>
            <a:r>
              <a:rPr b="0" baseline="-25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r</a:t>
            </a:r>
            <a:r>
              <a:rPr b="0" baseline="30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 0		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</a:t>
            </a:r>
            <a:endParaRPr/>
          </a:p>
        </p:txBody>
      </p:sp>
      <p:sp>
        <p:nvSpPr>
          <p:cNvPr id="706" name="Google Shape;706;p29"/>
          <p:cNvSpPr txBox="1"/>
          <p:nvPr/>
        </p:nvSpPr>
        <p:spPr>
          <a:xfrm>
            <a:off x="4495800" y="5181600"/>
            <a:ext cx="6096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707" name="Google Shape;707;p29"/>
          <p:cNvSpPr txBox="1"/>
          <p:nvPr/>
        </p:nvSpPr>
        <p:spPr>
          <a:xfrm>
            <a:off x="6705600" y="5181600"/>
            <a:ext cx="60960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0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15" name="Google Shape;715;p30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Ray-Sphere Intersection</a:t>
            </a:r>
            <a:endParaRPr/>
          </a:p>
        </p:txBody>
      </p:sp>
      <p:sp>
        <p:nvSpPr>
          <p:cNvPr id="716" name="Google Shape;716;p30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Quadratic: at</a:t>
            </a:r>
            <a:r>
              <a:rPr b="0" baseline="30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bt + c = 0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1  (remember, ||R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|| = 1)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= 2R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·R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= R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·R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r</a:t>
            </a:r>
            <a:r>
              <a:rPr b="0" baseline="30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0" baseline="3000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discriminant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solutions</a:t>
            </a:r>
            <a:endParaRPr/>
          </a:p>
        </p:txBody>
      </p:sp>
      <p:pic>
        <p:nvPicPr>
          <p:cNvPr id="717" name="Google Shape;71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2400" y="3276600"/>
            <a:ext cx="2971800" cy="1023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8" name="Google Shape;71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0" y="4419600"/>
            <a:ext cx="2438400" cy="111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31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26" name="Google Shape;726;p31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Ray-Sphere Intersection</a:t>
            </a:r>
            <a:endParaRPr/>
          </a:p>
        </p:txBody>
      </p:sp>
      <p:sp>
        <p:nvSpPr>
          <p:cNvPr id="727" name="Google Shape;727;p31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cases, depending on the sign of  b</a:t>
            </a:r>
            <a:r>
              <a:rPr b="0" baseline="30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4ac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do these cases correspond to?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root (t+ or t-) should you choose?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Closest positive! (usually t-)</a:t>
            </a:r>
            <a:endParaRPr/>
          </a:p>
        </p:txBody>
      </p:sp>
      <p:pic>
        <p:nvPicPr>
          <p:cNvPr id="728" name="Google Shape;72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3938587"/>
            <a:ext cx="571500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32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36" name="Google Shape;736;p32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Ray-Sphere Intersection</a:t>
            </a:r>
            <a:endParaRPr/>
          </a:p>
        </p:txBody>
      </p:sp>
      <p:sp>
        <p:nvSpPr>
          <p:cNvPr id="737" name="Google Shape;737;p32"/>
          <p:cNvSpPr txBox="1"/>
          <p:nvPr/>
        </p:nvSpPr>
        <p:spPr>
          <a:xfrm>
            <a:off x="381000" y="1066800"/>
            <a:ext cx="42291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It's so easy </a:t>
            </a:r>
            <a:b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all </a:t>
            </a:r>
            <a:b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ray-tracing </a:t>
            </a:r>
            <a:b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 </a:t>
            </a:r>
            <a:b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have </a:t>
            </a:r>
            <a:b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spheres!</a:t>
            </a:r>
            <a:endParaRPr/>
          </a:p>
        </p:txBody>
      </p:sp>
      <p:pic>
        <p:nvPicPr>
          <p:cNvPr id="738" name="Google Shape;738;p32"/>
          <p:cNvPicPr preferRelativeResize="0"/>
          <p:nvPr/>
        </p:nvPicPr>
        <p:blipFill rotWithShape="1">
          <a:blip r:embed="rId3">
            <a:alphaModFix/>
          </a:blip>
          <a:srcRect b="0" l="0" r="0" t="14289"/>
          <a:stretch/>
        </p:blipFill>
        <p:spPr>
          <a:xfrm>
            <a:off x="2362200" y="2884487"/>
            <a:ext cx="5943600" cy="3821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9" name="Google Shape;739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76600" y="990600"/>
            <a:ext cx="4229100" cy="1776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3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47" name="Google Shape;747;p33"/>
          <p:cNvSpPr/>
          <p:nvPr/>
        </p:nvSpPr>
        <p:spPr>
          <a:xfrm>
            <a:off x="5257800" y="4648200"/>
            <a:ext cx="2057400" cy="2057400"/>
          </a:xfrm>
          <a:prstGeom prst="ellipse">
            <a:avLst/>
          </a:prstGeom>
          <a:solidFill>
            <a:srgbClr val="FFFF99"/>
          </a:solidFill>
          <a:ln cap="sq" cmpd="sng" w="381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8" name="Google Shape;748;p33"/>
          <p:cNvSpPr/>
          <p:nvPr/>
        </p:nvSpPr>
        <p:spPr>
          <a:xfrm>
            <a:off x="2895600" y="4343400"/>
            <a:ext cx="1905000" cy="1905000"/>
          </a:xfrm>
          <a:prstGeom prst="ellipse">
            <a:avLst/>
          </a:prstGeom>
          <a:solidFill>
            <a:srgbClr val="FFFF99"/>
          </a:solidFill>
          <a:ln cap="sq" cmpd="sng" w="381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9" name="Google Shape;749;p33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Geometric Ray-Sphere Intersection</a:t>
            </a:r>
            <a:endParaRPr/>
          </a:p>
        </p:txBody>
      </p:sp>
      <p:sp>
        <p:nvSpPr>
          <p:cNvPr id="750" name="Google Shape;750;p33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Shortcut / easy reject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geometric information is important?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origin inside/outside sphere?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Closest point to ray from sphere origin?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direction: pointing away from sphere?</a:t>
            </a:r>
            <a:endParaRPr/>
          </a:p>
        </p:txBody>
      </p:sp>
      <p:pic>
        <p:nvPicPr>
          <p:cNvPr id="751" name="Google Shape;75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600000">
            <a:off x="6424612" y="5191125"/>
            <a:ext cx="660400" cy="622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2" name="Google Shape;752;p33"/>
          <p:cNvCxnSpPr/>
          <p:nvPr/>
        </p:nvCxnSpPr>
        <p:spPr>
          <a:xfrm flipH="1">
            <a:off x="5516562" y="5603875"/>
            <a:ext cx="1033462" cy="111125"/>
          </a:xfrm>
          <a:prstGeom prst="straightConnector1">
            <a:avLst/>
          </a:prstGeom>
          <a:noFill/>
          <a:ln cap="sq" cmpd="sng" w="76300">
            <a:solidFill>
              <a:srgbClr val="CC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753" name="Google Shape;753;p33"/>
          <p:cNvCxnSpPr/>
          <p:nvPr/>
        </p:nvCxnSpPr>
        <p:spPr>
          <a:xfrm flipH="1">
            <a:off x="341312" y="5638800"/>
            <a:ext cx="6172200" cy="561975"/>
          </a:xfrm>
          <a:prstGeom prst="straightConnector1">
            <a:avLst/>
          </a:prstGeom>
          <a:noFill/>
          <a:ln cap="sq" cmpd="sng" w="12600">
            <a:solidFill>
              <a:srgbClr val="CC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54" name="Google Shape;754;p33"/>
          <p:cNvSpPr/>
          <p:nvPr/>
        </p:nvSpPr>
        <p:spPr>
          <a:xfrm>
            <a:off x="152400" y="4267200"/>
            <a:ext cx="1676400" cy="1676400"/>
          </a:xfrm>
          <a:prstGeom prst="ellipse">
            <a:avLst/>
          </a:prstGeom>
          <a:solidFill>
            <a:srgbClr val="FFFF99"/>
          </a:solidFill>
          <a:ln cap="sq" cmpd="sng" w="381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5" name="Google Shape;755;p33"/>
          <p:cNvSpPr/>
          <p:nvPr/>
        </p:nvSpPr>
        <p:spPr>
          <a:xfrm>
            <a:off x="7620000" y="4343400"/>
            <a:ext cx="1295400" cy="1295400"/>
          </a:xfrm>
          <a:prstGeom prst="ellipse">
            <a:avLst/>
          </a:prstGeom>
          <a:solidFill>
            <a:srgbClr val="FFFF99"/>
          </a:solidFill>
          <a:ln cap="sq" cmpd="sng" w="381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56" name="Google Shape;756;p33"/>
          <p:cNvCxnSpPr/>
          <p:nvPr/>
        </p:nvCxnSpPr>
        <p:spPr>
          <a:xfrm flipH="1" rot="10800000">
            <a:off x="6610350" y="5407025"/>
            <a:ext cx="2381250" cy="215900"/>
          </a:xfrm>
          <a:prstGeom prst="straightConnector1">
            <a:avLst/>
          </a:prstGeom>
          <a:noFill/>
          <a:ln cap="sq" cmpd="sng" w="12600">
            <a:solidFill>
              <a:srgbClr val="CC0000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34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64" name="Google Shape;764;p34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Geometric Ray-Sphere Intersection</a:t>
            </a:r>
            <a:endParaRPr/>
          </a:p>
        </p:txBody>
      </p:sp>
      <p:sp>
        <p:nvSpPr>
          <p:cNvPr id="765" name="Google Shape;765;p34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9725" lvl="0" marL="3397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ray origin </a:t>
            </a:r>
            <a:r>
              <a:rPr b="1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inside/outside/on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sphere?</a:t>
            </a:r>
            <a:endParaRPr/>
          </a:p>
          <a:p>
            <a:pPr indent="-282575" lvl="1" marL="73977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·R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baseline="30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r</a:t>
            </a:r>
            <a:r>
              <a:rPr b="0" baseline="30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/ R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·R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baseline="30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&gt; r</a:t>
            </a:r>
            <a:r>
              <a:rPr b="0" baseline="30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/ R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·R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baseline="30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r</a:t>
            </a:r>
            <a:r>
              <a:rPr b="0" baseline="30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282575" lvl="1" marL="73977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origin on sphere, be careful about degeneracies…</a:t>
            </a:r>
            <a:endParaRPr/>
          </a:p>
        </p:txBody>
      </p:sp>
      <p:sp>
        <p:nvSpPr>
          <p:cNvPr id="766" name="Google Shape;766;p34"/>
          <p:cNvSpPr txBox="1"/>
          <p:nvPr/>
        </p:nvSpPr>
        <p:spPr>
          <a:xfrm>
            <a:off x="2133600" y="5791200"/>
            <a:ext cx="4267200" cy="1066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7" name="Google Shape;767;p34"/>
          <p:cNvSpPr/>
          <p:nvPr/>
        </p:nvSpPr>
        <p:spPr>
          <a:xfrm>
            <a:off x="1828800" y="3125787"/>
            <a:ext cx="2746375" cy="2746375"/>
          </a:xfrm>
          <a:prstGeom prst="ellipse">
            <a:avLst/>
          </a:prstGeom>
          <a:solidFill>
            <a:srgbClr val="FFFF99"/>
          </a:solidFill>
          <a:ln cap="sq" cmpd="sng" w="381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68" name="Google Shape;768;p34"/>
          <p:cNvCxnSpPr/>
          <p:nvPr/>
        </p:nvCxnSpPr>
        <p:spPr>
          <a:xfrm flipH="1">
            <a:off x="5559425" y="5148262"/>
            <a:ext cx="1033462" cy="111125"/>
          </a:xfrm>
          <a:prstGeom prst="straightConnector1">
            <a:avLst/>
          </a:prstGeom>
          <a:noFill/>
          <a:ln cap="sq" cmpd="sng" w="76300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69" name="Google Shape;769;p34"/>
          <p:cNvSpPr txBox="1"/>
          <p:nvPr/>
        </p:nvSpPr>
        <p:spPr>
          <a:xfrm>
            <a:off x="6096000" y="5106987"/>
            <a:ext cx="53975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/>
          </a:p>
        </p:txBody>
      </p:sp>
      <p:sp>
        <p:nvSpPr>
          <p:cNvPr id="770" name="Google Shape;770;p34"/>
          <p:cNvSpPr txBox="1"/>
          <p:nvPr/>
        </p:nvSpPr>
        <p:spPr>
          <a:xfrm>
            <a:off x="3962400" y="4724400"/>
            <a:ext cx="338137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771" name="Google Shape;771;p34"/>
          <p:cNvSpPr txBox="1"/>
          <p:nvPr/>
        </p:nvSpPr>
        <p:spPr>
          <a:xfrm>
            <a:off x="2816225" y="4192587"/>
            <a:ext cx="457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/>
          </a:p>
        </p:txBody>
      </p:sp>
      <p:cxnSp>
        <p:nvCxnSpPr>
          <p:cNvPr id="772" name="Google Shape;772;p34"/>
          <p:cNvCxnSpPr/>
          <p:nvPr/>
        </p:nvCxnSpPr>
        <p:spPr>
          <a:xfrm flipH="1">
            <a:off x="1292225" y="5030787"/>
            <a:ext cx="6254750" cy="685800"/>
          </a:xfrm>
          <a:prstGeom prst="straightConnector1">
            <a:avLst/>
          </a:prstGeom>
          <a:noFill/>
          <a:ln cap="sq" cmpd="sng" w="1260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73" name="Google Shape;773;p34"/>
          <p:cNvCxnSpPr/>
          <p:nvPr/>
        </p:nvCxnSpPr>
        <p:spPr>
          <a:xfrm>
            <a:off x="3200400" y="4497387"/>
            <a:ext cx="1058862" cy="854075"/>
          </a:xfrm>
          <a:prstGeom prst="straightConnector1">
            <a:avLst/>
          </a:prstGeom>
          <a:noFill/>
          <a:ln cap="sq" cmpd="sng" w="76300">
            <a:solidFill>
              <a:srgbClr val="CC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74" name="Google Shape;774;p34"/>
          <p:cNvCxnSpPr/>
          <p:nvPr/>
        </p:nvCxnSpPr>
        <p:spPr>
          <a:xfrm>
            <a:off x="3200400" y="4497387"/>
            <a:ext cx="3352800" cy="609600"/>
          </a:xfrm>
          <a:prstGeom prst="straightConnector1">
            <a:avLst/>
          </a:prstGeom>
          <a:noFill/>
          <a:ln cap="sq" cmpd="sng" w="76300">
            <a:solidFill>
              <a:srgbClr val="CC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775" name="Google Shape;77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40000">
            <a:off x="6469062" y="4751387"/>
            <a:ext cx="660400" cy="6223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34"/>
          <p:cNvSpPr txBox="1"/>
          <p:nvPr/>
        </p:nvSpPr>
        <p:spPr>
          <a:xfrm>
            <a:off x="5334000" y="5197475"/>
            <a:ext cx="550862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35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784" name="Google Shape;784;p35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Geometric Ray-Sphere Intersection</a:t>
            </a:r>
            <a:endParaRPr/>
          </a:p>
        </p:txBody>
      </p:sp>
      <p:sp>
        <p:nvSpPr>
          <p:cNvPr id="785" name="Google Shape;785;p35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9725" lvl="0" marL="3397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2B2B2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ray origin </a:t>
            </a:r>
            <a:r>
              <a:rPr b="1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inside/outside/on</a:t>
            </a:r>
            <a:r>
              <a:rPr b="0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sphere?</a:t>
            </a:r>
            <a:endParaRPr/>
          </a:p>
          <a:p>
            <a:pPr indent="-339725" lvl="0" marL="339725" marR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closest point to sphere center,  </a:t>
            </a:r>
            <a:r>
              <a:rPr b="1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baseline="-2500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- R</a:t>
            </a:r>
            <a:r>
              <a:rPr b="1" baseline="-2500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1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· R</a:t>
            </a:r>
            <a:r>
              <a:rPr b="1" baseline="-2500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  <a:p>
            <a:pPr indent="-282575" lvl="1" marL="73977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origin outside &amp; t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0  </a:t>
            </a:r>
            <a:r>
              <a:rPr b="1" i="0" lang="en-US" sz="2800" u="none" cap="none" strike="noStrike">
                <a:solidFill>
                  <a:srgbClr val="00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 no hit</a:t>
            </a:r>
            <a:endParaRPr/>
          </a:p>
        </p:txBody>
      </p:sp>
      <p:sp>
        <p:nvSpPr>
          <p:cNvPr id="786" name="Google Shape;786;p35"/>
          <p:cNvSpPr/>
          <p:nvPr/>
        </p:nvSpPr>
        <p:spPr>
          <a:xfrm>
            <a:off x="1828800" y="3125787"/>
            <a:ext cx="2746375" cy="2746375"/>
          </a:xfrm>
          <a:prstGeom prst="ellipse">
            <a:avLst/>
          </a:prstGeom>
          <a:solidFill>
            <a:srgbClr val="FFFF99"/>
          </a:solidFill>
          <a:ln cap="sq" cmpd="sng" w="381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87" name="Google Shape;787;p35"/>
          <p:cNvCxnSpPr/>
          <p:nvPr/>
        </p:nvCxnSpPr>
        <p:spPr>
          <a:xfrm>
            <a:off x="6592887" y="5151437"/>
            <a:ext cx="36512" cy="411162"/>
          </a:xfrm>
          <a:prstGeom prst="straightConnector1">
            <a:avLst/>
          </a:prstGeom>
          <a:noFill/>
          <a:ln cap="sq" cmpd="sng" w="12600">
            <a:solidFill>
              <a:srgbClr val="CC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88" name="Google Shape;788;p35"/>
          <p:cNvCxnSpPr/>
          <p:nvPr/>
        </p:nvCxnSpPr>
        <p:spPr>
          <a:xfrm flipH="1">
            <a:off x="5559425" y="5148262"/>
            <a:ext cx="1033462" cy="111125"/>
          </a:xfrm>
          <a:prstGeom prst="straightConnector1">
            <a:avLst/>
          </a:prstGeom>
          <a:noFill/>
          <a:ln cap="sq" cmpd="sng" w="76300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789" name="Google Shape;789;p35"/>
          <p:cNvSpPr txBox="1"/>
          <p:nvPr/>
        </p:nvSpPr>
        <p:spPr>
          <a:xfrm>
            <a:off x="6096000" y="5106987"/>
            <a:ext cx="53975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/>
          </a:p>
        </p:txBody>
      </p:sp>
      <p:sp>
        <p:nvSpPr>
          <p:cNvPr id="790" name="Google Shape;790;p35"/>
          <p:cNvSpPr txBox="1"/>
          <p:nvPr/>
        </p:nvSpPr>
        <p:spPr>
          <a:xfrm>
            <a:off x="2816225" y="4192587"/>
            <a:ext cx="457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/>
          </a:p>
        </p:txBody>
      </p:sp>
      <p:sp>
        <p:nvSpPr>
          <p:cNvPr id="791" name="Google Shape;791;p35"/>
          <p:cNvSpPr txBox="1"/>
          <p:nvPr/>
        </p:nvSpPr>
        <p:spPr>
          <a:xfrm>
            <a:off x="5334000" y="5197475"/>
            <a:ext cx="550862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cxnSp>
        <p:nvCxnSpPr>
          <p:cNvPr id="792" name="Google Shape;792;p35"/>
          <p:cNvCxnSpPr/>
          <p:nvPr/>
        </p:nvCxnSpPr>
        <p:spPr>
          <a:xfrm flipH="1">
            <a:off x="1292225" y="5030787"/>
            <a:ext cx="6254750" cy="685800"/>
          </a:xfrm>
          <a:prstGeom prst="straightConnector1">
            <a:avLst/>
          </a:prstGeom>
          <a:noFill/>
          <a:ln cap="sq" cmpd="sng" w="1260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93" name="Google Shape;793;p35"/>
          <p:cNvSpPr/>
          <p:nvPr/>
        </p:nvSpPr>
        <p:spPr>
          <a:xfrm>
            <a:off x="3200400" y="5426075"/>
            <a:ext cx="152400" cy="152400"/>
          </a:xfrm>
          <a:prstGeom prst="ellipse">
            <a:avLst/>
          </a:prstGeom>
          <a:solidFill>
            <a:srgbClr val="000000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4" name="Google Shape;794;p35"/>
          <p:cNvSpPr txBox="1"/>
          <p:nvPr/>
        </p:nvSpPr>
        <p:spPr>
          <a:xfrm>
            <a:off x="4876800" y="6126162"/>
            <a:ext cx="423862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baseline="-25000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</p:txBody>
      </p:sp>
      <p:cxnSp>
        <p:nvCxnSpPr>
          <p:cNvPr id="795" name="Google Shape;795;p35"/>
          <p:cNvCxnSpPr/>
          <p:nvPr/>
        </p:nvCxnSpPr>
        <p:spPr>
          <a:xfrm>
            <a:off x="3200400" y="4497387"/>
            <a:ext cx="1058862" cy="854075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796" name="Google Shape;796;p35"/>
          <p:cNvSpPr/>
          <p:nvPr/>
        </p:nvSpPr>
        <p:spPr>
          <a:xfrm rot="5040000">
            <a:off x="4860131" y="4158456"/>
            <a:ext cx="228600" cy="3328987"/>
          </a:xfrm>
          <a:prstGeom prst="rightBrace">
            <a:avLst>
              <a:gd fmla="val 919" name="adj1"/>
              <a:gd fmla="val 50000" name="adj2"/>
            </a:avLst>
          </a:prstGeom>
          <a:noFill/>
          <a:ln cap="sq" cmpd="sng" w="7630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7" name="Google Shape;79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40000">
            <a:off x="6469062" y="4751387"/>
            <a:ext cx="660400" cy="622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8" name="Google Shape;798;p35"/>
          <p:cNvCxnSpPr/>
          <p:nvPr/>
        </p:nvCxnSpPr>
        <p:spPr>
          <a:xfrm>
            <a:off x="3276600" y="5532437"/>
            <a:ext cx="36512" cy="411162"/>
          </a:xfrm>
          <a:prstGeom prst="straightConnector1">
            <a:avLst/>
          </a:prstGeom>
          <a:noFill/>
          <a:ln cap="sq" cmpd="sng" w="12600">
            <a:solidFill>
              <a:srgbClr val="CC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799" name="Google Shape;799;p35"/>
          <p:cNvCxnSpPr/>
          <p:nvPr/>
        </p:nvCxnSpPr>
        <p:spPr>
          <a:xfrm>
            <a:off x="3200400" y="4497387"/>
            <a:ext cx="3352800" cy="609600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00" name="Google Shape;800;p35"/>
          <p:cNvSpPr txBox="1"/>
          <p:nvPr/>
        </p:nvSpPr>
        <p:spPr>
          <a:xfrm>
            <a:off x="3962400" y="4724400"/>
            <a:ext cx="338137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6"/>
          <p:cNvSpPr/>
          <p:nvPr/>
        </p:nvSpPr>
        <p:spPr>
          <a:xfrm>
            <a:off x="1828800" y="3125787"/>
            <a:ext cx="2746375" cy="2746375"/>
          </a:xfrm>
          <a:prstGeom prst="ellipse">
            <a:avLst/>
          </a:prstGeom>
          <a:solidFill>
            <a:srgbClr val="FFFF99"/>
          </a:solidFill>
          <a:ln cap="sq" cmpd="sng" w="381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8" name="Google Shape;808;p36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09" name="Google Shape;809;p36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Geometric Ray-Sphere Intersection</a:t>
            </a:r>
            <a:endParaRPr/>
          </a:p>
        </p:txBody>
      </p:sp>
      <p:sp>
        <p:nvSpPr>
          <p:cNvPr id="810" name="Google Shape;810;p36"/>
          <p:cNvSpPr txBox="1"/>
          <p:nvPr/>
        </p:nvSpPr>
        <p:spPr>
          <a:xfrm>
            <a:off x="381000" y="1066800"/>
            <a:ext cx="86868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9725" lvl="0" marL="3397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2B2B2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ray origin </a:t>
            </a:r>
            <a:r>
              <a:rPr b="1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inside/outside/on</a:t>
            </a:r>
            <a:r>
              <a:rPr b="0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sphere?</a:t>
            </a:r>
            <a:endParaRPr/>
          </a:p>
          <a:p>
            <a:pPr indent="-339725" lvl="0" marL="339725" marR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B2B2B2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closest point to sphere center,  </a:t>
            </a:r>
            <a:r>
              <a:rPr b="1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baseline="-25000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- R</a:t>
            </a:r>
            <a:r>
              <a:rPr b="1" baseline="-25000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1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· R</a:t>
            </a:r>
            <a:r>
              <a:rPr b="1" baseline="-25000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baseline="-25000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</a:t>
            </a:r>
            <a:endParaRPr/>
          </a:p>
          <a:p>
            <a:pPr indent="-339725" lvl="0" marL="339725" marR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squared distance,  </a:t>
            </a:r>
            <a:r>
              <a:rPr b="1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1" baseline="3000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R</a:t>
            </a:r>
            <a:r>
              <a:rPr b="1" baseline="-2500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1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·R</a:t>
            </a:r>
            <a:r>
              <a:rPr b="1" baseline="-2500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1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t</a:t>
            </a:r>
            <a:r>
              <a:rPr b="1" baseline="-2500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baseline="3000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-282575" lvl="1" marL="73977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d</a:t>
            </a:r>
            <a:r>
              <a:rPr b="0" baseline="30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&gt; r</a:t>
            </a:r>
            <a:r>
              <a:rPr b="0" baseline="30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i="0" lang="en-US" sz="2800" u="none" cap="none" strike="noStrike">
                <a:solidFill>
                  <a:srgbClr val="00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 no hit</a:t>
            </a:r>
            <a:endParaRPr/>
          </a:p>
        </p:txBody>
      </p:sp>
      <p:cxnSp>
        <p:nvCxnSpPr>
          <p:cNvPr id="811" name="Google Shape;811;p36"/>
          <p:cNvCxnSpPr/>
          <p:nvPr/>
        </p:nvCxnSpPr>
        <p:spPr>
          <a:xfrm rot="10800000">
            <a:off x="6586537" y="5102225"/>
            <a:ext cx="46037" cy="463550"/>
          </a:xfrm>
          <a:prstGeom prst="straightConnector1">
            <a:avLst/>
          </a:prstGeom>
          <a:noFill/>
          <a:ln cap="sq" cmpd="sng" w="1260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12" name="Google Shape;812;p36"/>
          <p:cNvCxnSpPr/>
          <p:nvPr/>
        </p:nvCxnSpPr>
        <p:spPr>
          <a:xfrm>
            <a:off x="3276600" y="5456237"/>
            <a:ext cx="30162" cy="334962"/>
          </a:xfrm>
          <a:prstGeom prst="straightConnector1">
            <a:avLst/>
          </a:prstGeom>
          <a:noFill/>
          <a:ln cap="sq" cmpd="sng" w="1260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13" name="Google Shape;813;p36"/>
          <p:cNvCxnSpPr/>
          <p:nvPr/>
        </p:nvCxnSpPr>
        <p:spPr>
          <a:xfrm flipH="1">
            <a:off x="5559425" y="5148262"/>
            <a:ext cx="1033462" cy="111125"/>
          </a:xfrm>
          <a:prstGeom prst="straightConnector1">
            <a:avLst/>
          </a:prstGeom>
          <a:noFill/>
          <a:ln cap="sq" cmpd="sng" w="76300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814" name="Google Shape;814;p36"/>
          <p:cNvSpPr txBox="1"/>
          <p:nvPr/>
        </p:nvSpPr>
        <p:spPr>
          <a:xfrm>
            <a:off x="6096000" y="5105400"/>
            <a:ext cx="53975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/>
          </a:p>
        </p:txBody>
      </p:sp>
      <p:sp>
        <p:nvSpPr>
          <p:cNvPr id="815" name="Google Shape;815;p36"/>
          <p:cNvSpPr txBox="1"/>
          <p:nvPr/>
        </p:nvSpPr>
        <p:spPr>
          <a:xfrm>
            <a:off x="2816225" y="4192587"/>
            <a:ext cx="457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/>
          </a:p>
        </p:txBody>
      </p:sp>
      <p:sp>
        <p:nvSpPr>
          <p:cNvPr id="816" name="Google Shape;816;p36"/>
          <p:cNvSpPr txBox="1"/>
          <p:nvPr/>
        </p:nvSpPr>
        <p:spPr>
          <a:xfrm>
            <a:off x="5334000" y="5197475"/>
            <a:ext cx="550862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cxnSp>
        <p:nvCxnSpPr>
          <p:cNvPr id="817" name="Google Shape;817;p36"/>
          <p:cNvCxnSpPr/>
          <p:nvPr/>
        </p:nvCxnSpPr>
        <p:spPr>
          <a:xfrm flipH="1">
            <a:off x="1292225" y="5030787"/>
            <a:ext cx="6254750" cy="685800"/>
          </a:xfrm>
          <a:prstGeom prst="straightConnector1">
            <a:avLst/>
          </a:prstGeom>
          <a:noFill/>
          <a:ln cap="sq" cmpd="sng" w="1260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18" name="Google Shape;818;p36"/>
          <p:cNvSpPr/>
          <p:nvPr/>
        </p:nvSpPr>
        <p:spPr>
          <a:xfrm>
            <a:off x="3200400" y="5426075"/>
            <a:ext cx="152400" cy="152400"/>
          </a:xfrm>
          <a:prstGeom prst="ellipse">
            <a:avLst/>
          </a:prstGeom>
          <a:solidFill>
            <a:srgbClr val="000000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19" name="Google Shape;819;p36"/>
          <p:cNvCxnSpPr/>
          <p:nvPr/>
        </p:nvCxnSpPr>
        <p:spPr>
          <a:xfrm>
            <a:off x="3200400" y="4497387"/>
            <a:ext cx="76200" cy="990600"/>
          </a:xfrm>
          <a:prstGeom prst="straightConnector1">
            <a:avLst/>
          </a:prstGeom>
          <a:noFill/>
          <a:ln cap="sq" cmpd="sng" w="76300">
            <a:solidFill>
              <a:srgbClr val="CC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20" name="Google Shape;820;p36"/>
          <p:cNvSpPr txBox="1"/>
          <p:nvPr/>
        </p:nvSpPr>
        <p:spPr>
          <a:xfrm>
            <a:off x="2894012" y="4740275"/>
            <a:ext cx="379412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cxnSp>
        <p:nvCxnSpPr>
          <p:cNvPr id="821" name="Google Shape;821;p36"/>
          <p:cNvCxnSpPr/>
          <p:nvPr/>
        </p:nvCxnSpPr>
        <p:spPr>
          <a:xfrm>
            <a:off x="3200400" y="4497387"/>
            <a:ext cx="1058862" cy="854075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22" name="Google Shape;822;p36"/>
          <p:cNvSpPr/>
          <p:nvPr/>
        </p:nvSpPr>
        <p:spPr>
          <a:xfrm rot="5040000">
            <a:off x="4860131" y="4158456"/>
            <a:ext cx="228600" cy="3328987"/>
          </a:xfrm>
          <a:prstGeom prst="rightBrace">
            <a:avLst>
              <a:gd fmla="val 919" name="adj1"/>
              <a:gd fmla="val 50000" name="adj2"/>
            </a:avLst>
          </a:prstGeom>
          <a:noFill/>
          <a:ln cap="sq" cmpd="sng" w="126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23" name="Google Shape;823;p36"/>
          <p:cNvCxnSpPr/>
          <p:nvPr/>
        </p:nvCxnSpPr>
        <p:spPr>
          <a:xfrm>
            <a:off x="3200400" y="4497387"/>
            <a:ext cx="3352800" cy="609600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824" name="Google Shape;82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40000">
            <a:off x="6469062" y="4751387"/>
            <a:ext cx="660400" cy="622300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36"/>
          <p:cNvSpPr txBox="1"/>
          <p:nvPr/>
        </p:nvSpPr>
        <p:spPr>
          <a:xfrm>
            <a:off x="4894262" y="5781675"/>
            <a:ext cx="423862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baseline="-2500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</p:txBody>
      </p:sp>
      <p:sp>
        <p:nvSpPr>
          <p:cNvPr id="826" name="Google Shape;826;p36"/>
          <p:cNvSpPr txBox="1"/>
          <p:nvPr/>
        </p:nvSpPr>
        <p:spPr>
          <a:xfrm>
            <a:off x="3962400" y="4724400"/>
            <a:ext cx="338137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37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34" name="Google Shape;834;p37"/>
          <p:cNvSpPr txBox="1"/>
          <p:nvPr/>
        </p:nvSpPr>
        <p:spPr>
          <a:xfrm>
            <a:off x="2133600" y="5791200"/>
            <a:ext cx="4267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5" name="Google Shape;835;p37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Geometric Ray-Sphere Intersection</a:t>
            </a:r>
            <a:endParaRPr/>
          </a:p>
        </p:txBody>
      </p:sp>
      <p:sp>
        <p:nvSpPr>
          <p:cNvPr id="836" name="Google Shape;836;p37"/>
          <p:cNvSpPr/>
          <p:nvPr/>
        </p:nvSpPr>
        <p:spPr>
          <a:xfrm>
            <a:off x="1828800" y="3125787"/>
            <a:ext cx="2746375" cy="2746375"/>
          </a:xfrm>
          <a:prstGeom prst="ellipse">
            <a:avLst/>
          </a:prstGeom>
          <a:solidFill>
            <a:srgbClr val="FFFF99"/>
          </a:solidFill>
          <a:ln cap="sq" cmpd="sng" w="381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37" name="Google Shape;837;p37"/>
          <p:cNvCxnSpPr/>
          <p:nvPr/>
        </p:nvCxnSpPr>
        <p:spPr>
          <a:xfrm>
            <a:off x="6592887" y="5151437"/>
            <a:ext cx="73025" cy="869950"/>
          </a:xfrm>
          <a:prstGeom prst="straightConnector1">
            <a:avLst/>
          </a:prstGeom>
          <a:noFill/>
          <a:ln cap="sq" cmpd="sng" w="12600">
            <a:solidFill>
              <a:srgbClr val="CC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38" name="Google Shape;838;p37"/>
          <p:cNvCxnSpPr/>
          <p:nvPr/>
        </p:nvCxnSpPr>
        <p:spPr>
          <a:xfrm>
            <a:off x="4257675" y="5380037"/>
            <a:ext cx="66675" cy="793750"/>
          </a:xfrm>
          <a:prstGeom prst="straightConnector1">
            <a:avLst/>
          </a:prstGeom>
          <a:noFill/>
          <a:ln cap="sq" cmpd="sng" w="12600">
            <a:solidFill>
              <a:srgbClr val="CC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39" name="Google Shape;839;p37"/>
          <p:cNvCxnSpPr/>
          <p:nvPr/>
        </p:nvCxnSpPr>
        <p:spPr>
          <a:xfrm>
            <a:off x="3276600" y="5456237"/>
            <a:ext cx="73025" cy="869950"/>
          </a:xfrm>
          <a:prstGeom prst="straightConnector1">
            <a:avLst/>
          </a:prstGeom>
          <a:noFill/>
          <a:ln cap="sq" cmpd="sng" w="12600">
            <a:solidFill>
              <a:srgbClr val="CC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40" name="Google Shape;840;p37"/>
          <p:cNvCxnSpPr/>
          <p:nvPr/>
        </p:nvCxnSpPr>
        <p:spPr>
          <a:xfrm flipH="1">
            <a:off x="5559425" y="5148262"/>
            <a:ext cx="1033462" cy="111125"/>
          </a:xfrm>
          <a:prstGeom prst="straightConnector1">
            <a:avLst/>
          </a:prstGeom>
          <a:noFill/>
          <a:ln cap="sq" cmpd="sng" w="76300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841" name="Google Shape;841;p37"/>
          <p:cNvSpPr txBox="1"/>
          <p:nvPr/>
        </p:nvSpPr>
        <p:spPr>
          <a:xfrm>
            <a:off x="6096000" y="5106987"/>
            <a:ext cx="53975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/>
          </a:p>
        </p:txBody>
      </p:sp>
      <p:sp>
        <p:nvSpPr>
          <p:cNvPr id="842" name="Google Shape;842;p37"/>
          <p:cNvSpPr txBox="1"/>
          <p:nvPr/>
        </p:nvSpPr>
        <p:spPr>
          <a:xfrm>
            <a:off x="2816225" y="4192587"/>
            <a:ext cx="457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/>
          </a:p>
        </p:txBody>
      </p:sp>
      <p:sp>
        <p:nvSpPr>
          <p:cNvPr id="843" name="Google Shape;843;p37"/>
          <p:cNvSpPr txBox="1"/>
          <p:nvPr/>
        </p:nvSpPr>
        <p:spPr>
          <a:xfrm>
            <a:off x="5334000" y="5197475"/>
            <a:ext cx="550862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cxnSp>
        <p:nvCxnSpPr>
          <p:cNvPr id="844" name="Google Shape;844;p37"/>
          <p:cNvCxnSpPr/>
          <p:nvPr/>
        </p:nvCxnSpPr>
        <p:spPr>
          <a:xfrm flipH="1">
            <a:off x="1292225" y="5030787"/>
            <a:ext cx="6254750" cy="685800"/>
          </a:xfrm>
          <a:prstGeom prst="straightConnector1">
            <a:avLst/>
          </a:prstGeom>
          <a:noFill/>
          <a:ln cap="sq" cmpd="sng" w="1260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45" name="Google Shape;845;p37"/>
          <p:cNvSpPr/>
          <p:nvPr/>
        </p:nvSpPr>
        <p:spPr>
          <a:xfrm>
            <a:off x="3200400" y="5426075"/>
            <a:ext cx="152400" cy="152400"/>
          </a:xfrm>
          <a:prstGeom prst="ellipse">
            <a:avLst/>
          </a:prstGeom>
          <a:solidFill>
            <a:srgbClr val="000000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46" name="Google Shape;846;p37"/>
          <p:cNvCxnSpPr/>
          <p:nvPr/>
        </p:nvCxnSpPr>
        <p:spPr>
          <a:xfrm>
            <a:off x="3200400" y="4497387"/>
            <a:ext cx="76200" cy="990600"/>
          </a:xfrm>
          <a:prstGeom prst="straightConnector1">
            <a:avLst/>
          </a:prstGeom>
          <a:noFill/>
          <a:ln cap="sq" cmpd="sng" w="1260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47" name="Google Shape;847;p37"/>
          <p:cNvSpPr txBox="1"/>
          <p:nvPr/>
        </p:nvSpPr>
        <p:spPr>
          <a:xfrm>
            <a:off x="2894012" y="4740275"/>
            <a:ext cx="379412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cxnSp>
        <p:nvCxnSpPr>
          <p:cNvPr id="848" name="Google Shape;848;p37"/>
          <p:cNvCxnSpPr/>
          <p:nvPr/>
        </p:nvCxnSpPr>
        <p:spPr>
          <a:xfrm>
            <a:off x="3200400" y="4497387"/>
            <a:ext cx="1058862" cy="854075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49" name="Google Shape;849;p37"/>
          <p:cNvSpPr/>
          <p:nvPr/>
        </p:nvSpPr>
        <p:spPr>
          <a:xfrm>
            <a:off x="4143375" y="5270500"/>
            <a:ext cx="228600" cy="2286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0" name="Google Shape;850;p37"/>
          <p:cNvSpPr txBox="1"/>
          <p:nvPr/>
        </p:nvSpPr>
        <p:spPr>
          <a:xfrm>
            <a:off x="5567362" y="6324600"/>
            <a:ext cx="300037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/>
          </a:p>
        </p:txBody>
      </p:sp>
      <p:sp>
        <p:nvSpPr>
          <p:cNvPr id="851" name="Google Shape;851;p37"/>
          <p:cNvSpPr txBox="1"/>
          <p:nvPr/>
        </p:nvSpPr>
        <p:spPr>
          <a:xfrm>
            <a:off x="3908425" y="6324600"/>
            <a:ext cx="434975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i="0" lang="en-US" sz="2800" u="none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rPr>
              <a:t>’</a:t>
            </a:r>
            <a:endParaRPr/>
          </a:p>
        </p:txBody>
      </p:sp>
      <p:sp>
        <p:nvSpPr>
          <p:cNvPr id="852" name="Google Shape;852;p37"/>
          <p:cNvSpPr/>
          <p:nvPr/>
        </p:nvSpPr>
        <p:spPr>
          <a:xfrm rot="5040000">
            <a:off x="4860131" y="4158456"/>
            <a:ext cx="228600" cy="3328987"/>
          </a:xfrm>
          <a:prstGeom prst="rightBrace">
            <a:avLst>
              <a:gd fmla="val 919" name="adj1"/>
              <a:gd fmla="val 50000" name="adj2"/>
            </a:avLst>
          </a:prstGeom>
          <a:noFill/>
          <a:ln cap="sq" cmpd="sng" w="126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3" name="Google Shape;853;p37"/>
          <p:cNvSpPr/>
          <p:nvPr/>
        </p:nvSpPr>
        <p:spPr>
          <a:xfrm rot="5040000">
            <a:off x="3720306" y="5895181"/>
            <a:ext cx="241300" cy="973137"/>
          </a:xfrm>
          <a:prstGeom prst="rightBrace">
            <a:avLst>
              <a:gd fmla="val 3981" name="adj1"/>
              <a:gd fmla="val 50000" name="adj2"/>
            </a:avLst>
          </a:prstGeom>
          <a:noFill/>
          <a:ln cap="sq" cmpd="sng" w="7630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4" name="Google Shape;854;p37"/>
          <p:cNvSpPr/>
          <p:nvPr/>
        </p:nvSpPr>
        <p:spPr>
          <a:xfrm rot="5040000">
            <a:off x="5381625" y="5053012"/>
            <a:ext cx="247650" cy="2355850"/>
          </a:xfrm>
          <a:prstGeom prst="rightBrace">
            <a:avLst>
              <a:gd fmla="val 1356" name="adj1"/>
              <a:gd fmla="val 50000" name="adj2"/>
            </a:avLst>
          </a:prstGeom>
          <a:noFill/>
          <a:ln cap="sq" cmpd="sng" w="76300">
            <a:solidFill>
              <a:srgbClr val="CC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55" name="Google Shape;855;p37"/>
          <p:cNvCxnSpPr/>
          <p:nvPr/>
        </p:nvCxnSpPr>
        <p:spPr>
          <a:xfrm>
            <a:off x="3200400" y="4497387"/>
            <a:ext cx="3352800" cy="609600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856" name="Google Shape;85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40000">
            <a:off x="6469062" y="4751387"/>
            <a:ext cx="660400" cy="622300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37"/>
          <p:cNvSpPr txBox="1"/>
          <p:nvPr/>
        </p:nvSpPr>
        <p:spPr>
          <a:xfrm>
            <a:off x="1143000" y="2903537"/>
            <a:ext cx="5943600" cy="17446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8" name="Google Shape;858;p37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9725" lvl="0" marL="3397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B2B2B2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ray origin </a:t>
            </a:r>
            <a:r>
              <a:rPr b="1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inside/outside/on</a:t>
            </a:r>
            <a:r>
              <a:rPr b="0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sphere?</a:t>
            </a:r>
            <a:endParaRPr/>
          </a:p>
          <a:p>
            <a:pPr indent="-339725" lvl="0" marL="339725" marR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B2B2B2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closest point to sphere center,  </a:t>
            </a:r>
            <a:r>
              <a:rPr b="1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baseline="-25000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- R</a:t>
            </a:r>
            <a:r>
              <a:rPr b="1" baseline="-25000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1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· R</a:t>
            </a:r>
            <a:r>
              <a:rPr b="1" baseline="-25000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baseline="-25000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</a:t>
            </a:r>
            <a:endParaRPr/>
          </a:p>
          <a:p>
            <a:pPr indent="-339725" lvl="0" marL="339725" marR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B2B2B2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squared distance:  </a:t>
            </a:r>
            <a:r>
              <a:rPr b="1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1" baseline="30000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R</a:t>
            </a:r>
            <a:r>
              <a:rPr b="1" baseline="-25000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1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·R</a:t>
            </a:r>
            <a:r>
              <a:rPr b="1" baseline="-25000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1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t</a:t>
            </a:r>
            <a:r>
              <a:rPr b="1" baseline="-25000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baseline="30000" i="0" lang="en-US" sz="3200" u="none">
                <a:solidFill>
                  <a:srgbClr val="B2B2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-339725" lvl="0" marL="339725" marR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distance (t</a:t>
            </a:r>
            <a:r>
              <a:rPr b="0" i="0" lang="en-US" sz="3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’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from closest point (t</a:t>
            </a:r>
            <a:r>
              <a:rPr b="0" baseline="-25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to </a:t>
            </a:r>
            <a:b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intersection:  </a:t>
            </a:r>
            <a:r>
              <a:rPr b="1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i="0" lang="en-US" sz="3200" u="none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rPr>
              <a:t>’</a:t>
            </a:r>
            <a:r>
              <a:rPr b="1" baseline="3000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r</a:t>
            </a:r>
            <a:r>
              <a:rPr b="1" baseline="3000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d</a:t>
            </a:r>
            <a:r>
              <a:rPr b="1" baseline="3000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  <a:p>
            <a:pPr indent="-282575" lvl="1" marL="73977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origin outside sphere </a:t>
            </a:r>
            <a:r>
              <a:rPr b="1" i="0" lang="en-US" sz="2800" u="none" cap="none" strike="noStrike">
                <a:solidFill>
                  <a:srgbClr val="00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rgbClr val="00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= t</a:t>
            </a:r>
            <a:r>
              <a:rPr b="1" baseline="-25000" i="0" lang="en-US" sz="2800" u="none" cap="none" strike="noStrike">
                <a:solidFill>
                  <a:srgbClr val="00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i="0" lang="en-US" sz="2800" u="none" cap="none" strike="noStrike">
                <a:solidFill>
                  <a:srgbClr val="00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t</a:t>
            </a:r>
            <a:r>
              <a:rPr b="1" i="0" lang="en-US" sz="2800" u="none" cap="none" strike="noStrik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’</a:t>
            </a:r>
            <a:endParaRPr/>
          </a:p>
          <a:p>
            <a:pPr indent="-282575" lvl="1" marL="739775" marR="0" rtl="0" algn="l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origin inside sphere   </a:t>
            </a:r>
            <a:r>
              <a:rPr b="1" i="0" lang="en-US" sz="2800" u="none" cap="none" strike="noStrike">
                <a:solidFill>
                  <a:srgbClr val="00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800" u="none" cap="none" strike="noStrike">
                <a:solidFill>
                  <a:srgbClr val="00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 = t</a:t>
            </a:r>
            <a:r>
              <a:rPr b="1" baseline="-25000" i="0" lang="en-US" sz="2800" u="none" cap="none" strike="noStrike">
                <a:solidFill>
                  <a:srgbClr val="00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i="0" lang="en-US" sz="2800" u="none" cap="none" strike="noStrike">
                <a:solidFill>
                  <a:srgbClr val="00CC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t</a:t>
            </a:r>
            <a:r>
              <a:rPr b="1" i="0" lang="en-US" sz="2800" u="none" cap="none" strike="noStrike">
                <a:solidFill>
                  <a:srgbClr val="00CC00"/>
                </a:solidFill>
                <a:latin typeface="Tahoma"/>
                <a:ea typeface="Tahoma"/>
                <a:cs typeface="Tahoma"/>
                <a:sym typeface="Tahoma"/>
              </a:rPr>
              <a:t>’</a:t>
            </a:r>
            <a:endParaRPr/>
          </a:p>
        </p:txBody>
      </p:sp>
      <p:sp>
        <p:nvSpPr>
          <p:cNvPr id="859" name="Google Shape;859;p37"/>
          <p:cNvSpPr txBox="1"/>
          <p:nvPr/>
        </p:nvSpPr>
        <p:spPr>
          <a:xfrm>
            <a:off x="4894262" y="5781675"/>
            <a:ext cx="423862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baseline="-2500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</p:txBody>
      </p:sp>
      <p:sp>
        <p:nvSpPr>
          <p:cNvPr id="860" name="Google Shape;860;p37"/>
          <p:cNvSpPr txBox="1"/>
          <p:nvPr/>
        </p:nvSpPr>
        <p:spPr>
          <a:xfrm>
            <a:off x="3962400" y="4724400"/>
            <a:ext cx="338137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38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68" name="Google Shape;868;p38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Geometric vs. Algebraic</a:t>
            </a:r>
            <a:endParaRPr/>
          </a:p>
        </p:txBody>
      </p:sp>
      <p:sp>
        <p:nvSpPr>
          <p:cNvPr id="869" name="Google Shape;869;p38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Algebraic is simple &amp; generic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Geometric is more efficient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Timely tests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particular for rays outside and pointing away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39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77" name="Google Shape;877;p39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Sphere Normal</a:t>
            </a:r>
            <a:endParaRPr/>
          </a:p>
        </p:txBody>
      </p:sp>
      <p:sp>
        <p:nvSpPr>
          <p:cNvPr id="878" name="Google Shape;878;p39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Simply Q/||Q|| 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= P(t), intersection point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(for spheres centered at origin)</a:t>
            </a:r>
            <a:endParaRPr/>
          </a:p>
        </p:txBody>
      </p:sp>
      <p:sp>
        <p:nvSpPr>
          <p:cNvPr id="879" name="Google Shape;879;p39"/>
          <p:cNvSpPr txBox="1"/>
          <p:nvPr/>
        </p:nvSpPr>
        <p:spPr>
          <a:xfrm>
            <a:off x="3962400" y="5410200"/>
            <a:ext cx="546100" cy="7032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imes New Roman"/>
              <a:buNone/>
            </a:pPr>
            <a:r>
              <a:rPr b="0" i="0" lang="en-US" sz="4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endParaRPr/>
          </a:p>
        </p:txBody>
      </p:sp>
      <p:cxnSp>
        <p:nvCxnSpPr>
          <p:cNvPr id="880" name="Google Shape;880;p39"/>
          <p:cNvCxnSpPr/>
          <p:nvPr/>
        </p:nvCxnSpPr>
        <p:spPr>
          <a:xfrm>
            <a:off x="4256087" y="5365750"/>
            <a:ext cx="1077912" cy="819150"/>
          </a:xfrm>
          <a:prstGeom prst="straightConnector1">
            <a:avLst/>
          </a:prstGeom>
          <a:noFill/>
          <a:ln cap="sq" cmpd="sng" w="76300">
            <a:solidFill>
              <a:srgbClr val="CC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881" name="Google Shape;881;p39"/>
          <p:cNvSpPr txBox="1"/>
          <p:nvPr/>
        </p:nvSpPr>
        <p:spPr>
          <a:xfrm>
            <a:off x="5334000" y="5867400"/>
            <a:ext cx="13366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normal</a:t>
            </a:r>
            <a:endParaRPr/>
          </a:p>
        </p:txBody>
      </p:sp>
      <p:sp>
        <p:nvSpPr>
          <p:cNvPr id="882" name="Google Shape;882;p39"/>
          <p:cNvSpPr/>
          <p:nvPr/>
        </p:nvSpPr>
        <p:spPr>
          <a:xfrm>
            <a:off x="1828800" y="3125787"/>
            <a:ext cx="2746375" cy="2746375"/>
          </a:xfrm>
          <a:prstGeom prst="ellipse">
            <a:avLst/>
          </a:prstGeom>
          <a:solidFill>
            <a:srgbClr val="FFFF99"/>
          </a:solidFill>
          <a:ln cap="sq" cmpd="sng" w="381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83" name="Google Shape;883;p39"/>
          <p:cNvCxnSpPr/>
          <p:nvPr/>
        </p:nvCxnSpPr>
        <p:spPr>
          <a:xfrm flipH="1">
            <a:off x="5559425" y="5148262"/>
            <a:ext cx="1033462" cy="111125"/>
          </a:xfrm>
          <a:prstGeom prst="straightConnector1">
            <a:avLst/>
          </a:prstGeom>
          <a:noFill/>
          <a:ln cap="sq" cmpd="sng" w="76300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884" name="Google Shape;884;p39"/>
          <p:cNvSpPr txBox="1"/>
          <p:nvPr/>
        </p:nvSpPr>
        <p:spPr>
          <a:xfrm>
            <a:off x="6096000" y="5106987"/>
            <a:ext cx="539750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/>
          </a:p>
        </p:txBody>
      </p:sp>
      <p:sp>
        <p:nvSpPr>
          <p:cNvPr id="885" name="Google Shape;885;p39"/>
          <p:cNvSpPr txBox="1"/>
          <p:nvPr/>
        </p:nvSpPr>
        <p:spPr>
          <a:xfrm>
            <a:off x="2816225" y="4192587"/>
            <a:ext cx="457200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/>
          </a:p>
        </p:txBody>
      </p:sp>
      <p:sp>
        <p:nvSpPr>
          <p:cNvPr id="886" name="Google Shape;886;p39"/>
          <p:cNvSpPr txBox="1"/>
          <p:nvPr/>
        </p:nvSpPr>
        <p:spPr>
          <a:xfrm>
            <a:off x="5334000" y="5197475"/>
            <a:ext cx="550862" cy="5794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1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cxnSp>
        <p:nvCxnSpPr>
          <p:cNvPr id="887" name="Google Shape;887;p39"/>
          <p:cNvCxnSpPr/>
          <p:nvPr/>
        </p:nvCxnSpPr>
        <p:spPr>
          <a:xfrm flipH="1">
            <a:off x="1292225" y="5030787"/>
            <a:ext cx="6254750" cy="685800"/>
          </a:xfrm>
          <a:prstGeom prst="straightConnector1">
            <a:avLst/>
          </a:prstGeom>
          <a:noFill/>
          <a:ln cap="sq" cmpd="sng" w="12600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888" name="Google Shape;888;p39"/>
          <p:cNvCxnSpPr/>
          <p:nvPr/>
        </p:nvCxnSpPr>
        <p:spPr>
          <a:xfrm>
            <a:off x="3200400" y="4497387"/>
            <a:ext cx="1058862" cy="854075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pic>
        <p:nvPicPr>
          <p:cNvPr id="889" name="Google Shape;88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240000">
            <a:off x="6469062" y="4751387"/>
            <a:ext cx="660400" cy="622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0" name="Google Shape;890;p39"/>
          <p:cNvCxnSpPr/>
          <p:nvPr/>
        </p:nvCxnSpPr>
        <p:spPr>
          <a:xfrm>
            <a:off x="3200400" y="4497387"/>
            <a:ext cx="3352800" cy="609600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891" name="Google Shape;891;p39"/>
          <p:cNvSpPr/>
          <p:nvPr/>
        </p:nvSpPr>
        <p:spPr>
          <a:xfrm>
            <a:off x="4143375" y="5270500"/>
            <a:ext cx="228600" cy="228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40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99" name="Google Shape;899;p40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/>
          </a:p>
        </p:txBody>
      </p:sp>
      <p:sp>
        <p:nvSpPr>
          <p:cNvPr id="900" name="Google Shape;900;p40"/>
          <p:cNvSpPr txBox="1"/>
          <p:nvPr/>
        </p:nvSpPr>
        <p:spPr>
          <a:xfrm>
            <a:off x="381000" y="1371600"/>
            <a:ext cx="8610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Casting Basics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and Ray Generation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Object Intersection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Sphere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Triangle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Quadric Surface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Recursive Ray Tracing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Mirror Reflection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Refraction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1" name="Google Shape;901;p40"/>
          <p:cNvSpPr/>
          <p:nvPr/>
        </p:nvSpPr>
        <p:spPr>
          <a:xfrm>
            <a:off x="7745412" y="5929312"/>
            <a:ext cx="6350" cy="1587"/>
          </a:xfrm>
          <a:custGeom>
            <a:rect b="b" l="l" r="r" t="t"/>
            <a:pathLst>
              <a:path extrusionOk="0" h="1587" w="4">
                <a:moveTo>
                  <a:pt x="4" y="0"/>
                </a:move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2" name="Google Shape;902;p40"/>
          <p:cNvSpPr/>
          <p:nvPr/>
        </p:nvSpPr>
        <p:spPr>
          <a:xfrm>
            <a:off x="7594600" y="5911850"/>
            <a:ext cx="7937" cy="1587"/>
          </a:xfrm>
          <a:custGeom>
            <a:rect b="b" l="l" r="r" t="t"/>
            <a:pathLst>
              <a:path extrusionOk="0" h="1588" w="5">
                <a:moveTo>
                  <a:pt x="0" y="0"/>
                </a:move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3" name="Google Shape;90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0612" y="3821112"/>
            <a:ext cx="2744787" cy="1208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990600"/>
            <a:ext cx="274320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2200" y="2362200"/>
            <a:ext cx="27432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5105400"/>
            <a:ext cx="2743200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41"/>
          <p:cNvSpPr txBox="1"/>
          <p:nvPr/>
        </p:nvSpPr>
        <p:spPr>
          <a:xfrm>
            <a:off x="379412" y="152400"/>
            <a:ext cx="7392987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Ray-Triangle Intersection</a:t>
            </a:r>
            <a:endParaRPr/>
          </a:p>
        </p:txBody>
      </p:sp>
      <p:sp>
        <p:nvSpPr>
          <p:cNvPr id="914" name="Google Shape;914;p41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First, intersect ray with plane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Then, check if point is inside triangle</a:t>
            </a:r>
            <a:endParaRPr/>
          </a:p>
        </p:txBody>
      </p:sp>
      <p:sp>
        <p:nvSpPr>
          <p:cNvPr id="915" name="Google Shape;915;p41"/>
          <p:cNvSpPr/>
          <p:nvPr/>
        </p:nvSpPr>
        <p:spPr>
          <a:xfrm>
            <a:off x="5614987" y="2273300"/>
            <a:ext cx="2714625" cy="2903537"/>
          </a:xfrm>
          <a:custGeom>
            <a:rect b="b" l="l" r="r" t="t"/>
            <a:pathLst>
              <a:path extrusionOk="0" h="1829" w="1710">
                <a:moveTo>
                  <a:pt x="1147" y="0"/>
                </a:moveTo>
                <a:lnTo>
                  <a:pt x="1710" y="1829"/>
                </a:lnTo>
                <a:lnTo>
                  <a:pt x="0" y="1694"/>
                </a:lnTo>
                <a:lnTo>
                  <a:pt x="1147" y="0"/>
                </a:lnTo>
                <a:close/>
              </a:path>
            </a:pathLst>
          </a:custGeom>
          <a:solidFill>
            <a:srgbClr val="DDDDDD"/>
          </a:solidFill>
          <a:ln cap="sq" cmpd="sng" w="28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6" name="Google Shape;916;p41"/>
          <p:cNvSpPr/>
          <p:nvPr/>
        </p:nvSpPr>
        <p:spPr>
          <a:xfrm>
            <a:off x="4648200" y="5867400"/>
            <a:ext cx="152400" cy="152400"/>
          </a:xfrm>
          <a:prstGeom prst="ellipse">
            <a:avLst/>
          </a:prstGeom>
          <a:solidFill>
            <a:srgbClr val="3333CC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17" name="Google Shape;917;p41"/>
          <p:cNvCxnSpPr/>
          <p:nvPr/>
        </p:nvCxnSpPr>
        <p:spPr>
          <a:xfrm flipH="1" rot="10800000">
            <a:off x="7912100" y="3394075"/>
            <a:ext cx="533400" cy="387350"/>
          </a:xfrm>
          <a:prstGeom prst="straightConnector1">
            <a:avLst/>
          </a:prstGeom>
          <a:noFill/>
          <a:ln cap="sq" cmpd="sng" w="12600">
            <a:solidFill>
              <a:srgbClr val="3333CC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918" name="Google Shape;918;p41"/>
          <p:cNvSpPr/>
          <p:nvPr/>
        </p:nvSpPr>
        <p:spPr>
          <a:xfrm>
            <a:off x="6858000" y="4346575"/>
            <a:ext cx="152400" cy="152400"/>
          </a:xfrm>
          <a:prstGeom prst="ellipse">
            <a:avLst/>
          </a:prstGeom>
          <a:solidFill>
            <a:srgbClr val="3333CC"/>
          </a:solidFill>
          <a:ln cap="sq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9" name="Google Shape;919;p41"/>
          <p:cNvSpPr txBox="1"/>
          <p:nvPr/>
        </p:nvSpPr>
        <p:spPr>
          <a:xfrm>
            <a:off x="6934200" y="4038600"/>
            <a:ext cx="38417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cxnSp>
        <p:nvCxnSpPr>
          <p:cNvPr id="920" name="Google Shape;920;p41"/>
          <p:cNvCxnSpPr/>
          <p:nvPr/>
        </p:nvCxnSpPr>
        <p:spPr>
          <a:xfrm flipH="1" rot="10800000">
            <a:off x="4724400" y="4416425"/>
            <a:ext cx="2209800" cy="1530350"/>
          </a:xfrm>
          <a:prstGeom prst="straightConnector1">
            <a:avLst/>
          </a:prstGeom>
          <a:noFill/>
          <a:ln cap="sq" cmpd="sng" w="12600">
            <a:solidFill>
              <a:srgbClr val="3333CC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921" name="Google Shape;921;p41"/>
          <p:cNvSpPr txBox="1"/>
          <p:nvPr/>
        </p:nvSpPr>
        <p:spPr>
          <a:xfrm>
            <a:off x="4343400" y="6019800"/>
            <a:ext cx="482600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baseline="-2500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cxnSp>
        <p:nvCxnSpPr>
          <p:cNvPr id="922" name="Google Shape;922;p41"/>
          <p:cNvCxnSpPr/>
          <p:nvPr/>
        </p:nvCxnSpPr>
        <p:spPr>
          <a:xfrm flipH="1" rot="10800000">
            <a:off x="4724400" y="5483225"/>
            <a:ext cx="685800" cy="463550"/>
          </a:xfrm>
          <a:prstGeom prst="straightConnector1">
            <a:avLst/>
          </a:prstGeom>
          <a:noFill/>
          <a:ln cap="sq" cmpd="sng" w="57225">
            <a:solidFill>
              <a:srgbClr val="3333CC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923" name="Google Shape;923;p41"/>
          <p:cNvSpPr txBox="1"/>
          <p:nvPr/>
        </p:nvSpPr>
        <p:spPr>
          <a:xfrm>
            <a:off x="4800600" y="5257800"/>
            <a:ext cx="38417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42"/>
          <p:cNvSpPr txBox="1"/>
          <p:nvPr/>
        </p:nvSpPr>
        <p:spPr>
          <a:xfrm>
            <a:off x="379412" y="152400"/>
            <a:ext cx="7392987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Ray-Triangle Intersection</a:t>
            </a:r>
            <a:endParaRPr/>
          </a:p>
        </p:txBody>
      </p:sp>
      <p:sp>
        <p:nvSpPr>
          <p:cNvPr id="931" name="Google Shape;931;p42"/>
          <p:cNvSpPr txBox="1"/>
          <p:nvPr/>
        </p:nvSpPr>
        <p:spPr>
          <a:xfrm>
            <a:off x="381000" y="11430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 if point is inside triangle parametrically</a:t>
            </a:r>
            <a:endParaRPr/>
          </a:p>
        </p:txBody>
      </p:sp>
      <p:sp>
        <p:nvSpPr>
          <p:cNvPr id="932" name="Google Shape;932;p42"/>
          <p:cNvSpPr/>
          <p:nvPr/>
        </p:nvSpPr>
        <p:spPr>
          <a:xfrm>
            <a:off x="5384800" y="2209800"/>
            <a:ext cx="2714625" cy="2903537"/>
          </a:xfrm>
          <a:custGeom>
            <a:rect b="b" l="l" r="r" t="t"/>
            <a:pathLst>
              <a:path extrusionOk="0" h="1829" w="1710">
                <a:moveTo>
                  <a:pt x="1147" y="0"/>
                </a:moveTo>
                <a:lnTo>
                  <a:pt x="1710" y="1829"/>
                </a:lnTo>
                <a:lnTo>
                  <a:pt x="0" y="1694"/>
                </a:lnTo>
                <a:lnTo>
                  <a:pt x="1147" y="0"/>
                </a:lnTo>
                <a:close/>
              </a:path>
            </a:pathLst>
          </a:custGeom>
          <a:solidFill>
            <a:srgbClr val="DDDDDD"/>
          </a:solidFill>
          <a:ln cap="sq" cmpd="sng" w="28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33" name="Google Shape;933;p42"/>
          <p:cNvCxnSpPr/>
          <p:nvPr/>
        </p:nvCxnSpPr>
        <p:spPr>
          <a:xfrm flipH="1" rot="10800000">
            <a:off x="7681912" y="3330575"/>
            <a:ext cx="533400" cy="387350"/>
          </a:xfrm>
          <a:prstGeom prst="straightConnector1">
            <a:avLst/>
          </a:prstGeom>
          <a:noFill/>
          <a:ln cap="sq" cmpd="sng" w="12600">
            <a:solidFill>
              <a:srgbClr val="3333CC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934" name="Google Shape;934;p42"/>
          <p:cNvSpPr/>
          <p:nvPr/>
        </p:nvSpPr>
        <p:spPr>
          <a:xfrm>
            <a:off x="6627812" y="4283075"/>
            <a:ext cx="152400" cy="152400"/>
          </a:xfrm>
          <a:prstGeom prst="ellipse">
            <a:avLst/>
          </a:prstGeom>
          <a:solidFill>
            <a:srgbClr val="3333CC"/>
          </a:solidFill>
          <a:ln cap="sq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5" name="Google Shape;935;p42"/>
          <p:cNvSpPr txBox="1"/>
          <p:nvPr/>
        </p:nvSpPr>
        <p:spPr>
          <a:xfrm>
            <a:off x="6704012" y="3975100"/>
            <a:ext cx="38417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3333CC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936" name="Google Shape;936;p42"/>
          <p:cNvSpPr txBox="1"/>
          <p:nvPr/>
        </p:nvSpPr>
        <p:spPr>
          <a:xfrm>
            <a:off x="4113212" y="5956300"/>
            <a:ext cx="482600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="0" baseline="-2500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937" name="Google Shape;937;p42"/>
          <p:cNvSpPr/>
          <p:nvPr/>
        </p:nvSpPr>
        <p:spPr>
          <a:xfrm>
            <a:off x="5410200" y="3971925"/>
            <a:ext cx="595312" cy="898525"/>
          </a:xfrm>
          <a:custGeom>
            <a:rect b="b" l="l" r="r" t="t"/>
            <a:pathLst>
              <a:path extrusionOk="0" h="620" w="561">
                <a:moveTo>
                  <a:pt x="0" y="620"/>
                </a:moveTo>
                <a:lnTo>
                  <a:pt x="561" y="0"/>
                </a:lnTo>
              </a:path>
            </a:pathLst>
          </a:custGeom>
          <a:noFill/>
          <a:ln cap="sq" cmpd="sng" w="572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38" name="Google Shape;938;p42"/>
          <p:cNvCxnSpPr/>
          <p:nvPr/>
        </p:nvCxnSpPr>
        <p:spPr>
          <a:xfrm flipH="1" rot="10800000">
            <a:off x="4494212" y="4352925"/>
            <a:ext cx="2209800" cy="1530350"/>
          </a:xfrm>
          <a:prstGeom prst="straightConnector1">
            <a:avLst/>
          </a:prstGeom>
          <a:noFill/>
          <a:ln cap="sq" cmpd="sng" w="12600">
            <a:solidFill>
              <a:srgbClr val="3333CC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939" name="Google Shape;939;p42"/>
          <p:cNvSpPr/>
          <p:nvPr/>
        </p:nvSpPr>
        <p:spPr>
          <a:xfrm flipH="1" rot="10800000">
            <a:off x="5380037" y="4886325"/>
            <a:ext cx="1276350" cy="101600"/>
          </a:xfrm>
          <a:custGeom>
            <a:rect b="b" l="l" r="r" t="t"/>
            <a:pathLst>
              <a:path extrusionOk="0" h="620" w="561">
                <a:moveTo>
                  <a:pt x="0" y="620"/>
                </a:moveTo>
                <a:lnTo>
                  <a:pt x="561" y="0"/>
                </a:lnTo>
              </a:path>
            </a:pathLst>
          </a:custGeom>
          <a:noFill/>
          <a:ln cap="sq" cmpd="sng" w="57225">
            <a:solidFill>
              <a:srgbClr val="C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0" name="Google Shape;940;p42"/>
          <p:cNvSpPr txBox="1"/>
          <p:nvPr/>
        </p:nvSpPr>
        <p:spPr>
          <a:xfrm>
            <a:off x="382587" y="2590800"/>
            <a:ext cx="4595812" cy="2338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 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α, β: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P = 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(T</a:t>
            </a:r>
            <a:r>
              <a:rPr b="0" baseline="-2500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-T</a:t>
            </a:r>
            <a:r>
              <a:rPr b="0" baseline="-2500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+ 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(T</a:t>
            </a:r>
            <a:r>
              <a:rPr b="0" baseline="-2500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-T</a:t>
            </a:r>
            <a:r>
              <a:rPr b="0" baseline="-2500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 if point inside triangle.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0 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 ≤</a:t>
            </a: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 and 0 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 ≤</a:t>
            </a: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 + β ≤ 1</a:t>
            </a:r>
            <a:endParaRPr/>
          </a:p>
        </p:txBody>
      </p:sp>
      <p:cxnSp>
        <p:nvCxnSpPr>
          <p:cNvPr id="941" name="Google Shape;941;p42"/>
          <p:cNvCxnSpPr/>
          <p:nvPr/>
        </p:nvCxnSpPr>
        <p:spPr>
          <a:xfrm flipH="1" rot="10800000">
            <a:off x="4495800" y="5407025"/>
            <a:ext cx="685800" cy="463550"/>
          </a:xfrm>
          <a:prstGeom prst="straightConnector1">
            <a:avLst/>
          </a:prstGeom>
          <a:noFill/>
          <a:ln cap="sq" cmpd="sng" w="57225">
            <a:solidFill>
              <a:srgbClr val="3333CC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942" name="Google Shape;942;p42"/>
          <p:cNvSpPr txBox="1"/>
          <p:nvPr/>
        </p:nvSpPr>
        <p:spPr>
          <a:xfrm>
            <a:off x="4572000" y="5181600"/>
            <a:ext cx="38417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/>
          </a:p>
        </p:txBody>
      </p:sp>
      <p:sp>
        <p:nvSpPr>
          <p:cNvPr id="943" name="Google Shape;943;p42"/>
          <p:cNvSpPr/>
          <p:nvPr/>
        </p:nvSpPr>
        <p:spPr>
          <a:xfrm>
            <a:off x="4418012" y="5803900"/>
            <a:ext cx="152400" cy="152400"/>
          </a:xfrm>
          <a:prstGeom prst="ellipse">
            <a:avLst/>
          </a:prstGeom>
          <a:solidFill>
            <a:srgbClr val="3333CC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4" name="Google Shape;944;p42"/>
          <p:cNvSpPr txBox="1"/>
          <p:nvPr/>
        </p:nvSpPr>
        <p:spPr>
          <a:xfrm>
            <a:off x="5867400" y="4876800"/>
            <a:ext cx="373062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endParaRPr/>
          </a:p>
        </p:txBody>
      </p:sp>
      <p:sp>
        <p:nvSpPr>
          <p:cNvPr id="945" name="Google Shape;945;p42"/>
          <p:cNvSpPr txBox="1"/>
          <p:nvPr/>
        </p:nvSpPr>
        <p:spPr>
          <a:xfrm>
            <a:off x="5334000" y="4114800"/>
            <a:ext cx="34925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endParaRPr/>
          </a:p>
        </p:txBody>
      </p:sp>
      <p:cxnSp>
        <p:nvCxnSpPr>
          <p:cNvPr id="946" name="Google Shape;946;p42"/>
          <p:cNvCxnSpPr/>
          <p:nvPr/>
        </p:nvCxnSpPr>
        <p:spPr>
          <a:xfrm flipH="1">
            <a:off x="6664325" y="4419600"/>
            <a:ext cx="44450" cy="533400"/>
          </a:xfrm>
          <a:prstGeom prst="straightConnector1">
            <a:avLst/>
          </a:prstGeom>
          <a:noFill/>
          <a:ln cap="sq" cmpd="sng" w="9525">
            <a:solidFill>
              <a:srgbClr val="B2B2B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947" name="Google Shape;947;p42"/>
          <p:cNvSpPr/>
          <p:nvPr/>
        </p:nvSpPr>
        <p:spPr>
          <a:xfrm>
            <a:off x="6677025" y="4838700"/>
            <a:ext cx="123825" cy="142875"/>
          </a:xfrm>
          <a:custGeom>
            <a:rect b="b" l="l" r="r" t="t"/>
            <a:pathLst>
              <a:path extrusionOk="0" h="90" w="78">
                <a:moveTo>
                  <a:pt x="0" y="0"/>
                </a:moveTo>
                <a:lnTo>
                  <a:pt x="78" y="0"/>
                </a:lnTo>
                <a:lnTo>
                  <a:pt x="78" y="90"/>
                </a:lnTo>
              </a:path>
            </a:pathLst>
          </a:custGeom>
          <a:noFill/>
          <a:ln cap="sq" cmpd="sng" w="9525">
            <a:solidFill>
              <a:srgbClr val="B2B2B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948" name="Google Shape;948;p42"/>
          <p:cNvCxnSpPr/>
          <p:nvPr/>
        </p:nvCxnSpPr>
        <p:spPr>
          <a:xfrm>
            <a:off x="6019800" y="3971925"/>
            <a:ext cx="685800" cy="371475"/>
          </a:xfrm>
          <a:prstGeom prst="straightConnector1">
            <a:avLst/>
          </a:prstGeom>
          <a:noFill/>
          <a:ln cap="sq" cmpd="sng" w="9525">
            <a:solidFill>
              <a:srgbClr val="B2B2B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949" name="Google Shape;949;p42"/>
          <p:cNvSpPr/>
          <p:nvPr/>
        </p:nvSpPr>
        <p:spPr>
          <a:xfrm>
            <a:off x="6096000" y="3848100"/>
            <a:ext cx="117475" cy="184150"/>
          </a:xfrm>
          <a:custGeom>
            <a:rect b="b" l="l" r="r" t="t"/>
            <a:pathLst>
              <a:path extrusionOk="0" h="116" w="74">
                <a:moveTo>
                  <a:pt x="0" y="0"/>
                </a:moveTo>
                <a:lnTo>
                  <a:pt x="74" y="50"/>
                </a:lnTo>
                <a:lnTo>
                  <a:pt x="13" y="116"/>
                </a:lnTo>
              </a:path>
            </a:pathLst>
          </a:custGeom>
          <a:noFill/>
          <a:ln cap="sq" cmpd="sng" w="9525">
            <a:solidFill>
              <a:srgbClr val="B2B2B2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0" name="Google Shape;950;p42"/>
          <p:cNvSpPr txBox="1"/>
          <p:nvPr/>
        </p:nvSpPr>
        <p:spPr>
          <a:xfrm>
            <a:off x="4927600" y="4343400"/>
            <a:ext cx="465137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baseline="-2500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51" name="Google Shape;951;p42"/>
          <p:cNvSpPr txBox="1"/>
          <p:nvPr/>
        </p:nvSpPr>
        <p:spPr>
          <a:xfrm>
            <a:off x="8128000" y="5029200"/>
            <a:ext cx="465137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baseline="-2500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52" name="Google Shape;952;p42"/>
          <p:cNvSpPr txBox="1"/>
          <p:nvPr/>
        </p:nvSpPr>
        <p:spPr>
          <a:xfrm>
            <a:off x="7137400" y="1828800"/>
            <a:ext cx="465137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baseline="-25000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43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60" name="Google Shape;960;p43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Ray-Triangle Intersection</a:t>
            </a:r>
            <a:endParaRPr/>
          </a:p>
        </p:txBody>
      </p:sp>
      <p:sp>
        <p:nvSpPr>
          <p:cNvPr id="961" name="Google Shape;961;p43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general ray-polygon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try to be smarter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barycentric coordinates (XM)</a:t>
            </a:r>
            <a:endParaRPr/>
          </a:p>
        </p:txBody>
      </p:sp>
      <p:pic>
        <p:nvPicPr>
          <p:cNvPr id="962" name="Google Shape;96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4635500"/>
            <a:ext cx="774700" cy="54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3" name="Google Shape;963;p43"/>
          <p:cNvCxnSpPr/>
          <p:nvPr/>
        </p:nvCxnSpPr>
        <p:spPr>
          <a:xfrm flipH="1">
            <a:off x="5483225" y="4940300"/>
            <a:ext cx="692150" cy="1587"/>
          </a:xfrm>
          <a:prstGeom prst="straightConnector1">
            <a:avLst/>
          </a:prstGeom>
          <a:noFill/>
          <a:ln cap="sq" cmpd="sng" w="57225">
            <a:solidFill>
              <a:srgbClr val="CC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964" name="Google Shape;964;p43"/>
          <p:cNvCxnSpPr/>
          <p:nvPr/>
        </p:nvCxnSpPr>
        <p:spPr>
          <a:xfrm flipH="1">
            <a:off x="301625" y="4940300"/>
            <a:ext cx="1377950" cy="1587"/>
          </a:xfrm>
          <a:prstGeom prst="straightConnector1">
            <a:avLst/>
          </a:prstGeom>
          <a:noFill/>
          <a:ln cap="sq" cmpd="sng" w="28425">
            <a:solidFill>
              <a:srgbClr val="FF7C8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965" name="Google Shape;965;p43"/>
          <p:cNvSpPr txBox="1"/>
          <p:nvPr/>
        </p:nvSpPr>
        <p:spPr>
          <a:xfrm>
            <a:off x="6292850" y="4953000"/>
            <a:ext cx="471487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/>
          </a:p>
        </p:txBody>
      </p:sp>
      <p:sp>
        <p:nvSpPr>
          <p:cNvPr id="966" name="Google Shape;966;p43"/>
          <p:cNvSpPr txBox="1"/>
          <p:nvPr/>
        </p:nvSpPr>
        <p:spPr>
          <a:xfrm>
            <a:off x="5410200" y="4953000"/>
            <a:ext cx="471487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967" name="Google Shape;967;p43"/>
          <p:cNvSpPr/>
          <p:nvPr/>
        </p:nvSpPr>
        <p:spPr>
          <a:xfrm>
            <a:off x="1295400" y="3810000"/>
            <a:ext cx="1905000" cy="1905000"/>
          </a:xfrm>
          <a:custGeom>
            <a:rect b="b" l="l" r="r" t="t"/>
            <a:pathLst>
              <a:path extrusionOk="0" h="1200" w="1200">
                <a:moveTo>
                  <a:pt x="0" y="1104"/>
                </a:moveTo>
                <a:lnTo>
                  <a:pt x="864" y="0"/>
                </a:lnTo>
                <a:lnTo>
                  <a:pt x="1200" y="1200"/>
                </a:lnTo>
                <a:lnTo>
                  <a:pt x="0" y="1104"/>
                </a:lnTo>
                <a:close/>
              </a:path>
            </a:pathLst>
          </a:custGeom>
          <a:solidFill>
            <a:srgbClr val="CCCCFF"/>
          </a:solid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8" name="Google Shape;968;p43"/>
          <p:cNvSpPr/>
          <p:nvPr/>
        </p:nvSpPr>
        <p:spPr>
          <a:xfrm>
            <a:off x="1219200" y="54864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9" name="Google Shape;969;p43"/>
          <p:cNvSpPr/>
          <p:nvPr/>
        </p:nvSpPr>
        <p:spPr>
          <a:xfrm>
            <a:off x="3124200" y="56388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0" name="Google Shape;970;p43"/>
          <p:cNvSpPr/>
          <p:nvPr/>
        </p:nvSpPr>
        <p:spPr>
          <a:xfrm>
            <a:off x="2590800" y="37338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1" name="Google Shape;971;p43"/>
          <p:cNvSpPr txBox="1"/>
          <p:nvPr/>
        </p:nvSpPr>
        <p:spPr>
          <a:xfrm>
            <a:off x="2476500" y="3200400"/>
            <a:ext cx="3619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972" name="Google Shape;972;p43"/>
          <p:cNvSpPr txBox="1"/>
          <p:nvPr/>
        </p:nvSpPr>
        <p:spPr>
          <a:xfrm>
            <a:off x="1104900" y="5486400"/>
            <a:ext cx="3619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973" name="Google Shape;973;p43"/>
          <p:cNvSpPr txBox="1"/>
          <p:nvPr/>
        </p:nvSpPr>
        <p:spPr>
          <a:xfrm>
            <a:off x="3019425" y="5705475"/>
            <a:ext cx="3841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974" name="Google Shape;974;p43"/>
          <p:cNvSpPr/>
          <p:nvPr/>
        </p:nvSpPr>
        <p:spPr>
          <a:xfrm>
            <a:off x="2520950" y="4864100"/>
            <a:ext cx="152400" cy="152400"/>
          </a:xfrm>
          <a:prstGeom prst="ellipse">
            <a:avLst/>
          </a:prstGeom>
          <a:solidFill>
            <a:srgbClr val="CC0000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5" name="Google Shape;975;p43"/>
          <p:cNvSpPr txBox="1"/>
          <p:nvPr/>
        </p:nvSpPr>
        <p:spPr>
          <a:xfrm>
            <a:off x="2133600" y="4495800"/>
            <a:ext cx="40798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</p:txBody>
      </p:sp>
      <p:cxnSp>
        <p:nvCxnSpPr>
          <p:cNvPr id="976" name="Google Shape;976;p43"/>
          <p:cNvCxnSpPr/>
          <p:nvPr/>
        </p:nvCxnSpPr>
        <p:spPr>
          <a:xfrm flipH="1">
            <a:off x="2587625" y="4940300"/>
            <a:ext cx="3587750" cy="1587"/>
          </a:xfrm>
          <a:prstGeom prst="straightConnector1">
            <a:avLst/>
          </a:prstGeom>
          <a:noFill/>
          <a:ln cap="sq" cmpd="sng" w="28425">
            <a:solidFill>
              <a:srgbClr val="FF7C80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44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84" name="Google Shape;984;p44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Barycentric Definition of a Plane</a:t>
            </a:r>
            <a:endParaRPr/>
          </a:p>
        </p:txBody>
      </p:sp>
      <p:sp>
        <p:nvSpPr>
          <p:cNvPr id="985" name="Google Shape;985;p44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α, β, γ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+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+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γ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b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 + β + γ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=1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it explicit or implicit?</a:t>
            </a:r>
            <a:endParaRPr/>
          </a:p>
        </p:txBody>
      </p:sp>
      <p:sp>
        <p:nvSpPr>
          <p:cNvPr id="986" name="Google Shape;986;p44"/>
          <p:cNvSpPr txBox="1"/>
          <p:nvPr/>
        </p:nvSpPr>
        <p:spPr>
          <a:xfrm>
            <a:off x="6689725" y="990600"/>
            <a:ext cx="2079625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[Möbius, 1827]</a:t>
            </a:r>
            <a:endParaRPr/>
          </a:p>
        </p:txBody>
      </p:sp>
      <p:sp>
        <p:nvSpPr>
          <p:cNvPr id="987" name="Google Shape;987;p44"/>
          <p:cNvSpPr/>
          <p:nvPr/>
        </p:nvSpPr>
        <p:spPr>
          <a:xfrm>
            <a:off x="1219200" y="54864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8" name="Google Shape;988;p44"/>
          <p:cNvSpPr/>
          <p:nvPr/>
        </p:nvSpPr>
        <p:spPr>
          <a:xfrm>
            <a:off x="3124200" y="56388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9" name="Google Shape;989;p44"/>
          <p:cNvSpPr/>
          <p:nvPr/>
        </p:nvSpPr>
        <p:spPr>
          <a:xfrm>
            <a:off x="2590800" y="37338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0" name="Google Shape;990;p44"/>
          <p:cNvSpPr txBox="1"/>
          <p:nvPr/>
        </p:nvSpPr>
        <p:spPr>
          <a:xfrm>
            <a:off x="2476500" y="3200400"/>
            <a:ext cx="3619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991" name="Google Shape;991;p44"/>
          <p:cNvSpPr txBox="1"/>
          <p:nvPr/>
        </p:nvSpPr>
        <p:spPr>
          <a:xfrm>
            <a:off x="1104900" y="5486400"/>
            <a:ext cx="3619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992" name="Google Shape;992;p44"/>
          <p:cNvSpPr txBox="1"/>
          <p:nvPr/>
        </p:nvSpPr>
        <p:spPr>
          <a:xfrm>
            <a:off x="3019425" y="5705475"/>
            <a:ext cx="3841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993" name="Google Shape;993;p44"/>
          <p:cNvSpPr/>
          <p:nvPr/>
        </p:nvSpPr>
        <p:spPr>
          <a:xfrm>
            <a:off x="2520950" y="4864100"/>
            <a:ext cx="152400" cy="152400"/>
          </a:xfrm>
          <a:prstGeom prst="ellipse">
            <a:avLst/>
          </a:prstGeom>
          <a:solidFill>
            <a:srgbClr val="CC0000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4" name="Google Shape;994;p44"/>
          <p:cNvSpPr txBox="1"/>
          <p:nvPr/>
        </p:nvSpPr>
        <p:spPr>
          <a:xfrm>
            <a:off x="2133600" y="4495800"/>
            <a:ext cx="40798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</p:txBody>
      </p:sp>
      <p:sp>
        <p:nvSpPr>
          <p:cNvPr id="995" name="Google Shape;995;p44"/>
          <p:cNvSpPr txBox="1"/>
          <p:nvPr/>
        </p:nvSpPr>
        <p:spPr>
          <a:xfrm>
            <a:off x="4572000" y="3548062"/>
            <a:ext cx="3886200" cy="2289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is the </a:t>
            </a:r>
            <a:r>
              <a:rPr b="0" i="1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barycenter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single point upon which </a:t>
            </a:r>
            <a:b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plane would balance if </a:t>
            </a:r>
            <a:b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weights of size </a:t>
            </a:r>
            <a:r>
              <a:rPr b="0" i="0" lang="en-US" sz="2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α, β, &amp; γ</a:t>
            </a: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</a:t>
            </a:r>
            <a:b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placed on points a, b, &amp; c.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45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03" name="Google Shape;1003;p45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Barycentric Definition of a Triangle</a:t>
            </a:r>
            <a:endParaRPr/>
          </a:p>
        </p:txBody>
      </p:sp>
      <p:sp>
        <p:nvSpPr>
          <p:cNvPr id="1004" name="Google Shape;1004;p45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α, β, γ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+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+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γ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b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 + β + γ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=1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  0 &lt;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1   &amp;   0 &lt;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1   &amp;   0 &lt;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γ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1</a:t>
            </a:r>
            <a:b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1005" name="Google Shape;1005;p45"/>
          <p:cNvSpPr/>
          <p:nvPr/>
        </p:nvSpPr>
        <p:spPr>
          <a:xfrm>
            <a:off x="1295400" y="3810000"/>
            <a:ext cx="1905000" cy="1905000"/>
          </a:xfrm>
          <a:custGeom>
            <a:rect b="b" l="l" r="r" t="t"/>
            <a:pathLst>
              <a:path extrusionOk="0" h="1200" w="1200">
                <a:moveTo>
                  <a:pt x="0" y="1104"/>
                </a:moveTo>
                <a:lnTo>
                  <a:pt x="864" y="0"/>
                </a:lnTo>
                <a:lnTo>
                  <a:pt x="1200" y="1200"/>
                </a:lnTo>
                <a:lnTo>
                  <a:pt x="0" y="1104"/>
                </a:lnTo>
                <a:close/>
              </a:path>
            </a:pathLst>
          </a:custGeom>
          <a:solidFill>
            <a:srgbClr val="CCCCFF"/>
          </a:solid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6" name="Google Shape;1006;p45"/>
          <p:cNvSpPr/>
          <p:nvPr/>
        </p:nvSpPr>
        <p:spPr>
          <a:xfrm>
            <a:off x="1219200" y="54864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7" name="Google Shape;1007;p45"/>
          <p:cNvSpPr/>
          <p:nvPr/>
        </p:nvSpPr>
        <p:spPr>
          <a:xfrm>
            <a:off x="3124200" y="56388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8" name="Google Shape;1008;p45"/>
          <p:cNvSpPr/>
          <p:nvPr/>
        </p:nvSpPr>
        <p:spPr>
          <a:xfrm>
            <a:off x="2590800" y="37338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9" name="Google Shape;1009;p45"/>
          <p:cNvSpPr txBox="1"/>
          <p:nvPr/>
        </p:nvSpPr>
        <p:spPr>
          <a:xfrm>
            <a:off x="2476500" y="3200400"/>
            <a:ext cx="3619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010" name="Google Shape;1010;p45"/>
          <p:cNvSpPr txBox="1"/>
          <p:nvPr/>
        </p:nvSpPr>
        <p:spPr>
          <a:xfrm>
            <a:off x="1104900" y="5486400"/>
            <a:ext cx="3619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1011" name="Google Shape;1011;p45"/>
          <p:cNvSpPr txBox="1"/>
          <p:nvPr/>
        </p:nvSpPr>
        <p:spPr>
          <a:xfrm>
            <a:off x="3019425" y="5705475"/>
            <a:ext cx="3841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012" name="Google Shape;1012;p45"/>
          <p:cNvSpPr/>
          <p:nvPr/>
        </p:nvSpPr>
        <p:spPr>
          <a:xfrm>
            <a:off x="2520950" y="4864100"/>
            <a:ext cx="152400" cy="152400"/>
          </a:xfrm>
          <a:prstGeom prst="ellipse">
            <a:avLst/>
          </a:prstGeom>
          <a:solidFill>
            <a:srgbClr val="CC0000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3" name="Google Shape;1013;p45"/>
          <p:cNvSpPr txBox="1"/>
          <p:nvPr/>
        </p:nvSpPr>
        <p:spPr>
          <a:xfrm>
            <a:off x="2133600" y="4495800"/>
            <a:ext cx="40798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46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21" name="Google Shape;1021;p46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 We Compute </a:t>
            </a:r>
            <a:r>
              <a:rPr b="0" i="0" lang="en-US" sz="4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α, β, γ ?</a:t>
            </a:r>
            <a:endParaRPr/>
          </a:p>
        </p:txBody>
      </p:sp>
      <p:sp>
        <p:nvSpPr>
          <p:cNvPr id="1022" name="Google Shape;1022;p46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Ratio of opposite sub-triangle area to total area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A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/A    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A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/A    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γ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A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/A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signed areas for points outside the triangle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None/>
            </a:pP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</a:t>
            </a:r>
            <a:endParaRPr/>
          </a:p>
        </p:txBody>
      </p:sp>
      <p:sp>
        <p:nvSpPr>
          <p:cNvPr id="1023" name="Google Shape;1023;p46"/>
          <p:cNvSpPr/>
          <p:nvPr/>
        </p:nvSpPr>
        <p:spPr>
          <a:xfrm>
            <a:off x="1295400" y="3810000"/>
            <a:ext cx="1905000" cy="1905000"/>
          </a:xfrm>
          <a:custGeom>
            <a:rect b="b" l="l" r="r" t="t"/>
            <a:pathLst>
              <a:path extrusionOk="0" h="1200" w="1200">
                <a:moveTo>
                  <a:pt x="0" y="1104"/>
                </a:moveTo>
                <a:lnTo>
                  <a:pt x="864" y="0"/>
                </a:lnTo>
                <a:lnTo>
                  <a:pt x="1200" y="1200"/>
                </a:lnTo>
                <a:lnTo>
                  <a:pt x="0" y="1104"/>
                </a:lnTo>
                <a:close/>
              </a:path>
            </a:pathLst>
          </a:custGeom>
          <a:solidFill>
            <a:srgbClr val="CCCCFF"/>
          </a:solid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4" name="Google Shape;1024;p46"/>
          <p:cNvSpPr/>
          <p:nvPr/>
        </p:nvSpPr>
        <p:spPr>
          <a:xfrm>
            <a:off x="2590800" y="3810000"/>
            <a:ext cx="609600" cy="1905000"/>
          </a:xfrm>
          <a:custGeom>
            <a:rect b="b" l="l" r="r" t="t"/>
            <a:pathLst>
              <a:path extrusionOk="0" h="1200" w="384">
                <a:moveTo>
                  <a:pt x="0" y="720"/>
                </a:moveTo>
                <a:lnTo>
                  <a:pt x="384" y="1200"/>
                </a:lnTo>
                <a:lnTo>
                  <a:pt x="48" y="0"/>
                </a:lnTo>
                <a:lnTo>
                  <a:pt x="0" y="72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5" name="Google Shape;1025;p46"/>
          <p:cNvSpPr/>
          <p:nvPr/>
        </p:nvSpPr>
        <p:spPr>
          <a:xfrm>
            <a:off x="1219200" y="54864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6" name="Google Shape;1026;p46"/>
          <p:cNvSpPr/>
          <p:nvPr/>
        </p:nvSpPr>
        <p:spPr>
          <a:xfrm>
            <a:off x="3124200" y="56388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7" name="Google Shape;1027;p46"/>
          <p:cNvSpPr/>
          <p:nvPr/>
        </p:nvSpPr>
        <p:spPr>
          <a:xfrm>
            <a:off x="2590800" y="37338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8" name="Google Shape;1028;p46"/>
          <p:cNvSpPr txBox="1"/>
          <p:nvPr/>
        </p:nvSpPr>
        <p:spPr>
          <a:xfrm>
            <a:off x="2476500" y="3200400"/>
            <a:ext cx="3619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029" name="Google Shape;1029;p46"/>
          <p:cNvSpPr txBox="1"/>
          <p:nvPr/>
        </p:nvSpPr>
        <p:spPr>
          <a:xfrm>
            <a:off x="1104900" y="5486400"/>
            <a:ext cx="3619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1030" name="Google Shape;1030;p46"/>
          <p:cNvSpPr txBox="1"/>
          <p:nvPr/>
        </p:nvSpPr>
        <p:spPr>
          <a:xfrm>
            <a:off x="3019425" y="5705475"/>
            <a:ext cx="3841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031" name="Google Shape;1031;p46"/>
          <p:cNvSpPr/>
          <p:nvPr/>
        </p:nvSpPr>
        <p:spPr>
          <a:xfrm>
            <a:off x="2520950" y="4864100"/>
            <a:ext cx="152400" cy="152400"/>
          </a:xfrm>
          <a:prstGeom prst="ellipse">
            <a:avLst/>
          </a:prstGeom>
          <a:solidFill>
            <a:srgbClr val="CC0000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2" name="Google Shape;1032;p46"/>
          <p:cNvSpPr txBox="1"/>
          <p:nvPr/>
        </p:nvSpPr>
        <p:spPr>
          <a:xfrm>
            <a:off x="2133600" y="4495800"/>
            <a:ext cx="40798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</p:txBody>
      </p:sp>
      <p:sp>
        <p:nvSpPr>
          <p:cNvPr id="1033" name="Google Shape;1033;p46"/>
          <p:cNvSpPr txBox="1"/>
          <p:nvPr/>
        </p:nvSpPr>
        <p:spPr>
          <a:xfrm>
            <a:off x="2743200" y="3733800"/>
            <a:ext cx="577850" cy="6492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baseline="-25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1034" name="Google Shape;1034;p46"/>
          <p:cNvSpPr txBox="1"/>
          <p:nvPr/>
        </p:nvSpPr>
        <p:spPr>
          <a:xfrm>
            <a:off x="1066800" y="4116387"/>
            <a:ext cx="4746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cxnSp>
        <p:nvCxnSpPr>
          <p:cNvPr id="1035" name="Google Shape;1035;p46"/>
          <p:cNvCxnSpPr/>
          <p:nvPr/>
        </p:nvCxnSpPr>
        <p:spPr>
          <a:xfrm flipH="1">
            <a:off x="2740025" y="4191000"/>
            <a:ext cx="234950" cy="457200"/>
          </a:xfrm>
          <a:prstGeom prst="straightConnector1">
            <a:avLst/>
          </a:prstGeom>
          <a:noFill/>
          <a:ln cap="sq" cmpd="sng" w="76300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036" name="Google Shape;1036;p46"/>
          <p:cNvCxnSpPr/>
          <p:nvPr/>
        </p:nvCxnSpPr>
        <p:spPr>
          <a:xfrm>
            <a:off x="1495425" y="4543425"/>
            <a:ext cx="333375" cy="304800"/>
          </a:xfrm>
          <a:prstGeom prst="straightConnector1">
            <a:avLst/>
          </a:prstGeom>
          <a:noFill/>
          <a:ln cap="sq" cmpd="sng" w="76300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47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44" name="Google Shape;1044;p47"/>
          <p:cNvSpPr/>
          <p:nvPr/>
        </p:nvSpPr>
        <p:spPr>
          <a:xfrm>
            <a:off x="1295400" y="3810000"/>
            <a:ext cx="1905000" cy="1905000"/>
          </a:xfrm>
          <a:custGeom>
            <a:rect b="b" l="l" r="r" t="t"/>
            <a:pathLst>
              <a:path extrusionOk="0" h="1200" w="1200">
                <a:moveTo>
                  <a:pt x="0" y="1104"/>
                </a:moveTo>
                <a:lnTo>
                  <a:pt x="864" y="0"/>
                </a:lnTo>
                <a:lnTo>
                  <a:pt x="1200" y="1200"/>
                </a:lnTo>
                <a:lnTo>
                  <a:pt x="0" y="1104"/>
                </a:lnTo>
                <a:close/>
              </a:path>
            </a:pathLst>
          </a:custGeom>
          <a:solidFill>
            <a:srgbClr val="CCCCFF"/>
          </a:solid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5" name="Google Shape;1045;p47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Intuition Behind Area Formula</a:t>
            </a:r>
            <a:endParaRPr/>
          </a:p>
        </p:txBody>
      </p:sp>
      <p:sp>
        <p:nvSpPr>
          <p:cNvPr id="1046" name="Google Shape;1046;p47"/>
          <p:cNvSpPr txBox="1"/>
          <p:nvPr/>
        </p:nvSpPr>
        <p:spPr>
          <a:xfrm>
            <a:off x="381000" y="1066800"/>
            <a:ext cx="8763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is barycenter of a and Q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baseline="-25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the interpolation coefficient on aQ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points on lines parallel to bc have the same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b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(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such triangles have same height/area)</a:t>
            </a:r>
            <a:endParaRPr/>
          </a:p>
        </p:txBody>
      </p:sp>
      <p:sp>
        <p:nvSpPr>
          <p:cNvPr id="1047" name="Google Shape;1047;p47"/>
          <p:cNvSpPr/>
          <p:nvPr/>
        </p:nvSpPr>
        <p:spPr>
          <a:xfrm>
            <a:off x="2590800" y="3810000"/>
            <a:ext cx="609600" cy="1905000"/>
          </a:xfrm>
          <a:custGeom>
            <a:rect b="b" l="l" r="r" t="t"/>
            <a:pathLst>
              <a:path extrusionOk="0" h="1200" w="384">
                <a:moveTo>
                  <a:pt x="0" y="720"/>
                </a:moveTo>
                <a:lnTo>
                  <a:pt x="384" y="1200"/>
                </a:lnTo>
                <a:lnTo>
                  <a:pt x="48" y="0"/>
                </a:lnTo>
                <a:lnTo>
                  <a:pt x="0" y="72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48" name="Google Shape;1048;p47"/>
          <p:cNvCxnSpPr/>
          <p:nvPr/>
        </p:nvCxnSpPr>
        <p:spPr>
          <a:xfrm>
            <a:off x="2236787" y="3678237"/>
            <a:ext cx="776287" cy="2760662"/>
          </a:xfrm>
          <a:prstGeom prst="straightConnector1">
            <a:avLst/>
          </a:prstGeom>
          <a:noFill/>
          <a:ln cap="sq" cmpd="sng" w="38150">
            <a:solidFill>
              <a:srgbClr val="CC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49" name="Google Shape;1049;p47"/>
          <p:cNvCxnSpPr/>
          <p:nvPr/>
        </p:nvCxnSpPr>
        <p:spPr>
          <a:xfrm flipH="1" rot="10800000">
            <a:off x="1285875" y="4756150"/>
            <a:ext cx="1609725" cy="811212"/>
          </a:xfrm>
          <a:prstGeom prst="straightConnector1">
            <a:avLst/>
          </a:prstGeom>
          <a:noFill/>
          <a:ln cap="sq" cmpd="sng" w="38150">
            <a:solidFill>
              <a:srgbClr val="CC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50" name="Google Shape;1050;p47"/>
          <p:cNvSpPr/>
          <p:nvPr/>
        </p:nvSpPr>
        <p:spPr>
          <a:xfrm>
            <a:off x="2857500" y="4676775"/>
            <a:ext cx="152400" cy="152400"/>
          </a:xfrm>
          <a:prstGeom prst="ellipse">
            <a:avLst/>
          </a:prstGeom>
          <a:solidFill>
            <a:srgbClr val="CC0000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1" name="Google Shape;1051;p47"/>
          <p:cNvSpPr txBox="1"/>
          <p:nvPr/>
        </p:nvSpPr>
        <p:spPr>
          <a:xfrm>
            <a:off x="3114675" y="4421187"/>
            <a:ext cx="4746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endParaRPr/>
          </a:p>
        </p:txBody>
      </p:sp>
      <p:sp>
        <p:nvSpPr>
          <p:cNvPr id="1052" name="Google Shape;1052;p47"/>
          <p:cNvSpPr/>
          <p:nvPr/>
        </p:nvSpPr>
        <p:spPr>
          <a:xfrm>
            <a:off x="1219200" y="54864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3" name="Google Shape;1053;p47"/>
          <p:cNvSpPr/>
          <p:nvPr/>
        </p:nvSpPr>
        <p:spPr>
          <a:xfrm>
            <a:off x="3124200" y="56388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4" name="Google Shape;1054;p47"/>
          <p:cNvSpPr/>
          <p:nvPr/>
        </p:nvSpPr>
        <p:spPr>
          <a:xfrm>
            <a:off x="2590800" y="37338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5" name="Google Shape;1055;p47"/>
          <p:cNvSpPr txBox="1"/>
          <p:nvPr/>
        </p:nvSpPr>
        <p:spPr>
          <a:xfrm>
            <a:off x="2476500" y="3200400"/>
            <a:ext cx="3619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056" name="Google Shape;1056;p47"/>
          <p:cNvSpPr txBox="1"/>
          <p:nvPr/>
        </p:nvSpPr>
        <p:spPr>
          <a:xfrm>
            <a:off x="1104900" y="5486400"/>
            <a:ext cx="3619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1057" name="Google Shape;1057;p47"/>
          <p:cNvSpPr txBox="1"/>
          <p:nvPr/>
        </p:nvSpPr>
        <p:spPr>
          <a:xfrm>
            <a:off x="3019425" y="5705475"/>
            <a:ext cx="3841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058" name="Google Shape;1058;p47"/>
          <p:cNvSpPr/>
          <p:nvPr/>
        </p:nvSpPr>
        <p:spPr>
          <a:xfrm>
            <a:off x="2520950" y="4864100"/>
            <a:ext cx="152400" cy="152400"/>
          </a:xfrm>
          <a:prstGeom prst="ellipse">
            <a:avLst/>
          </a:prstGeom>
          <a:solidFill>
            <a:srgbClr val="CC0000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9" name="Google Shape;1059;p47"/>
          <p:cNvSpPr txBox="1"/>
          <p:nvPr/>
        </p:nvSpPr>
        <p:spPr>
          <a:xfrm>
            <a:off x="2133600" y="4495800"/>
            <a:ext cx="40798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</p:txBody>
      </p:sp>
      <p:sp>
        <p:nvSpPr>
          <p:cNvPr id="1060" name="Google Shape;1060;p47"/>
          <p:cNvSpPr txBox="1"/>
          <p:nvPr/>
        </p:nvSpPr>
        <p:spPr>
          <a:xfrm>
            <a:off x="2743200" y="3733800"/>
            <a:ext cx="577850" cy="6492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b="0" baseline="-25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cxnSp>
        <p:nvCxnSpPr>
          <p:cNvPr id="1061" name="Google Shape;1061;p47"/>
          <p:cNvCxnSpPr/>
          <p:nvPr/>
        </p:nvCxnSpPr>
        <p:spPr>
          <a:xfrm flipH="1">
            <a:off x="2740025" y="4191000"/>
            <a:ext cx="234950" cy="457200"/>
          </a:xfrm>
          <a:prstGeom prst="straightConnector1">
            <a:avLst/>
          </a:prstGeom>
          <a:noFill/>
          <a:ln cap="sq" cmpd="sng" w="76300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062" name="Google Shape;1062;p47"/>
          <p:cNvSpPr txBox="1"/>
          <p:nvPr/>
        </p:nvSpPr>
        <p:spPr>
          <a:xfrm>
            <a:off x="1066800" y="4116387"/>
            <a:ext cx="4746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cxnSp>
        <p:nvCxnSpPr>
          <p:cNvPr id="1063" name="Google Shape;1063;p47"/>
          <p:cNvCxnSpPr/>
          <p:nvPr/>
        </p:nvCxnSpPr>
        <p:spPr>
          <a:xfrm>
            <a:off x="1495425" y="4543425"/>
            <a:ext cx="333375" cy="304800"/>
          </a:xfrm>
          <a:prstGeom prst="straightConnector1">
            <a:avLst/>
          </a:prstGeom>
          <a:noFill/>
          <a:ln cap="sq" cmpd="sng" w="76300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064" name="Google Shape;1064;p47"/>
          <p:cNvCxnSpPr/>
          <p:nvPr/>
        </p:nvCxnSpPr>
        <p:spPr>
          <a:xfrm>
            <a:off x="6819900" y="1733550"/>
            <a:ext cx="457200" cy="1587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65" name="Google Shape;1065;p47"/>
          <p:cNvCxnSpPr/>
          <p:nvPr/>
        </p:nvCxnSpPr>
        <p:spPr>
          <a:xfrm>
            <a:off x="5638800" y="2333625"/>
            <a:ext cx="381000" cy="1587"/>
          </a:xfrm>
          <a:prstGeom prst="straightConnector1">
            <a:avLst/>
          </a:prstGeom>
          <a:noFill/>
          <a:ln cap="sq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48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73" name="Google Shape;1073;p48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Simplify</a:t>
            </a:r>
            <a:endParaRPr/>
          </a:p>
        </p:txBody>
      </p:sp>
      <p:sp>
        <p:nvSpPr>
          <p:cNvPr id="1074" name="Google Shape;1074;p48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 + β + γ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=1, we can write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 =1− β − γ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P(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α, β, γ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+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+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γ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P(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β, γ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b="0" baseline="-25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=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(1−β−γ)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+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+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γ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            </a:t>
            </a:r>
            <a:r>
              <a:rPr b="0" baseline="-25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a +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β(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b-a) +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γ(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5" name="Google Shape;1075;p48"/>
          <p:cNvSpPr/>
          <p:nvPr/>
        </p:nvSpPr>
        <p:spPr>
          <a:xfrm>
            <a:off x="1295400" y="3810000"/>
            <a:ext cx="1905000" cy="1905000"/>
          </a:xfrm>
          <a:custGeom>
            <a:rect b="b" l="l" r="r" t="t"/>
            <a:pathLst>
              <a:path extrusionOk="0" h="1200" w="1200">
                <a:moveTo>
                  <a:pt x="0" y="1104"/>
                </a:moveTo>
                <a:lnTo>
                  <a:pt x="864" y="0"/>
                </a:lnTo>
                <a:lnTo>
                  <a:pt x="1200" y="1200"/>
                </a:lnTo>
                <a:lnTo>
                  <a:pt x="0" y="1104"/>
                </a:lnTo>
                <a:close/>
              </a:path>
            </a:pathLst>
          </a:custGeom>
          <a:solidFill>
            <a:srgbClr val="CCCCFF"/>
          </a:solid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6" name="Google Shape;1076;p48"/>
          <p:cNvSpPr/>
          <p:nvPr/>
        </p:nvSpPr>
        <p:spPr>
          <a:xfrm>
            <a:off x="1219200" y="54864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7" name="Google Shape;1077;p48"/>
          <p:cNvSpPr/>
          <p:nvPr/>
        </p:nvSpPr>
        <p:spPr>
          <a:xfrm>
            <a:off x="3124200" y="56388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8" name="Google Shape;1078;p48"/>
          <p:cNvSpPr/>
          <p:nvPr/>
        </p:nvSpPr>
        <p:spPr>
          <a:xfrm>
            <a:off x="2590800" y="37338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9" name="Google Shape;1079;p48"/>
          <p:cNvSpPr txBox="1"/>
          <p:nvPr/>
        </p:nvSpPr>
        <p:spPr>
          <a:xfrm>
            <a:off x="2476500" y="3200400"/>
            <a:ext cx="3619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080" name="Google Shape;1080;p48"/>
          <p:cNvSpPr txBox="1"/>
          <p:nvPr/>
        </p:nvSpPr>
        <p:spPr>
          <a:xfrm>
            <a:off x="1104900" y="5486400"/>
            <a:ext cx="3619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1081" name="Google Shape;1081;p48"/>
          <p:cNvSpPr txBox="1"/>
          <p:nvPr/>
        </p:nvSpPr>
        <p:spPr>
          <a:xfrm>
            <a:off x="3019425" y="5705475"/>
            <a:ext cx="3841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082" name="Google Shape;1082;p48"/>
          <p:cNvSpPr/>
          <p:nvPr/>
        </p:nvSpPr>
        <p:spPr>
          <a:xfrm>
            <a:off x="2520950" y="4864100"/>
            <a:ext cx="152400" cy="152400"/>
          </a:xfrm>
          <a:prstGeom prst="ellipse">
            <a:avLst/>
          </a:prstGeom>
          <a:solidFill>
            <a:srgbClr val="CC0000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3" name="Google Shape;1083;p48"/>
          <p:cNvSpPr txBox="1"/>
          <p:nvPr/>
        </p:nvSpPr>
        <p:spPr>
          <a:xfrm>
            <a:off x="2133600" y="4495800"/>
            <a:ext cx="40798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</p:txBody>
      </p:sp>
      <p:sp>
        <p:nvSpPr>
          <p:cNvPr id="1084" name="Google Shape;1084;p48"/>
          <p:cNvSpPr txBox="1"/>
          <p:nvPr/>
        </p:nvSpPr>
        <p:spPr>
          <a:xfrm>
            <a:off x="5334000" y="4298950"/>
            <a:ext cx="259080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Non-orthogonal </a:t>
            </a:r>
            <a:b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coordinate system</a:t>
            </a:r>
            <a:b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plane</a:t>
            </a:r>
            <a:endParaRPr/>
          </a:p>
        </p:txBody>
      </p:sp>
      <p:cxnSp>
        <p:nvCxnSpPr>
          <p:cNvPr id="1085" name="Google Shape;1085;p48"/>
          <p:cNvCxnSpPr/>
          <p:nvPr/>
        </p:nvCxnSpPr>
        <p:spPr>
          <a:xfrm flipH="1" rot="10800000">
            <a:off x="2476500" y="3502025"/>
            <a:ext cx="2455862" cy="3187700"/>
          </a:xfrm>
          <a:prstGeom prst="straightConnector1">
            <a:avLst/>
          </a:prstGeom>
          <a:noFill/>
          <a:ln cap="sq" cmpd="sng" w="9525">
            <a:solidFill>
              <a:srgbClr val="3333CC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86" name="Google Shape;1086;p48"/>
          <p:cNvCxnSpPr/>
          <p:nvPr/>
        </p:nvCxnSpPr>
        <p:spPr>
          <a:xfrm>
            <a:off x="190500" y="3562350"/>
            <a:ext cx="8839200" cy="762000"/>
          </a:xfrm>
          <a:prstGeom prst="straightConnector1">
            <a:avLst/>
          </a:prstGeom>
          <a:noFill/>
          <a:ln cap="sq" cmpd="sng" w="9525">
            <a:solidFill>
              <a:srgbClr val="3333CC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87" name="Google Shape;1087;p48"/>
          <p:cNvCxnSpPr/>
          <p:nvPr/>
        </p:nvCxnSpPr>
        <p:spPr>
          <a:xfrm>
            <a:off x="266700" y="5461000"/>
            <a:ext cx="8458200" cy="728662"/>
          </a:xfrm>
          <a:prstGeom prst="straightConnector1">
            <a:avLst/>
          </a:prstGeom>
          <a:noFill/>
          <a:ln cap="sq" cmpd="sng" w="9525">
            <a:solidFill>
              <a:srgbClr val="3333CC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88" name="Google Shape;1088;p48"/>
          <p:cNvCxnSpPr/>
          <p:nvPr/>
        </p:nvCxnSpPr>
        <p:spPr>
          <a:xfrm flipH="1" rot="10800000">
            <a:off x="4686300" y="1368425"/>
            <a:ext cx="3976687" cy="5092700"/>
          </a:xfrm>
          <a:prstGeom prst="straightConnector1">
            <a:avLst/>
          </a:prstGeom>
          <a:noFill/>
          <a:ln cap="sq" cmpd="sng" w="9525">
            <a:solidFill>
              <a:srgbClr val="3333CC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89" name="Google Shape;1089;p48"/>
          <p:cNvCxnSpPr/>
          <p:nvPr/>
        </p:nvCxnSpPr>
        <p:spPr>
          <a:xfrm flipH="1" rot="10800000">
            <a:off x="6688137" y="3406775"/>
            <a:ext cx="2403475" cy="3089275"/>
          </a:xfrm>
          <a:prstGeom prst="straightConnector1">
            <a:avLst/>
          </a:prstGeom>
          <a:noFill/>
          <a:ln cap="sq" cmpd="sng" w="9525">
            <a:solidFill>
              <a:srgbClr val="3333CC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90" name="Google Shape;1090;p48"/>
          <p:cNvCxnSpPr/>
          <p:nvPr/>
        </p:nvCxnSpPr>
        <p:spPr>
          <a:xfrm flipH="1" rot="10800000">
            <a:off x="179387" y="2968625"/>
            <a:ext cx="982662" cy="1282700"/>
          </a:xfrm>
          <a:prstGeom prst="straightConnector1">
            <a:avLst/>
          </a:prstGeom>
          <a:noFill/>
          <a:ln cap="sq" cmpd="sng" w="9525">
            <a:solidFill>
              <a:srgbClr val="3333CC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91" name="Google Shape;1091;p48"/>
          <p:cNvCxnSpPr/>
          <p:nvPr/>
        </p:nvCxnSpPr>
        <p:spPr>
          <a:xfrm flipH="1" rot="10800000">
            <a:off x="466725" y="3349625"/>
            <a:ext cx="2540000" cy="3297237"/>
          </a:xfrm>
          <a:prstGeom prst="straightConnector1">
            <a:avLst/>
          </a:prstGeom>
          <a:noFill/>
          <a:ln cap="sq" cmpd="sng" w="9525">
            <a:solidFill>
              <a:srgbClr val="3333CC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092" name="Google Shape;1092;p48"/>
          <p:cNvCxnSpPr/>
          <p:nvPr/>
        </p:nvCxnSpPr>
        <p:spPr>
          <a:xfrm flipH="1" rot="10800000">
            <a:off x="1295400" y="3806825"/>
            <a:ext cx="1371600" cy="1758950"/>
          </a:xfrm>
          <a:prstGeom prst="straightConnector1">
            <a:avLst/>
          </a:prstGeom>
          <a:noFill/>
          <a:ln cap="sq" cmpd="sng" w="57225">
            <a:solidFill>
              <a:srgbClr val="3333CC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093" name="Google Shape;1093;p48"/>
          <p:cNvCxnSpPr/>
          <p:nvPr/>
        </p:nvCxnSpPr>
        <p:spPr>
          <a:xfrm>
            <a:off x="1295400" y="5562600"/>
            <a:ext cx="1905000" cy="152400"/>
          </a:xfrm>
          <a:prstGeom prst="straightConnector1">
            <a:avLst/>
          </a:prstGeom>
          <a:noFill/>
          <a:ln cap="sq" cmpd="sng" w="57225">
            <a:solidFill>
              <a:srgbClr val="3333CC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094" name="Google Shape;1094;p48"/>
          <p:cNvCxnSpPr/>
          <p:nvPr/>
        </p:nvCxnSpPr>
        <p:spPr>
          <a:xfrm>
            <a:off x="6400800" y="2297112"/>
            <a:ext cx="2514600" cy="217487"/>
          </a:xfrm>
          <a:prstGeom prst="straightConnector1">
            <a:avLst/>
          </a:prstGeom>
          <a:noFill/>
          <a:ln cap="sq" cmpd="sng" w="9525">
            <a:solidFill>
              <a:srgbClr val="3333CC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095" name="Google Shape;1095;p48"/>
          <p:cNvSpPr/>
          <p:nvPr/>
        </p:nvSpPr>
        <p:spPr>
          <a:xfrm>
            <a:off x="5638800" y="1968500"/>
            <a:ext cx="1397000" cy="850900"/>
          </a:xfrm>
          <a:custGeom>
            <a:rect b="b" l="l" r="r" t="t"/>
            <a:pathLst>
              <a:path extrusionOk="0" h="344" w="880">
                <a:moveTo>
                  <a:pt x="0" y="8"/>
                </a:moveTo>
                <a:cubicBezTo>
                  <a:pt x="328" y="4"/>
                  <a:pt x="656" y="0"/>
                  <a:pt x="768" y="56"/>
                </a:cubicBezTo>
                <a:cubicBezTo>
                  <a:pt x="880" y="112"/>
                  <a:pt x="776" y="228"/>
                  <a:pt x="672" y="344"/>
                </a:cubicBezTo>
              </a:path>
            </a:pathLst>
          </a:custGeom>
          <a:noFill/>
          <a:ln cap="sq" cmpd="sng" w="38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6" name="Google Shape;1096;p48"/>
          <p:cNvSpPr txBox="1"/>
          <p:nvPr/>
        </p:nvSpPr>
        <p:spPr>
          <a:xfrm>
            <a:off x="6934200" y="1828800"/>
            <a:ext cx="1066800" cy="3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rewrite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49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04" name="Google Shape;1104;p49"/>
          <p:cNvSpPr txBox="1"/>
          <p:nvPr/>
        </p:nvSpPr>
        <p:spPr>
          <a:xfrm>
            <a:off x="381000" y="152400"/>
            <a:ext cx="8763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Intersection with Barycentric Triangle</a:t>
            </a:r>
            <a:endParaRPr/>
          </a:p>
        </p:txBody>
      </p:sp>
      <p:sp>
        <p:nvSpPr>
          <p:cNvPr id="1105" name="Google Shape;1105;p49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ray equation equal to barycentric equation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</a:t>
            </a:r>
            <a:r>
              <a:rPr b="0" baseline="-25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P(t) = P(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β, γ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R</a:t>
            </a:r>
            <a:r>
              <a:rPr b="0" baseline="-25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t * R</a:t>
            </a:r>
            <a:r>
              <a:rPr b="0" baseline="-25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a +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β(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b-a) +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γ(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c-a) 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Intersection if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 β + γ &lt; 1   &amp;   β &gt; 0   &amp;   γ &gt; 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b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and t &gt; 0 (or t</a:t>
            </a:r>
            <a:r>
              <a:rPr b="0" baseline="-25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</a:br>
            <a:endParaRPr/>
          </a:p>
        </p:txBody>
      </p:sp>
      <p:pic>
        <p:nvPicPr>
          <p:cNvPr id="1106" name="Google Shape;110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4635500"/>
            <a:ext cx="774700" cy="54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7" name="Google Shape;1107;p49"/>
          <p:cNvCxnSpPr/>
          <p:nvPr/>
        </p:nvCxnSpPr>
        <p:spPr>
          <a:xfrm flipH="1">
            <a:off x="5483225" y="4940300"/>
            <a:ext cx="692150" cy="1587"/>
          </a:xfrm>
          <a:prstGeom prst="straightConnector1">
            <a:avLst/>
          </a:prstGeom>
          <a:noFill/>
          <a:ln cap="sq" cmpd="sng" w="57225">
            <a:solidFill>
              <a:srgbClr val="CC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108" name="Google Shape;1108;p49"/>
          <p:cNvCxnSpPr/>
          <p:nvPr/>
        </p:nvCxnSpPr>
        <p:spPr>
          <a:xfrm flipH="1">
            <a:off x="301625" y="4940300"/>
            <a:ext cx="1301750" cy="1587"/>
          </a:xfrm>
          <a:prstGeom prst="straightConnector1">
            <a:avLst/>
          </a:prstGeom>
          <a:noFill/>
          <a:ln cap="sq" cmpd="sng" w="28425">
            <a:solidFill>
              <a:srgbClr val="FF7C8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09" name="Google Shape;1109;p49"/>
          <p:cNvSpPr txBox="1"/>
          <p:nvPr/>
        </p:nvSpPr>
        <p:spPr>
          <a:xfrm>
            <a:off x="6292850" y="4953000"/>
            <a:ext cx="471487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/>
          </a:p>
        </p:txBody>
      </p:sp>
      <p:sp>
        <p:nvSpPr>
          <p:cNvPr id="1110" name="Google Shape;1110;p49"/>
          <p:cNvSpPr txBox="1"/>
          <p:nvPr/>
        </p:nvSpPr>
        <p:spPr>
          <a:xfrm>
            <a:off x="5410200" y="4953000"/>
            <a:ext cx="471487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1111" name="Google Shape;1111;p49"/>
          <p:cNvSpPr/>
          <p:nvPr/>
        </p:nvSpPr>
        <p:spPr>
          <a:xfrm>
            <a:off x="1295400" y="3810000"/>
            <a:ext cx="1905000" cy="1905000"/>
          </a:xfrm>
          <a:custGeom>
            <a:rect b="b" l="l" r="r" t="t"/>
            <a:pathLst>
              <a:path extrusionOk="0" h="1200" w="1200">
                <a:moveTo>
                  <a:pt x="0" y="1104"/>
                </a:moveTo>
                <a:lnTo>
                  <a:pt x="864" y="0"/>
                </a:lnTo>
                <a:lnTo>
                  <a:pt x="1200" y="1200"/>
                </a:lnTo>
                <a:lnTo>
                  <a:pt x="0" y="1104"/>
                </a:lnTo>
                <a:close/>
              </a:path>
            </a:pathLst>
          </a:custGeom>
          <a:solidFill>
            <a:srgbClr val="CCCCFF"/>
          </a:solid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2" name="Google Shape;1112;p49"/>
          <p:cNvSpPr/>
          <p:nvPr/>
        </p:nvSpPr>
        <p:spPr>
          <a:xfrm>
            <a:off x="1219200" y="54864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3" name="Google Shape;1113;p49"/>
          <p:cNvSpPr/>
          <p:nvPr/>
        </p:nvSpPr>
        <p:spPr>
          <a:xfrm>
            <a:off x="3124200" y="56388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4" name="Google Shape;1114;p49"/>
          <p:cNvSpPr/>
          <p:nvPr/>
        </p:nvSpPr>
        <p:spPr>
          <a:xfrm>
            <a:off x="2590800" y="37338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5" name="Google Shape;1115;p49"/>
          <p:cNvSpPr txBox="1"/>
          <p:nvPr/>
        </p:nvSpPr>
        <p:spPr>
          <a:xfrm>
            <a:off x="2476500" y="3200400"/>
            <a:ext cx="3619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116" name="Google Shape;1116;p49"/>
          <p:cNvSpPr txBox="1"/>
          <p:nvPr/>
        </p:nvSpPr>
        <p:spPr>
          <a:xfrm>
            <a:off x="1104900" y="5486400"/>
            <a:ext cx="3619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1117" name="Google Shape;1117;p49"/>
          <p:cNvSpPr txBox="1"/>
          <p:nvPr/>
        </p:nvSpPr>
        <p:spPr>
          <a:xfrm>
            <a:off x="3019425" y="5705475"/>
            <a:ext cx="3841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118" name="Google Shape;1118;p49"/>
          <p:cNvSpPr/>
          <p:nvPr/>
        </p:nvSpPr>
        <p:spPr>
          <a:xfrm>
            <a:off x="2520950" y="4864100"/>
            <a:ext cx="152400" cy="152400"/>
          </a:xfrm>
          <a:prstGeom prst="ellipse">
            <a:avLst/>
          </a:prstGeom>
          <a:solidFill>
            <a:srgbClr val="CC0000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9" name="Google Shape;1119;p49"/>
          <p:cNvSpPr txBox="1"/>
          <p:nvPr/>
        </p:nvSpPr>
        <p:spPr>
          <a:xfrm>
            <a:off x="2133600" y="4495800"/>
            <a:ext cx="40798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</p:txBody>
      </p:sp>
      <p:cxnSp>
        <p:nvCxnSpPr>
          <p:cNvPr id="1120" name="Google Shape;1120;p49"/>
          <p:cNvCxnSpPr/>
          <p:nvPr/>
        </p:nvCxnSpPr>
        <p:spPr>
          <a:xfrm flipH="1">
            <a:off x="2587625" y="4940300"/>
            <a:ext cx="3587750" cy="1587"/>
          </a:xfrm>
          <a:prstGeom prst="straightConnector1">
            <a:avLst/>
          </a:prstGeom>
          <a:noFill/>
          <a:ln cap="sq" cmpd="sng" w="28425">
            <a:solidFill>
              <a:srgbClr val="FF7C80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50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28" name="Google Shape;1128;p50"/>
          <p:cNvSpPr txBox="1"/>
          <p:nvPr/>
        </p:nvSpPr>
        <p:spPr>
          <a:xfrm>
            <a:off x="381000" y="152400"/>
            <a:ext cx="8763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Intersection with Barycentric Triangle</a:t>
            </a:r>
            <a:endParaRPr/>
          </a:p>
        </p:txBody>
      </p:sp>
      <p:sp>
        <p:nvSpPr>
          <p:cNvPr id="1129" name="Google Shape;1129;p50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t * R</a:t>
            </a:r>
            <a:r>
              <a:rPr b="0" baseline="-2500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a +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β(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b-a) + </a:t>
            </a:r>
            <a:r>
              <a:rPr b="0" i="0" lang="en-US" sz="32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γ(</a:t>
            </a: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c-a)</a:t>
            </a:r>
            <a:br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/>
          </a:p>
          <a:p>
            <a:pPr indent="-282575" lvl="1" marL="74295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ox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tR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dx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a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β(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+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γ(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282575" lvl="1" marL="74295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oy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tR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a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β(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+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γ(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282575" lvl="1" marL="74295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oz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tR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dz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a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β(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γ(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-a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Regroup &amp; write in matrix form: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0" name="Google Shape;1130;p50"/>
          <p:cNvSpPr/>
          <p:nvPr/>
        </p:nvSpPr>
        <p:spPr>
          <a:xfrm>
            <a:off x="6248400" y="1828800"/>
            <a:ext cx="152400" cy="15240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sq" cmpd="sng" w="38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1" name="Google Shape;1131;p50"/>
          <p:cNvSpPr txBox="1"/>
          <p:nvPr/>
        </p:nvSpPr>
        <p:spPr>
          <a:xfrm>
            <a:off x="6477000" y="2149475"/>
            <a:ext cx="19812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equations, </a:t>
            </a:r>
            <a:b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unknowns</a:t>
            </a:r>
            <a:endParaRPr/>
          </a:p>
        </p:txBody>
      </p:sp>
      <p:grpSp>
        <p:nvGrpSpPr>
          <p:cNvPr id="1132" name="Google Shape;1132;p50"/>
          <p:cNvGrpSpPr/>
          <p:nvPr/>
        </p:nvGrpSpPr>
        <p:grpSpPr>
          <a:xfrm>
            <a:off x="1293812" y="4343400"/>
            <a:ext cx="5638799" cy="1663700"/>
            <a:chOff x="815" y="2736"/>
            <a:chExt cx="3552" cy="1048"/>
          </a:xfrm>
        </p:grpSpPr>
        <p:sp>
          <p:nvSpPr>
            <p:cNvPr id="1133" name="Google Shape;1133;p50"/>
            <p:cNvSpPr txBox="1"/>
            <p:nvPr/>
          </p:nvSpPr>
          <p:spPr>
            <a:xfrm>
              <a:off x="3934" y="2736"/>
              <a:ext cx="79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134" name="Google Shape;1134;p50"/>
            <p:cNvSpPr txBox="1"/>
            <p:nvPr/>
          </p:nvSpPr>
          <p:spPr>
            <a:xfrm>
              <a:off x="1972" y="2736"/>
              <a:ext cx="79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135" name="Google Shape;1135;p50"/>
            <p:cNvSpPr txBox="1"/>
            <p:nvPr/>
          </p:nvSpPr>
          <p:spPr>
            <a:xfrm>
              <a:off x="1106" y="2736"/>
              <a:ext cx="79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136" name="Google Shape;1136;p50"/>
            <p:cNvSpPr txBox="1"/>
            <p:nvPr/>
          </p:nvSpPr>
          <p:spPr>
            <a:xfrm>
              <a:off x="3934" y="3447"/>
              <a:ext cx="79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137" name="Google Shape;1137;p50"/>
            <p:cNvSpPr txBox="1"/>
            <p:nvPr/>
          </p:nvSpPr>
          <p:spPr>
            <a:xfrm>
              <a:off x="3934" y="3091"/>
              <a:ext cx="79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138" name="Google Shape;1138;p50"/>
            <p:cNvSpPr txBox="1"/>
            <p:nvPr/>
          </p:nvSpPr>
          <p:spPr>
            <a:xfrm>
              <a:off x="1972" y="3447"/>
              <a:ext cx="79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139" name="Google Shape;1139;p50"/>
            <p:cNvSpPr txBox="1"/>
            <p:nvPr/>
          </p:nvSpPr>
          <p:spPr>
            <a:xfrm>
              <a:off x="1106" y="3447"/>
              <a:ext cx="79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140" name="Google Shape;1140;p50"/>
            <p:cNvSpPr txBox="1"/>
            <p:nvPr/>
          </p:nvSpPr>
          <p:spPr>
            <a:xfrm>
              <a:off x="1972" y="3091"/>
              <a:ext cx="79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141" name="Google Shape;1141;p50"/>
            <p:cNvSpPr txBox="1"/>
            <p:nvPr/>
          </p:nvSpPr>
          <p:spPr>
            <a:xfrm>
              <a:off x="1106" y="3091"/>
              <a:ext cx="79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142" name="Google Shape;1142;p50"/>
            <p:cNvSpPr txBox="1"/>
            <p:nvPr/>
          </p:nvSpPr>
          <p:spPr>
            <a:xfrm>
              <a:off x="4232" y="3621"/>
              <a:ext cx="12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oz</a:t>
              </a:r>
              <a:endParaRPr/>
            </a:p>
          </p:txBody>
        </p:sp>
        <p:sp>
          <p:nvSpPr>
            <p:cNvPr id="1143" name="Google Shape;1143;p50"/>
            <p:cNvSpPr txBox="1"/>
            <p:nvPr/>
          </p:nvSpPr>
          <p:spPr>
            <a:xfrm>
              <a:off x="3783" y="3621"/>
              <a:ext cx="52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endParaRPr/>
            </a:p>
          </p:txBody>
        </p:sp>
        <p:sp>
          <p:nvSpPr>
            <p:cNvPr id="1144" name="Google Shape;1144;p50"/>
            <p:cNvSpPr txBox="1"/>
            <p:nvPr/>
          </p:nvSpPr>
          <p:spPr>
            <a:xfrm>
              <a:off x="4239" y="3266"/>
              <a:ext cx="128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oy</a:t>
              </a:r>
              <a:endParaRPr/>
            </a:p>
          </p:txBody>
        </p:sp>
        <p:sp>
          <p:nvSpPr>
            <p:cNvPr id="1145" name="Google Shape;1145;p50"/>
            <p:cNvSpPr txBox="1"/>
            <p:nvPr/>
          </p:nvSpPr>
          <p:spPr>
            <a:xfrm>
              <a:off x="3778" y="3266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/>
            </a:p>
          </p:txBody>
        </p:sp>
        <p:sp>
          <p:nvSpPr>
            <p:cNvPr id="1146" name="Google Shape;1146;p50"/>
            <p:cNvSpPr txBox="1"/>
            <p:nvPr/>
          </p:nvSpPr>
          <p:spPr>
            <a:xfrm>
              <a:off x="4232" y="2910"/>
              <a:ext cx="128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ox</a:t>
              </a:r>
              <a:endParaRPr/>
            </a:p>
          </p:txBody>
        </p:sp>
        <p:sp>
          <p:nvSpPr>
            <p:cNvPr id="1147" name="Google Shape;1147;p50"/>
            <p:cNvSpPr txBox="1"/>
            <p:nvPr/>
          </p:nvSpPr>
          <p:spPr>
            <a:xfrm>
              <a:off x="3780" y="2910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/>
            </a:p>
          </p:txBody>
        </p:sp>
        <p:sp>
          <p:nvSpPr>
            <p:cNvPr id="1148" name="Google Shape;1148;p50"/>
            <p:cNvSpPr txBox="1"/>
            <p:nvPr/>
          </p:nvSpPr>
          <p:spPr>
            <a:xfrm>
              <a:off x="2683" y="3621"/>
              <a:ext cx="12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dz</a:t>
              </a:r>
              <a:endParaRPr/>
            </a:p>
          </p:txBody>
        </p:sp>
        <p:sp>
          <p:nvSpPr>
            <p:cNvPr id="1149" name="Google Shape;1149;p50"/>
            <p:cNvSpPr txBox="1"/>
            <p:nvPr/>
          </p:nvSpPr>
          <p:spPr>
            <a:xfrm>
              <a:off x="2226" y="3621"/>
              <a:ext cx="52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endParaRPr/>
            </a:p>
          </p:txBody>
        </p:sp>
        <p:sp>
          <p:nvSpPr>
            <p:cNvPr id="1150" name="Google Shape;1150;p50"/>
            <p:cNvSpPr txBox="1"/>
            <p:nvPr/>
          </p:nvSpPr>
          <p:spPr>
            <a:xfrm>
              <a:off x="1822" y="3621"/>
              <a:ext cx="52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endParaRPr/>
            </a:p>
          </p:txBody>
        </p:sp>
        <p:sp>
          <p:nvSpPr>
            <p:cNvPr id="1151" name="Google Shape;1151;p50"/>
            <p:cNvSpPr txBox="1"/>
            <p:nvPr/>
          </p:nvSpPr>
          <p:spPr>
            <a:xfrm>
              <a:off x="1359" y="3621"/>
              <a:ext cx="52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endParaRPr/>
            </a:p>
          </p:txBody>
        </p:sp>
        <p:sp>
          <p:nvSpPr>
            <p:cNvPr id="1152" name="Google Shape;1152;p50"/>
            <p:cNvSpPr txBox="1"/>
            <p:nvPr/>
          </p:nvSpPr>
          <p:spPr>
            <a:xfrm>
              <a:off x="956" y="3621"/>
              <a:ext cx="52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endParaRPr/>
            </a:p>
          </p:txBody>
        </p:sp>
        <p:sp>
          <p:nvSpPr>
            <p:cNvPr id="1153" name="Google Shape;1153;p50"/>
            <p:cNvSpPr txBox="1"/>
            <p:nvPr/>
          </p:nvSpPr>
          <p:spPr>
            <a:xfrm>
              <a:off x="2682" y="3266"/>
              <a:ext cx="128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dy</a:t>
              </a:r>
              <a:endParaRPr/>
            </a:p>
          </p:txBody>
        </p:sp>
        <p:sp>
          <p:nvSpPr>
            <p:cNvPr id="1154" name="Google Shape;1154;p50"/>
            <p:cNvSpPr txBox="1"/>
            <p:nvPr/>
          </p:nvSpPr>
          <p:spPr>
            <a:xfrm>
              <a:off x="2233" y="3266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/>
            </a:p>
          </p:txBody>
        </p:sp>
        <p:sp>
          <p:nvSpPr>
            <p:cNvPr id="1155" name="Google Shape;1155;p50"/>
            <p:cNvSpPr txBox="1"/>
            <p:nvPr/>
          </p:nvSpPr>
          <p:spPr>
            <a:xfrm>
              <a:off x="1816" y="3266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/>
            </a:p>
          </p:txBody>
        </p:sp>
        <p:sp>
          <p:nvSpPr>
            <p:cNvPr id="1156" name="Google Shape;1156;p50"/>
            <p:cNvSpPr txBox="1"/>
            <p:nvPr/>
          </p:nvSpPr>
          <p:spPr>
            <a:xfrm>
              <a:off x="1366" y="3266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/>
            </a:p>
          </p:txBody>
        </p:sp>
        <p:sp>
          <p:nvSpPr>
            <p:cNvPr id="1157" name="Google Shape;1157;p50"/>
            <p:cNvSpPr txBox="1"/>
            <p:nvPr/>
          </p:nvSpPr>
          <p:spPr>
            <a:xfrm>
              <a:off x="949" y="3266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/>
            </a:p>
          </p:txBody>
        </p:sp>
        <p:sp>
          <p:nvSpPr>
            <p:cNvPr id="1158" name="Google Shape;1158;p50"/>
            <p:cNvSpPr txBox="1"/>
            <p:nvPr/>
          </p:nvSpPr>
          <p:spPr>
            <a:xfrm>
              <a:off x="2680" y="2910"/>
              <a:ext cx="128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dx</a:t>
              </a:r>
              <a:endParaRPr/>
            </a:p>
          </p:txBody>
        </p:sp>
        <p:sp>
          <p:nvSpPr>
            <p:cNvPr id="1159" name="Google Shape;1159;p50"/>
            <p:cNvSpPr txBox="1"/>
            <p:nvPr/>
          </p:nvSpPr>
          <p:spPr>
            <a:xfrm>
              <a:off x="2226" y="2910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/>
            </a:p>
          </p:txBody>
        </p:sp>
        <p:sp>
          <p:nvSpPr>
            <p:cNvPr id="1160" name="Google Shape;1160;p50"/>
            <p:cNvSpPr txBox="1"/>
            <p:nvPr/>
          </p:nvSpPr>
          <p:spPr>
            <a:xfrm>
              <a:off x="1818" y="2910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/>
            </a:p>
          </p:txBody>
        </p:sp>
        <p:sp>
          <p:nvSpPr>
            <p:cNvPr id="1161" name="Google Shape;1161;p50"/>
            <p:cNvSpPr txBox="1"/>
            <p:nvPr/>
          </p:nvSpPr>
          <p:spPr>
            <a:xfrm>
              <a:off x="1359" y="2910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/>
            </a:p>
          </p:txBody>
        </p:sp>
        <p:sp>
          <p:nvSpPr>
            <p:cNvPr id="1162" name="Google Shape;1162;p50"/>
            <p:cNvSpPr txBox="1"/>
            <p:nvPr/>
          </p:nvSpPr>
          <p:spPr>
            <a:xfrm>
              <a:off x="952" y="2910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/>
            </a:p>
          </p:txBody>
        </p:sp>
        <p:sp>
          <p:nvSpPr>
            <p:cNvPr id="1163" name="Google Shape;1163;p50"/>
            <p:cNvSpPr txBox="1"/>
            <p:nvPr/>
          </p:nvSpPr>
          <p:spPr>
            <a:xfrm>
              <a:off x="4085" y="3474"/>
              <a:ext cx="146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  <p:sp>
          <p:nvSpPr>
            <p:cNvPr id="1164" name="Google Shape;1164;p50"/>
            <p:cNvSpPr txBox="1"/>
            <p:nvPr/>
          </p:nvSpPr>
          <p:spPr>
            <a:xfrm>
              <a:off x="3656" y="3474"/>
              <a:ext cx="119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165" name="Google Shape;1165;p50"/>
            <p:cNvSpPr txBox="1"/>
            <p:nvPr/>
          </p:nvSpPr>
          <p:spPr>
            <a:xfrm>
              <a:off x="4085" y="3118"/>
              <a:ext cx="146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  <p:sp>
          <p:nvSpPr>
            <p:cNvPr id="1166" name="Google Shape;1166;p50"/>
            <p:cNvSpPr txBox="1"/>
            <p:nvPr/>
          </p:nvSpPr>
          <p:spPr>
            <a:xfrm>
              <a:off x="3643" y="3118"/>
              <a:ext cx="119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167" name="Google Shape;1167;p50"/>
            <p:cNvSpPr txBox="1"/>
            <p:nvPr/>
          </p:nvSpPr>
          <p:spPr>
            <a:xfrm>
              <a:off x="4085" y="2763"/>
              <a:ext cx="146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  <p:sp>
          <p:nvSpPr>
            <p:cNvPr id="1168" name="Google Shape;1168;p50"/>
            <p:cNvSpPr txBox="1"/>
            <p:nvPr/>
          </p:nvSpPr>
          <p:spPr>
            <a:xfrm>
              <a:off x="3651" y="2763"/>
              <a:ext cx="119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169" name="Google Shape;1169;p50"/>
            <p:cNvSpPr txBox="1"/>
            <p:nvPr/>
          </p:nvSpPr>
          <p:spPr>
            <a:xfrm>
              <a:off x="2510" y="3474"/>
              <a:ext cx="146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  <p:sp>
          <p:nvSpPr>
            <p:cNvPr id="1170" name="Google Shape;1170;p50"/>
            <p:cNvSpPr txBox="1"/>
            <p:nvPr/>
          </p:nvSpPr>
          <p:spPr>
            <a:xfrm>
              <a:off x="2114" y="3474"/>
              <a:ext cx="106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1171" name="Google Shape;1171;p50"/>
            <p:cNvSpPr txBox="1"/>
            <p:nvPr/>
          </p:nvSpPr>
          <p:spPr>
            <a:xfrm>
              <a:off x="1694" y="3474"/>
              <a:ext cx="119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172" name="Google Shape;1172;p50"/>
            <p:cNvSpPr txBox="1"/>
            <p:nvPr/>
          </p:nvSpPr>
          <p:spPr>
            <a:xfrm>
              <a:off x="1242" y="3474"/>
              <a:ext cx="119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1173" name="Google Shape;1173;p50"/>
            <p:cNvSpPr txBox="1"/>
            <p:nvPr/>
          </p:nvSpPr>
          <p:spPr>
            <a:xfrm>
              <a:off x="828" y="3474"/>
              <a:ext cx="119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174" name="Google Shape;1174;p50"/>
            <p:cNvSpPr txBox="1"/>
            <p:nvPr/>
          </p:nvSpPr>
          <p:spPr>
            <a:xfrm>
              <a:off x="2503" y="3118"/>
              <a:ext cx="146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  <p:sp>
          <p:nvSpPr>
            <p:cNvPr id="1175" name="Google Shape;1175;p50"/>
            <p:cNvSpPr txBox="1"/>
            <p:nvPr/>
          </p:nvSpPr>
          <p:spPr>
            <a:xfrm>
              <a:off x="2114" y="3118"/>
              <a:ext cx="106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1176" name="Google Shape;1176;p50"/>
            <p:cNvSpPr txBox="1"/>
            <p:nvPr/>
          </p:nvSpPr>
          <p:spPr>
            <a:xfrm>
              <a:off x="1681" y="3118"/>
              <a:ext cx="119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177" name="Google Shape;1177;p50"/>
            <p:cNvSpPr txBox="1"/>
            <p:nvPr/>
          </p:nvSpPr>
          <p:spPr>
            <a:xfrm>
              <a:off x="1242" y="3118"/>
              <a:ext cx="119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1178" name="Google Shape;1178;p50"/>
            <p:cNvSpPr txBox="1"/>
            <p:nvPr/>
          </p:nvSpPr>
          <p:spPr>
            <a:xfrm>
              <a:off x="815" y="3118"/>
              <a:ext cx="119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179" name="Google Shape;1179;p50"/>
            <p:cNvSpPr txBox="1"/>
            <p:nvPr/>
          </p:nvSpPr>
          <p:spPr>
            <a:xfrm>
              <a:off x="2508" y="2763"/>
              <a:ext cx="146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  <p:sp>
          <p:nvSpPr>
            <p:cNvPr id="1180" name="Google Shape;1180;p50"/>
            <p:cNvSpPr txBox="1"/>
            <p:nvPr/>
          </p:nvSpPr>
          <p:spPr>
            <a:xfrm>
              <a:off x="2114" y="2763"/>
              <a:ext cx="106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1181" name="Google Shape;1181;p50"/>
            <p:cNvSpPr txBox="1"/>
            <p:nvPr/>
          </p:nvSpPr>
          <p:spPr>
            <a:xfrm>
              <a:off x="1690" y="2763"/>
              <a:ext cx="119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182" name="Google Shape;1182;p50"/>
            <p:cNvSpPr txBox="1"/>
            <p:nvPr/>
          </p:nvSpPr>
          <p:spPr>
            <a:xfrm>
              <a:off x="1242" y="2763"/>
              <a:ext cx="119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1183" name="Google Shape;1183;p50"/>
            <p:cNvSpPr txBox="1"/>
            <p:nvPr/>
          </p:nvSpPr>
          <p:spPr>
            <a:xfrm>
              <a:off x="823" y="2763"/>
              <a:ext cx="119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</p:grpSp>
      <p:grpSp>
        <p:nvGrpSpPr>
          <p:cNvPr id="1184" name="Google Shape;1184;p50"/>
          <p:cNvGrpSpPr/>
          <p:nvPr/>
        </p:nvGrpSpPr>
        <p:grpSpPr>
          <a:xfrm>
            <a:off x="1146175" y="4408487"/>
            <a:ext cx="5948362" cy="1685925"/>
            <a:chOff x="722" y="2777"/>
            <a:chExt cx="3747" cy="1062"/>
          </a:xfrm>
        </p:grpSpPr>
        <p:sp>
          <p:nvSpPr>
            <p:cNvPr id="1185" name="Google Shape;1185;p50"/>
            <p:cNvSpPr txBox="1"/>
            <p:nvPr/>
          </p:nvSpPr>
          <p:spPr>
            <a:xfrm>
              <a:off x="4382" y="3475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⎥</a:t>
              </a:r>
              <a:endParaRPr/>
            </a:p>
          </p:txBody>
        </p:sp>
        <p:sp>
          <p:nvSpPr>
            <p:cNvPr id="1186" name="Google Shape;1186;p50"/>
            <p:cNvSpPr txBox="1"/>
            <p:nvPr/>
          </p:nvSpPr>
          <p:spPr>
            <a:xfrm>
              <a:off x="4382" y="3248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⎥</a:t>
              </a:r>
              <a:endParaRPr/>
            </a:p>
          </p:txBody>
        </p:sp>
        <p:sp>
          <p:nvSpPr>
            <p:cNvPr id="1187" name="Google Shape;1187;p50"/>
            <p:cNvSpPr txBox="1"/>
            <p:nvPr/>
          </p:nvSpPr>
          <p:spPr>
            <a:xfrm>
              <a:off x="4382" y="3021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⎥</a:t>
              </a:r>
              <a:endParaRPr/>
            </a:p>
          </p:txBody>
        </p:sp>
        <p:sp>
          <p:nvSpPr>
            <p:cNvPr id="1188" name="Google Shape;1188;p50"/>
            <p:cNvSpPr txBox="1"/>
            <p:nvPr/>
          </p:nvSpPr>
          <p:spPr>
            <a:xfrm>
              <a:off x="4382" y="3552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⎦</a:t>
              </a:r>
              <a:endParaRPr/>
            </a:p>
          </p:txBody>
        </p:sp>
        <p:sp>
          <p:nvSpPr>
            <p:cNvPr id="1189" name="Google Shape;1189;p50"/>
            <p:cNvSpPr txBox="1"/>
            <p:nvPr/>
          </p:nvSpPr>
          <p:spPr>
            <a:xfrm>
              <a:off x="4382" y="2794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⎤</a:t>
              </a:r>
              <a:endParaRPr/>
            </a:p>
          </p:txBody>
        </p:sp>
        <p:sp>
          <p:nvSpPr>
            <p:cNvPr id="1190" name="Google Shape;1190;p50"/>
            <p:cNvSpPr txBox="1"/>
            <p:nvPr/>
          </p:nvSpPr>
          <p:spPr>
            <a:xfrm>
              <a:off x="3549" y="3475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⎢</a:t>
              </a:r>
              <a:endParaRPr/>
            </a:p>
          </p:txBody>
        </p:sp>
        <p:sp>
          <p:nvSpPr>
            <p:cNvPr id="1191" name="Google Shape;1191;p50"/>
            <p:cNvSpPr txBox="1"/>
            <p:nvPr/>
          </p:nvSpPr>
          <p:spPr>
            <a:xfrm>
              <a:off x="3549" y="3248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⎢</a:t>
              </a:r>
              <a:endParaRPr/>
            </a:p>
          </p:txBody>
        </p:sp>
        <p:sp>
          <p:nvSpPr>
            <p:cNvPr id="1192" name="Google Shape;1192;p50"/>
            <p:cNvSpPr txBox="1"/>
            <p:nvPr/>
          </p:nvSpPr>
          <p:spPr>
            <a:xfrm>
              <a:off x="3549" y="3021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⎢</a:t>
              </a:r>
              <a:endParaRPr/>
            </a:p>
          </p:txBody>
        </p:sp>
        <p:sp>
          <p:nvSpPr>
            <p:cNvPr id="1193" name="Google Shape;1193;p50"/>
            <p:cNvSpPr txBox="1"/>
            <p:nvPr/>
          </p:nvSpPr>
          <p:spPr>
            <a:xfrm>
              <a:off x="3549" y="3552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⎣</a:t>
              </a:r>
              <a:endParaRPr/>
            </a:p>
          </p:txBody>
        </p:sp>
        <p:sp>
          <p:nvSpPr>
            <p:cNvPr id="1194" name="Google Shape;1194;p50"/>
            <p:cNvSpPr txBox="1"/>
            <p:nvPr/>
          </p:nvSpPr>
          <p:spPr>
            <a:xfrm>
              <a:off x="3549" y="2794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⎡</a:t>
              </a:r>
              <a:endParaRPr/>
            </a:p>
          </p:txBody>
        </p:sp>
        <p:sp>
          <p:nvSpPr>
            <p:cNvPr id="1195" name="Google Shape;1195;p50"/>
            <p:cNvSpPr txBox="1"/>
            <p:nvPr/>
          </p:nvSpPr>
          <p:spPr>
            <a:xfrm>
              <a:off x="3329" y="3132"/>
              <a:ext cx="190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=</a:t>
              </a:r>
              <a:endParaRPr/>
            </a:p>
          </p:txBody>
        </p:sp>
        <p:sp>
          <p:nvSpPr>
            <p:cNvPr id="1196" name="Google Shape;1196;p50"/>
            <p:cNvSpPr txBox="1"/>
            <p:nvPr/>
          </p:nvSpPr>
          <p:spPr>
            <a:xfrm>
              <a:off x="3209" y="3475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⎥</a:t>
              </a:r>
              <a:endParaRPr/>
            </a:p>
          </p:txBody>
        </p:sp>
        <p:sp>
          <p:nvSpPr>
            <p:cNvPr id="1197" name="Google Shape;1197;p50"/>
            <p:cNvSpPr txBox="1"/>
            <p:nvPr/>
          </p:nvSpPr>
          <p:spPr>
            <a:xfrm>
              <a:off x="3209" y="3248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⎥</a:t>
              </a:r>
              <a:endParaRPr/>
            </a:p>
          </p:txBody>
        </p:sp>
        <p:sp>
          <p:nvSpPr>
            <p:cNvPr id="1198" name="Google Shape;1198;p50"/>
            <p:cNvSpPr txBox="1"/>
            <p:nvPr/>
          </p:nvSpPr>
          <p:spPr>
            <a:xfrm>
              <a:off x="3209" y="3021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⎥</a:t>
              </a:r>
              <a:endParaRPr/>
            </a:p>
          </p:txBody>
        </p:sp>
        <p:sp>
          <p:nvSpPr>
            <p:cNvPr id="1199" name="Google Shape;1199;p50"/>
            <p:cNvSpPr txBox="1"/>
            <p:nvPr/>
          </p:nvSpPr>
          <p:spPr>
            <a:xfrm>
              <a:off x="3209" y="3552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⎦</a:t>
              </a:r>
              <a:endParaRPr/>
            </a:p>
          </p:txBody>
        </p:sp>
        <p:sp>
          <p:nvSpPr>
            <p:cNvPr id="1200" name="Google Shape;1200;p50"/>
            <p:cNvSpPr txBox="1"/>
            <p:nvPr/>
          </p:nvSpPr>
          <p:spPr>
            <a:xfrm>
              <a:off x="3209" y="2794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⎤</a:t>
              </a:r>
              <a:endParaRPr/>
            </a:p>
          </p:txBody>
        </p:sp>
        <p:sp>
          <p:nvSpPr>
            <p:cNvPr id="1201" name="Google Shape;1201;p50"/>
            <p:cNvSpPr txBox="1"/>
            <p:nvPr/>
          </p:nvSpPr>
          <p:spPr>
            <a:xfrm>
              <a:off x="2942" y="3475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⎢</a:t>
              </a:r>
              <a:endParaRPr/>
            </a:p>
          </p:txBody>
        </p:sp>
        <p:sp>
          <p:nvSpPr>
            <p:cNvPr id="1202" name="Google Shape;1202;p50"/>
            <p:cNvSpPr txBox="1"/>
            <p:nvPr/>
          </p:nvSpPr>
          <p:spPr>
            <a:xfrm>
              <a:off x="2942" y="3248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⎢</a:t>
              </a:r>
              <a:endParaRPr/>
            </a:p>
          </p:txBody>
        </p:sp>
        <p:sp>
          <p:nvSpPr>
            <p:cNvPr id="1203" name="Google Shape;1203;p50"/>
            <p:cNvSpPr txBox="1"/>
            <p:nvPr/>
          </p:nvSpPr>
          <p:spPr>
            <a:xfrm>
              <a:off x="2942" y="3021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⎢</a:t>
              </a:r>
              <a:endParaRPr/>
            </a:p>
          </p:txBody>
        </p:sp>
        <p:sp>
          <p:nvSpPr>
            <p:cNvPr id="1204" name="Google Shape;1204;p50"/>
            <p:cNvSpPr txBox="1"/>
            <p:nvPr/>
          </p:nvSpPr>
          <p:spPr>
            <a:xfrm>
              <a:off x="2942" y="3552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⎣</a:t>
              </a:r>
              <a:endParaRPr/>
            </a:p>
          </p:txBody>
        </p:sp>
        <p:sp>
          <p:nvSpPr>
            <p:cNvPr id="1205" name="Google Shape;1205;p50"/>
            <p:cNvSpPr txBox="1"/>
            <p:nvPr/>
          </p:nvSpPr>
          <p:spPr>
            <a:xfrm>
              <a:off x="2942" y="2794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⎡</a:t>
              </a:r>
              <a:endParaRPr/>
            </a:p>
          </p:txBody>
        </p:sp>
        <p:sp>
          <p:nvSpPr>
            <p:cNvPr id="1206" name="Google Shape;1206;p50"/>
            <p:cNvSpPr txBox="1"/>
            <p:nvPr/>
          </p:nvSpPr>
          <p:spPr>
            <a:xfrm>
              <a:off x="2835" y="3475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⎥</a:t>
              </a:r>
              <a:endParaRPr/>
            </a:p>
          </p:txBody>
        </p:sp>
        <p:sp>
          <p:nvSpPr>
            <p:cNvPr id="1207" name="Google Shape;1207;p50"/>
            <p:cNvSpPr txBox="1"/>
            <p:nvPr/>
          </p:nvSpPr>
          <p:spPr>
            <a:xfrm>
              <a:off x="2835" y="3248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⎥</a:t>
              </a:r>
              <a:endParaRPr/>
            </a:p>
          </p:txBody>
        </p:sp>
        <p:sp>
          <p:nvSpPr>
            <p:cNvPr id="1208" name="Google Shape;1208;p50"/>
            <p:cNvSpPr txBox="1"/>
            <p:nvPr/>
          </p:nvSpPr>
          <p:spPr>
            <a:xfrm>
              <a:off x="2835" y="3021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⎥</a:t>
              </a:r>
              <a:endParaRPr/>
            </a:p>
          </p:txBody>
        </p:sp>
        <p:sp>
          <p:nvSpPr>
            <p:cNvPr id="1209" name="Google Shape;1209;p50"/>
            <p:cNvSpPr txBox="1"/>
            <p:nvPr/>
          </p:nvSpPr>
          <p:spPr>
            <a:xfrm>
              <a:off x="2835" y="3552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⎦</a:t>
              </a:r>
              <a:endParaRPr/>
            </a:p>
          </p:txBody>
        </p:sp>
        <p:sp>
          <p:nvSpPr>
            <p:cNvPr id="1210" name="Google Shape;1210;p50"/>
            <p:cNvSpPr txBox="1"/>
            <p:nvPr/>
          </p:nvSpPr>
          <p:spPr>
            <a:xfrm>
              <a:off x="2835" y="2794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⎤</a:t>
              </a:r>
              <a:endParaRPr/>
            </a:p>
          </p:txBody>
        </p:sp>
        <p:sp>
          <p:nvSpPr>
            <p:cNvPr id="1211" name="Google Shape;1211;p50"/>
            <p:cNvSpPr txBox="1"/>
            <p:nvPr/>
          </p:nvSpPr>
          <p:spPr>
            <a:xfrm>
              <a:off x="722" y="3475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⎢</a:t>
              </a:r>
              <a:endParaRPr/>
            </a:p>
          </p:txBody>
        </p:sp>
        <p:sp>
          <p:nvSpPr>
            <p:cNvPr id="1212" name="Google Shape;1212;p50"/>
            <p:cNvSpPr txBox="1"/>
            <p:nvPr/>
          </p:nvSpPr>
          <p:spPr>
            <a:xfrm>
              <a:off x="722" y="3248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⎢</a:t>
              </a:r>
              <a:endParaRPr/>
            </a:p>
          </p:txBody>
        </p:sp>
        <p:sp>
          <p:nvSpPr>
            <p:cNvPr id="1213" name="Google Shape;1213;p50"/>
            <p:cNvSpPr txBox="1"/>
            <p:nvPr/>
          </p:nvSpPr>
          <p:spPr>
            <a:xfrm>
              <a:off x="722" y="3021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⎢</a:t>
              </a:r>
              <a:endParaRPr/>
            </a:p>
          </p:txBody>
        </p:sp>
        <p:sp>
          <p:nvSpPr>
            <p:cNvPr id="1214" name="Google Shape;1214;p50"/>
            <p:cNvSpPr txBox="1"/>
            <p:nvPr/>
          </p:nvSpPr>
          <p:spPr>
            <a:xfrm>
              <a:off x="722" y="3552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⎣</a:t>
              </a:r>
              <a:endParaRPr/>
            </a:p>
          </p:txBody>
        </p:sp>
        <p:sp>
          <p:nvSpPr>
            <p:cNvPr id="1215" name="Google Shape;1215;p50"/>
            <p:cNvSpPr txBox="1"/>
            <p:nvPr/>
          </p:nvSpPr>
          <p:spPr>
            <a:xfrm>
              <a:off x="722" y="2794"/>
              <a:ext cx="87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0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⎡</a:t>
              </a:r>
              <a:endParaRPr/>
            </a:p>
          </p:txBody>
        </p:sp>
        <p:sp>
          <p:nvSpPr>
            <p:cNvPr id="1216" name="Google Shape;1216;p50"/>
            <p:cNvSpPr txBox="1"/>
            <p:nvPr/>
          </p:nvSpPr>
          <p:spPr>
            <a:xfrm>
              <a:off x="3075" y="3515"/>
              <a:ext cx="66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Times New Roman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</a:t>
              </a:r>
              <a:endParaRPr/>
            </a:p>
          </p:txBody>
        </p:sp>
        <p:sp>
          <p:nvSpPr>
            <p:cNvPr id="1217" name="Google Shape;1217;p50"/>
            <p:cNvSpPr txBox="1"/>
            <p:nvPr/>
          </p:nvSpPr>
          <p:spPr>
            <a:xfrm>
              <a:off x="3025" y="3132"/>
              <a:ext cx="135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γ</a:t>
              </a:r>
              <a:endParaRPr/>
            </a:p>
          </p:txBody>
        </p:sp>
        <p:sp>
          <p:nvSpPr>
            <p:cNvPr id="1218" name="Google Shape;1218;p50"/>
            <p:cNvSpPr txBox="1"/>
            <p:nvPr/>
          </p:nvSpPr>
          <p:spPr>
            <a:xfrm>
              <a:off x="3040" y="2777"/>
              <a:ext cx="131" cy="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Noto Sans Symbols"/>
                <a:buNone/>
              </a:pPr>
              <a:r>
                <a:rPr b="0" i="1" lang="en-US" sz="30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β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51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226" name="Google Shape;1226;p51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Cramer’s Rule</a:t>
            </a:r>
            <a:endParaRPr/>
          </a:p>
        </p:txBody>
      </p:sp>
      <p:grpSp>
        <p:nvGrpSpPr>
          <p:cNvPr id="1227" name="Google Shape;1227;p51"/>
          <p:cNvGrpSpPr/>
          <p:nvPr/>
        </p:nvGrpSpPr>
        <p:grpSpPr>
          <a:xfrm>
            <a:off x="4770437" y="1770062"/>
            <a:ext cx="4030662" cy="2112962"/>
            <a:chOff x="3005" y="1115"/>
            <a:chExt cx="2539" cy="1331"/>
          </a:xfrm>
        </p:grpSpPr>
        <p:cxnSp>
          <p:nvCxnSpPr>
            <p:cNvPr id="1228" name="Google Shape;1228;p51"/>
            <p:cNvCxnSpPr/>
            <p:nvPr/>
          </p:nvCxnSpPr>
          <p:spPr>
            <a:xfrm>
              <a:off x="3422" y="1125"/>
              <a:ext cx="0" cy="972"/>
            </a:xfrm>
            <a:prstGeom prst="straightConnector1">
              <a:avLst/>
            </a:prstGeom>
            <a:noFill/>
            <a:ln cap="sq" cmpd="sng" w="158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29" name="Google Shape;1229;p51"/>
            <p:cNvCxnSpPr/>
            <p:nvPr/>
          </p:nvCxnSpPr>
          <p:spPr>
            <a:xfrm>
              <a:off x="5544" y="1125"/>
              <a:ext cx="0" cy="972"/>
            </a:xfrm>
            <a:prstGeom prst="straightConnector1">
              <a:avLst/>
            </a:prstGeom>
            <a:noFill/>
            <a:ln cap="sq" cmpd="sng" w="158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30" name="Google Shape;1230;p51"/>
            <p:cNvCxnSpPr/>
            <p:nvPr/>
          </p:nvCxnSpPr>
          <p:spPr>
            <a:xfrm>
              <a:off x="4350" y="2170"/>
              <a:ext cx="0" cy="276"/>
            </a:xfrm>
            <a:prstGeom prst="straightConnector1">
              <a:avLst/>
            </a:prstGeom>
            <a:noFill/>
            <a:ln cap="sq" cmpd="sng" w="158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31" name="Google Shape;1231;p51"/>
            <p:cNvCxnSpPr/>
            <p:nvPr/>
          </p:nvCxnSpPr>
          <p:spPr>
            <a:xfrm>
              <a:off x="4560" y="2170"/>
              <a:ext cx="0" cy="276"/>
            </a:xfrm>
            <a:prstGeom prst="straightConnector1">
              <a:avLst/>
            </a:prstGeom>
            <a:noFill/>
            <a:ln cap="sq" cmpd="sng" w="158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32" name="Google Shape;1232;p51"/>
            <p:cNvCxnSpPr/>
            <p:nvPr/>
          </p:nvCxnSpPr>
          <p:spPr>
            <a:xfrm>
              <a:off x="3397" y="2128"/>
              <a:ext cx="2102" cy="0"/>
            </a:xfrm>
            <a:prstGeom prst="straightConnector1">
              <a:avLst/>
            </a:prstGeom>
            <a:noFill/>
            <a:ln cap="sq" cmpd="sng" w="158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33" name="Google Shape;1233;p51"/>
            <p:cNvSpPr txBox="1"/>
            <p:nvPr/>
          </p:nvSpPr>
          <p:spPr>
            <a:xfrm>
              <a:off x="4393" y="2160"/>
              <a:ext cx="14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234" name="Google Shape;1234;p51"/>
            <p:cNvSpPr txBox="1"/>
            <p:nvPr/>
          </p:nvSpPr>
          <p:spPr>
            <a:xfrm>
              <a:off x="5200" y="1811"/>
              <a:ext cx="14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  <p:sp>
          <p:nvSpPr>
            <p:cNvPr id="1235" name="Google Shape;1235;p51"/>
            <p:cNvSpPr txBox="1"/>
            <p:nvPr/>
          </p:nvSpPr>
          <p:spPr>
            <a:xfrm>
              <a:off x="4727" y="1811"/>
              <a:ext cx="14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  <p:sp>
          <p:nvSpPr>
            <p:cNvPr id="1236" name="Google Shape;1236;p51"/>
            <p:cNvSpPr txBox="1"/>
            <p:nvPr/>
          </p:nvSpPr>
          <p:spPr>
            <a:xfrm>
              <a:off x="4306" y="1811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237" name="Google Shape;1237;p51"/>
            <p:cNvSpPr txBox="1"/>
            <p:nvPr/>
          </p:nvSpPr>
          <p:spPr>
            <a:xfrm>
              <a:off x="3864" y="1811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1238" name="Google Shape;1238;p51"/>
            <p:cNvSpPr txBox="1"/>
            <p:nvPr/>
          </p:nvSpPr>
          <p:spPr>
            <a:xfrm>
              <a:off x="3458" y="1811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239" name="Google Shape;1239;p51"/>
            <p:cNvSpPr txBox="1"/>
            <p:nvPr/>
          </p:nvSpPr>
          <p:spPr>
            <a:xfrm>
              <a:off x="5193" y="1463"/>
              <a:ext cx="14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  <p:sp>
          <p:nvSpPr>
            <p:cNvPr id="1240" name="Google Shape;1240;p51"/>
            <p:cNvSpPr txBox="1"/>
            <p:nvPr/>
          </p:nvSpPr>
          <p:spPr>
            <a:xfrm>
              <a:off x="4727" y="1463"/>
              <a:ext cx="14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  <p:sp>
          <p:nvSpPr>
            <p:cNvPr id="1241" name="Google Shape;1241;p51"/>
            <p:cNvSpPr txBox="1"/>
            <p:nvPr/>
          </p:nvSpPr>
          <p:spPr>
            <a:xfrm>
              <a:off x="4294" y="1463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242" name="Google Shape;1242;p51"/>
            <p:cNvSpPr txBox="1"/>
            <p:nvPr/>
          </p:nvSpPr>
          <p:spPr>
            <a:xfrm>
              <a:off x="3864" y="1463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1243" name="Google Shape;1243;p51"/>
            <p:cNvSpPr txBox="1"/>
            <p:nvPr/>
          </p:nvSpPr>
          <p:spPr>
            <a:xfrm>
              <a:off x="3446" y="1463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244" name="Google Shape;1244;p51"/>
            <p:cNvSpPr txBox="1"/>
            <p:nvPr/>
          </p:nvSpPr>
          <p:spPr>
            <a:xfrm>
              <a:off x="5197" y="1115"/>
              <a:ext cx="14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  <p:sp>
          <p:nvSpPr>
            <p:cNvPr id="1245" name="Google Shape;1245;p51"/>
            <p:cNvSpPr txBox="1"/>
            <p:nvPr/>
          </p:nvSpPr>
          <p:spPr>
            <a:xfrm>
              <a:off x="4727" y="1115"/>
              <a:ext cx="14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  <p:sp>
          <p:nvSpPr>
            <p:cNvPr id="1246" name="Google Shape;1246;p51"/>
            <p:cNvSpPr txBox="1"/>
            <p:nvPr/>
          </p:nvSpPr>
          <p:spPr>
            <a:xfrm>
              <a:off x="4302" y="1115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247" name="Google Shape;1247;p51"/>
            <p:cNvSpPr txBox="1"/>
            <p:nvPr/>
          </p:nvSpPr>
          <p:spPr>
            <a:xfrm>
              <a:off x="3864" y="1115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1248" name="Google Shape;1248;p51"/>
            <p:cNvSpPr txBox="1"/>
            <p:nvPr/>
          </p:nvSpPr>
          <p:spPr>
            <a:xfrm>
              <a:off x="3454" y="1115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249" name="Google Shape;1249;p51"/>
            <p:cNvSpPr txBox="1"/>
            <p:nvPr/>
          </p:nvSpPr>
          <p:spPr>
            <a:xfrm>
              <a:off x="5368" y="1955"/>
              <a:ext cx="12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dz</a:t>
              </a:r>
              <a:endParaRPr/>
            </a:p>
          </p:txBody>
        </p:sp>
        <p:sp>
          <p:nvSpPr>
            <p:cNvPr id="1250" name="Google Shape;1250;p51"/>
            <p:cNvSpPr txBox="1"/>
            <p:nvPr/>
          </p:nvSpPr>
          <p:spPr>
            <a:xfrm>
              <a:off x="4869" y="1955"/>
              <a:ext cx="12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oz</a:t>
              </a:r>
              <a:endParaRPr/>
            </a:p>
          </p:txBody>
        </p:sp>
        <p:sp>
          <p:nvSpPr>
            <p:cNvPr id="1251" name="Google Shape;1251;p51"/>
            <p:cNvSpPr txBox="1"/>
            <p:nvPr/>
          </p:nvSpPr>
          <p:spPr>
            <a:xfrm>
              <a:off x="4430" y="1955"/>
              <a:ext cx="52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endParaRPr/>
            </a:p>
          </p:txBody>
        </p:sp>
        <p:sp>
          <p:nvSpPr>
            <p:cNvPr id="1252" name="Google Shape;1252;p51"/>
            <p:cNvSpPr txBox="1"/>
            <p:nvPr/>
          </p:nvSpPr>
          <p:spPr>
            <a:xfrm>
              <a:off x="3977" y="1955"/>
              <a:ext cx="52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endParaRPr/>
            </a:p>
          </p:txBody>
        </p:sp>
        <p:sp>
          <p:nvSpPr>
            <p:cNvPr id="1253" name="Google Shape;1253;p51"/>
            <p:cNvSpPr txBox="1"/>
            <p:nvPr/>
          </p:nvSpPr>
          <p:spPr>
            <a:xfrm>
              <a:off x="3582" y="1955"/>
              <a:ext cx="52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endParaRPr/>
            </a:p>
          </p:txBody>
        </p:sp>
        <p:sp>
          <p:nvSpPr>
            <p:cNvPr id="1254" name="Google Shape;1254;p51"/>
            <p:cNvSpPr txBox="1"/>
            <p:nvPr/>
          </p:nvSpPr>
          <p:spPr>
            <a:xfrm>
              <a:off x="5367" y="1607"/>
              <a:ext cx="128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dy</a:t>
              </a:r>
              <a:endParaRPr/>
            </a:p>
          </p:txBody>
        </p:sp>
        <p:sp>
          <p:nvSpPr>
            <p:cNvPr id="1255" name="Google Shape;1255;p51"/>
            <p:cNvSpPr txBox="1"/>
            <p:nvPr/>
          </p:nvSpPr>
          <p:spPr>
            <a:xfrm>
              <a:off x="4876" y="1607"/>
              <a:ext cx="128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oy</a:t>
              </a:r>
              <a:endParaRPr/>
            </a:p>
          </p:txBody>
        </p:sp>
        <p:sp>
          <p:nvSpPr>
            <p:cNvPr id="1256" name="Google Shape;1256;p51"/>
            <p:cNvSpPr txBox="1"/>
            <p:nvPr/>
          </p:nvSpPr>
          <p:spPr>
            <a:xfrm>
              <a:off x="4425" y="1607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/>
            </a:p>
          </p:txBody>
        </p:sp>
        <p:sp>
          <p:nvSpPr>
            <p:cNvPr id="1257" name="Google Shape;1257;p51"/>
            <p:cNvSpPr txBox="1"/>
            <p:nvPr/>
          </p:nvSpPr>
          <p:spPr>
            <a:xfrm>
              <a:off x="3983" y="1607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/>
            </a:p>
          </p:txBody>
        </p:sp>
        <p:sp>
          <p:nvSpPr>
            <p:cNvPr id="1258" name="Google Shape;1258;p51"/>
            <p:cNvSpPr txBox="1"/>
            <p:nvPr/>
          </p:nvSpPr>
          <p:spPr>
            <a:xfrm>
              <a:off x="3577" y="1607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/>
            </a:p>
          </p:txBody>
        </p:sp>
        <p:sp>
          <p:nvSpPr>
            <p:cNvPr id="1259" name="Google Shape;1259;p51"/>
            <p:cNvSpPr txBox="1"/>
            <p:nvPr/>
          </p:nvSpPr>
          <p:spPr>
            <a:xfrm>
              <a:off x="5366" y="1259"/>
              <a:ext cx="128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dx</a:t>
              </a:r>
              <a:endParaRPr/>
            </a:p>
          </p:txBody>
        </p:sp>
        <p:sp>
          <p:nvSpPr>
            <p:cNvPr id="1260" name="Google Shape;1260;p51"/>
            <p:cNvSpPr txBox="1"/>
            <p:nvPr/>
          </p:nvSpPr>
          <p:spPr>
            <a:xfrm>
              <a:off x="4869" y="1259"/>
              <a:ext cx="128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ox</a:t>
              </a:r>
              <a:endParaRPr/>
            </a:p>
          </p:txBody>
        </p:sp>
        <p:sp>
          <p:nvSpPr>
            <p:cNvPr id="1261" name="Google Shape;1261;p51"/>
            <p:cNvSpPr txBox="1"/>
            <p:nvPr/>
          </p:nvSpPr>
          <p:spPr>
            <a:xfrm>
              <a:off x="4427" y="1259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/>
            </a:p>
          </p:txBody>
        </p:sp>
        <p:sp>
          <p:nvSpPr>
            <p:cNvPr id="1262" name="Google Shape;1262;p51"/>
            <p:cNvSpPr txBox="1"/>
            <p:nvPr/>
          </p:nvSpPr>
          <p:spPr>
            <a:xfrm>
              <a:off x="3978" y="1259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/>
            </a:p>
          </p:txBody>
        </p:sp>
        <p:sp>
          <p:nvSpPr>
            <p:cNvPr id="1263" name="Google Shape;1263;p51"/>
            <p:cNvSpPr txBox="1"/>
            <p:nvPr/>
          </p:nvSpPr>
          <p:spPr>
            <a:xfrm>
              <a:off x="3578" y="1259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/>
            </a:p>
          </p:txBody>
        </p:sp>
        <p:sp>
          <p:nvSpPr>
            <p:cNvPr id="1264" name="Google Shape;1264;p51"/>
            <p:cNvSpPr txBox="1"/>
            <p:nvPr/>
          </p:nvSpPr>
          <p:spPr>
            <a:xfrm>
              <a:off x="4550" y="1814"/>
              <a:ext cx="7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265" name="Google Shape;1265;p51"/>
            <p:cNvSpPr txBox="1"/>
            <p:nvPr/>
          </p:nvSpPr>
          <p:spPr>
            <a:xfrm>
              <a:off x="3702" y="1814"/>
              <a:ext cx="7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266" name="Google Shape;1266;p51"/>
            <p:cNvSpPr txBox="1"/>
            <p:nvPr/>
          </p:nvSpPr>
          <p:spPr>
            <a:xfrm>
              <a:off x="4550" y="1466"/>
              <a:ext cx="7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267" name="Google Shape;1267;p51"/>
            <p:cNvSpPr txBox="1"/>
            <p:nvPr/>
          </p:nvSpPr>
          <p:spPr>
            <a:xfrm>
              <a:off x="3702" y="1466"/>
              <a:ext cx="7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268" name="Google Shape;1268;p51"/>
            <p:cNvSpPr txBox="1"/>
            <p:nvPr/>
          </p:nvSpPr>
          <p:spPr>
            <a:xfrm>
              <a:off x="4550" y="1118"/>
              <a:ext cx="7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269" name="Google Shape;1269;p51"/>
            <p:cNvSpPr txBox="1"/>
            <p:nvPr/>
          </p:nvSpPr>
          <p:spPr>
            <a:xfrm>
              <a:off x="3702" y="1118"/>
              <a:ext cx="7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270" name="Google Shape;1270;p51"/>
            <p:cNvSpPr txBox="1"/>
            <p:nvPr/>
          </p:nvSpPr>
          <p:spPr>
            <a:xfrm>
              <a:off x="3184" y="1953"/>
              <a:ext cx="184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=</a:t>
              </a:r>
              <a:endParaRPr/>
            </a:p>
          </p:txBody>
        </p:sp>
        <p:sp>
          <p:nvSpPr>
            <p:cNvPr id="1271" name="Google Shape;1271;p51"/>
            <p:cNvSpPr txBox="1"/>
            <p:nvPr/>
          </p:nvSpPr>
          <p:spPr>
            <a:xfrm>
              <a:off x="3005" y="1953"/>
              <a:ext cx="131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γ</a:t>
              </a:r>
              <a:endParaRPr/>
            </a:p>
          </p:txBody>
        </p:sp>
      </p:grpSp>
      <p:grpSp>
        <p:nvGrpSpPr>
          <p:cNvPr id="1272" name="Google Shape;1272;p51"/>
          <p:cNvGrpSpPr/>
          <p:nvPr/>
        </p:nvGrpSpPr>
        <p:grpSpPr>
          <a:xfrm>
            <a:off x="423862" y="4208462"/>
            <a:ext cx="4451349" cy="2112962"/>
            <a:chOff x="267" y="2651"/>
            <a:chExt cx="2804" cy="1331"/>
          </a:xfrm>
        </p:grpSpPr>
        <p:cxnSp>
          <p:nvCxnSpPr>
            <p:cNvPr id="1273" name="Google Shape;1273;p51"/>
            <p:cNvCxnSpPr/>
            <p:nvPr/>
          </p:nvCxnSpPr>
          <p:spPr>
            <a:xfrm>
              <a:off x="606" y="2661"/>
              <a:ext cx="0" cy="972"/>
            </a:xfrm>
            <a:prstGeom prst="straightConnector1">
              <a:avLst/>
            </a:prstGeom>
            <a:noFill/>
            <a:ln cap="sq" cmpd="sng" w="158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74" name="Google Shape;1274;p51"/>
            <p:cNvCxnSpPr/>
            <p:nvPr/>
          </p:nvCxnSpPr>
          <p:spPr>
            <a:xfrm>
              <a:off x="3071" y="2661"/>
              <a:ext cx="0" cy="972"/>
            </a:xfrm>
            <a:prstGeom prst="straightConnector1">
              <a:avLst/>
            </a:prstGeom>
            <a:noFill/>
            <a:ln cap="sq" cmpd="sng" w="158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75" name="Google Shape;1275;p51"/>
            <p:cNvCxnSpPr/>
            <p:nvPr/>
          </p:nvCxnSpPr>
          <p:spPr>
            <a:xfrm>
              <a:off x="1713" y="3706"/>
              <a:ext cx="0" cy="276"/>
            </a:xfrm>
            <a:prstGeom prst="straightConnector1">
              <a:avLst/>
            </a:prstGeom>
            <a:noFill/>
            <a:ln cap="sq" cmpd="sng" w="158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76" name="Google Shape;1276;p51"/>
            <p:cNvCxnSpPr/>
            <p:nvPr/>
          </p:nvCxnSpPr>
          <p:spPr>
            <a:xfrm>
              <a:off x="1923" y="3706"/>
              <a:ext cx="0" cy="276"/>
            </a:xfrm>
            <a:prstGeom prst="straightConnector1">
              <a:avLst/>
            </a:prstGeom>
            <a:noFill/>
            <a:ln cap="sq" cmpd="sng" w="158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277" name="Google Shape;1277;p51"/>
            <p:cNvCxnSpPr/>
            <p:nvPr/>
          </p:nvCxnSpPr>
          <p:spPr>
            <a:xfrm>
              <a:off x="582" y="3664"/>
              <a:ext cx="2458" cy="0"/>
            </a:xfrm>
            <a:prstGeom prst="straightConnector1">
              <a:avLst/>
            </a:prstGeom>
            <a:noFill/>
            <a:ln cap="sq" cmpd="sng" w="158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278" name="Google Shape;1278;p51"/>
            <p:cNvSpPr txBox="1"/>
            <p:nvPr/>
          </p:nvSpPr>
          <p:spPr>
            <a:xfrm>
              <a:off x="1755" y="3696"/>
              <a:ext cx="14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279" name="Google Shape;1279;p51"/>
            <p:cNvSpPr txBox="1"/>
            <p:nvPr/>
          </p:nvSpPr>
          <p:spPr>
            <a:xfrm>
              <a:off x="2759" y="3347"/>
              <a:ext cx="14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  <p:sp>
          <p:nvSpPr>
            <p:cNvPr id="1280" name="Google Shape;1280;p51"/>
            <p:cNvSpPr txBox="1"/>
            <p:nvPr/>
          </p:nvSpPr>
          <p:spPr>
            <a:xfrm>
              <a:off x="2339" y="3347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281" name="Google Shape;1281;p51"/>
            <p:cNvSpPr txBox="1"/>
            <p:nvPr/>
          </p:nvSpPr>
          <p:spPr>
            <a:xfrm>
              <a:off x="1899" y="3347"/>
              <a:ext cx="10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1282" name="Google Shape;1282;p51"/>
            <p:cNvSpPr txBox="1"/>
            <p:nvPr/>
          </p:nvSpPr>
          <p:spPr>
            <a:xfrm>
              <a:off x="1491" y="3347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283" name="Google Shape;1283;p51"/>
            <p:cNvSpPr txBox="1"/>
            <p:nvPr/>
          </p:nvSpPr>
          <p:spPr>
            <a:xfrm>
              <a:off x="1049" y="3347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1284" name="Google Shape;1284;p51"/>
            <p:cNvSpPr txBox="1"/>
            <p:nvPr/>
          </p:nvSpPr>
          <p:spPr>
            <a:xfrm>
              <a:off x="643" y="3347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285" name="Google Shape;1285;p51"/>
            <p:cNvSpPr txBox="1"/>
            <p:nvPr/>
          </p:nvSpPr>
          <p:spPr>
            <a:xfrm>
              <a:off x="2759" y="2999"/>
              <a:ext cx="14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  <p:sp>
          <p:nvSpPr>
            <p:cNvPr id="1286" name="Google Shape;1286;p51"/>
            <p:cNvSpPr txBox="1"/>
            <p:nvPr/>
          </p:nvSpPr>
          <p:spPr>
            <a:xfrm>
              <a:off x="2326" y="2999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287" name="Google Shape;1287;p51"/>
            <p:cNvSpPr txBox="1"/>
            <p:nvPr/>
          </p:nvSpPr>
          <p:spPr>
            <a:xfrm>
              <a:off x="1899" y="2999"/>
              <a:ext cx="10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1288" name="Google Shape;1288;p51"/>
            <p:cNvSpPr txBox="1"/>
            <p:nvPr/>
          </p:nvSpPr>
          <p:spPr>
            <a:xfrm>
              <a:off x="1478" y="2999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289" name="Google Shape;1289;p51"/>
            <p:cNvSpPr txBox="1"/>
            <p:nvPr/>
          </p:nvSpPr>
          <p:spPr>
            <a:xfrm>
              <a:off x="1049" y="2999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1290" name="Google Shape;1290;p51"/>
            <p:cNvSpPr txBox="1"/>
            <p:nvPr/>
          </p:nvSpPr>
          <p:spPr>
            <a:xfrm>
              <a:off x="630" y="2999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291" name="Google Shape;1291;p51"/>
            <p:cNvSpPr txBox="1"/>
            <p:nvPr/>
          </p:nvSpPr>
          <p:spPr>
            <a:xfrm>
              <a:off x="2759" y="2651"/>
              <a:ext cx="14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  <p:sp>
          <p:nvSpPr>
            <p:cNvPr id="1292" name="Google Shape;1292;p51"/>
            <p:cNvSpPr txBox="1"/>
            <p:nvPr/>
          </p:nvSpPr>
          <p:spPr>
            <a:xfrm>
              <a:off x="2334" y="2651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293" name="Google Shape;1293;p51"/>
            <p:cNvSpPr txBox="1"/>
            <p:nvPr/>
          </p:nvSpPr>
          <p:spPr>
            <a:xfrm>
              <a:off x="1899" y="2651"/>
              <a:ext cx="10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1294" name="Google Shape;1294;p51"/>
            <p:cNvSpPr txBox="1"/>
            <p:nvPr/>
          </p:nvSpPr>
          <p:spPr>
            <a:xfrm>
              <a:off x="1487" y="2651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295" name="Google Shape;1295;p51"/>
            <p:cNvSpPr txBox="1"/>
            <p:nvPr/>
          </p:nvSpPr>
          <p:spPr>
            <a:xfrm>
              <a:off x="1049" y="2651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</a:t>
              </a:r>
              <a:endParaRPr/>
            </a:p>
          </p:txBody>
        </p:sp>
        <p:sp>
          <p:nvSpPr>
            <p:cNvPr id="1296" name="Google Shape;1296;p51"/>
            <p:cNvSpPr txBox="1"/>
            <p:nvPr/>
          </p:nvSpPr>
          <p:spPr>
            <a:xfrm>
              <a:off x="639" y="2651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297" name="Google Shape;1297;p51"/>
            <p:cNvSpPr txBox="1"/>
            <p:nvPr/>
          </p:nvSpPr>
          <p:spPr>
            <a:xfrm>
              <a:off x="267" y="3515"/>
              <a:ext cx="64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</a:t>
              </a:r>
              <a:endParaRPr/>
            </a:p>
          </p:txBody>
        </p:sp>
        <p:sp>
          <p:nvSpPr>
            <p:cNvPr id="1298" name="Google Shape;1298;p51"/>
            <p:cNvSpPr txBox="1"/>
            <p:nvPr/>
          </p:nvSpPr>
          <p:spPr>
            <a:xfrm>
              <a:off x="2902" y="3491"/>
              <a:ext cx="12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oz</a:t>
              </a:r>
              <a:endParaRPr/>
            </a:p>
          </p:txBody>
        </p:sp>
        <p:sp>
          <p:nvSpPr>
            <p:cNvPr id="1299" name="Google Shape;1299;p51"/>
            <p:cNvSpPr txBox="1"/>
            <p:nvPr/>
          </p:nvSpPr>
          <p:spPr>
            <a:xfrm>
              <a:off x="2463" y="3491"/>
              <a:ext cx="52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endParaRPr/>
            </a:p>
          </p:txBody>
        </p:sp>
        <p:sp>
          <p:nvSpPr>
            <p:cNvPr id="1300" name="Google Shape;1300;p51"/>
            <p:cNvSpPr txBox="1"/>
            <p:nvPr/>
          </p:nvSpPr>
          <p:spPr>
            <a:xfrm>
              <a:off x="2010" y="3491"/>
              <a:ext cx="52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endParaRPr/>
            </a:p>
          </p:txBody>
        </p:sp>
        <p:sp>
          <p:nvSpPr>
            <p:cNvPr id="1301" name="Google Shape;1301;p51"/>
            <p:cNvSpPr txBox="1"/>
            <p:nvPr/>
          </p:nvSpPr>
          <p:spPr>
            <a:xfrm>
              <a:off x="1615" y="3491"/>
              <a:ext cx="52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endParaRPr/>
            </a:p>
          </p:txBody>
        </p:sp>
        <p:sp>
          <p:nvSpPr>
            <p:cNvPr id="1302" name="Google Shape;1302;p51"/>
            <p:cNvSpPr txBox="1"/>
            <p:nvPr/>
          </p:nvSpPr>
          <p:spPr>
            <a:xfrm>
              <a:off x="1162" y="3491"/>
              <a:ext cx="52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endParaRPr/>
            </a:p>
          </p:txBody>
        </p:sp>
        <p:sp>
          <p:nvSpPr>
            <p:cNvPr id="1303" name="Google Shape;1303;p51"/>
            <p:cNvSpPr txBox="1"/>
            <p:nvPr/>
          </p:nvSpPr>
          <p:spPr>
            <a:xfrm>
              <a:off x="767" y="3491"/>
              <a:ext cx="52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endParaRPr/>
            </a:p>
          </p:txBody>
        </p:sp>
        <p:sp>
          <p:nvSpPr>
            <p:cNvPr id="1304" name="Google Shape;1304;p51"/>
            <p:cNvSpPr txBox="1"/>
            <p:nvPr/>
          </p:nvSpPr>
          <p:spPr>
            <a:xfrm>
              <a:off x="2909" y="3143"/>
              <a:ext cx="128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oy</a:t>
              </a:r>
              <a:endParaRPr/>
            </a:p>
          </p:txBody>
        </p:sp>
        <p:sp>
          <p:nvSpPr>
            <p:cNvPr id="1305" name="Google Shape;1305;p51"/>
            <p:cNvSpPr txBox="1"/>
            <p:nvPr/>
          </p:nvSpPr>
          <p:spPr>
            <a:xfrm>
              <a:off x="2457" y="3143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/>
            </a:p>
          </p:txBody>
        </p:sp>
        <p:sp>
          <p:nvSpPr>
            <p:cNvPr id="1306" name="Google Shape;1306;p51"/>
            <p:cNvSpPr txBox="1"/>
            <p:nvPr/>
          </p:nvSpPr>
          <p:spPr>
            <a:xfrm>
              <a:off x="2016" y="3143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/>
            </a:p>
          </p:txBody>
        </p:sp>
        <p:sp>
          <p:nvSpPr>
            <p:cNvPr id="1307" name="Google Shape;1307;p51"/>
            <p:cNvSpPr txBox="1"/>
            <p:nvPr/>
          </p:nvSpPr>
          <p:spPr>
            <a:xfrm>
              <a:off x="1608" y="3143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/>
            </a:p>
          </p:txBody>
        </p:sp>
        <p:sp>
          <p:nvSpPr>
            <p:cNvPr id="1308" name="Google Shape;1308;p51"/>
            <p:cNvSpPr txBox="1"/>
            <p:nvPr/>
          </p:nvSpPr>
          <p:spPr>
            <a:xfrm>
              <a:off x="1169" y="3143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/>
            </a:p>
          </p:txBody>
        </p:sp>
        <p:sp>
          <p:nvSpPr>
            <p:cNvPr id="1309" name="Google Shape;1309;p51"/>
            <p:cNvSpPr txBox="1"/>
            <p:nvPr/>
          </p:nvSpPr>
          <p:spPr>
            <a:xfrm>
              <a:off x="761" y="3143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/>
            </a:p>
          </p:txBody>
        </p:sp>
        <p:sp>
          <p:nvSpPr>
            <p:cNvPr id="1310" name="Google Shape;1310;p51"/>
            <p:cNvSpPr txBox="1"/>
            <p:nvPr/>
          </p:nvSpPr>
          <p:spPr>
            <a:xfrm>
              <a:off x="2902" y="2795"/>
              <a:ext cx="128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ox</a:t>
              </a:r>
              <a:endParaRPr/>
            </a:p>
          </p:txBody>
        </p:sp>
        <p:sp>
          <p:nvSpPr>
            <p:cNvPr id="1311" name="Google Shape;1311;p51"/>
            <p:cNvSpPr txBox="1"/>
            <p:nvPr/>
          </p:nvSpPr>
          <p:spPr>
            <a:xfrm>
              <a:off x="2459" y="2795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/>
            </a:p>
          </p:txBody>
        </p:sp>
        <p:sp>
          <p:nvSpPr>
            <p:cNvPr id="1312" name="Google Shape;1312;p51"/>
            <p:cNvSpPr txBox="1"/>
            <p:nvPr/>
          </p:nvSpPr>
          <p:spPr>
            <a:xfrm>
              <a:off x="2011" y="2795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/>
            </a:p>
          </p:txBody>
        </p:sp>
        <p:sp>
          <p:nvSpPr>
            <p:cNvPr id="1313" name="Google Shape;1313;p51"/>
            <p:cNvSpPr txBox="1"/>
            <p:nvPr/>
          </p:nvSpPr>
          <p:spPr>
            <a:xfrm>
              <a:off x="1611" y="2795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/>
            </a:p>
          </p:txBody>
        </p:sp>
        <p:sp>
          <p:nvSpPr>
            <p:cNvPr id="1314" name="Google Shape;1314;p51"/>
            <p:cNvSpPr txBox="1"/>
            <p:nvPr/>
          </p:nvSpPr>
          <p:spPr>
            <a:xfrm>
              <a:off x="1163" y="2795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/>
            </a:p>
          </p:txBody>
        </p:sp>
        <p:sp>
          <p:nvSpPr>
            <p:cNvPr id="1315" name="Google Shape;1315;p51"/>
            <p:cNvSpPr txBox="1"/>
            <p:nvPr/>
          </p:nvSpPr>
          <p:spPr>
            <a:xfrm>
              <a:off x="764" y="2795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/>
            </a:p>
          </p:txBody>
        </p:sp>
        <p:sp>
          <p:nvSpPr>
            <p:cNvPr id="1316" name="Google Shape;1316;p51"/>
            <p:cNvSpPr txBox="1"/>
            <p:nvPr/>
          </p:nvSpPr>
          <p:spPr>
            <a:xfrm>
              <a:off x="2582" y="3350"/>
              <a:ext cx="7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317" name="Google Shape;1317;p51"/>
            <p:cNvSpPr txBox="1"/>
            <p:nvPr/>
          </p:nvSpPr>
          <p:spPr>
            <a:xfrm>
              <a:off x="1734" y="3350"/>
              <a:ext cx="7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318" name="Google Shape;1318;p51"/>
            <p:cNvSpPr txBox="1"/>
            <p:nvPr/>
          </p:nvSpPr>
          <p:spPr>
            <a:xfrm>
              <a:off x="886" y="3350"/>
              <a:ext cx="7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319" name="Google Shape;1319;p51"/>
            <p:cNvSpPr txBox="1"/>
            <p:nvPr/>
          </p:nvSpPr>
          <p:spPr>
            <a:xfrm>
              <a:off x="2582" y="3002"/>
              <a:ext cx="7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320" name="Google Shape;1320;p51"/>
            <p:cNvSpPr txBox="1"/>
            <p:nvPr/>
          </p:nvSpPr>
          <p:spPr>
            <a:xfrm>
              <a:off x="1734" y="3002"/>
              <a:ext cx="7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321" name="Google Shape;1321;p51"/>
            <p:cNvSpPr txBox="1"/>
            <p:nvPr/>
          </p:nvSpPr>
          <p:spPr>
            <a:xfrm>
              <a:off x="886" y="3002"/>
              <a:ext cx="7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322" name="Google Shape;1322;p51"/>
            <p:cNvSpPr txBox="1"/>
            <p:nvPr/>
          </p:nvSpPr>
          <p:spPr>
            <a:xfrm>
              <a:off x="2582" y="2654"/>
              <a:ext cx="7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323" name="Google Shape;1323;p51"/>
            <p:cNvSpPr txBox="1"/>
            <p:nvPr/>
          </p:nvSpPr>
          <p:spPr>
            <a:xfrm>
              <a:off x="1734" y="2654"/>
              <a:ext cx="7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324" name="Google Shape;1324;p51"/>
            <p:cNvSpPr txBox="1"/>
            <p:nvPr/>
          </p:nvSpPr>
          <p:spPr>
            <a:xfrm>
              <a:off x="886" y="2654"/>
              <a:ext cx="7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325" name="Google Shape;1325;p51"/>
            <p:cNvSpPr txBox="1"/>
            <p:nvPr/>
          </p:nvSpPr>
          <p:spPr>
            <a:xfrm>
              <a:off x="368" y="3489"/>
              <a:ext cx="184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=</a:t>
              </a:r>
              <a:endParaRPr/>
            </a:p>
          </p:txBody>
        </p:sp>
      </p:grpSp>
      <p:grpSp>
        <p:nvGrpSpPr>
          <p:cNvPr id="1326" name="Google Shape;1326;p51"/>
          <p:cNvGrpSpPr/>
          <p:nvPr/>
        </p:nvGrpSpPr>
        <p:grpSpPr>
          <a:xfrm>
            <a:off x="304800" y="1770062"/>
            <a:ext cx="4052888" cy="2112962"/>
            <a:chOff x="192" y="1115"/>
            <a:chExt cx="2553" cy="1331"/>
          </a:xfrm>
        </p:grpSpPr>
        <p:cxnSp>
          <p:nvCxnSpPr>
            <p:cNvPr id="1327" name="Google Shape;1327;p51"/>
            <p:cNvCxnSpPr/>
            <p:nvPr/>
          </p:nvCxnSpPr>
          <p:spPr>
            <a:xfrm>
              <a:off x="611" y="1125"/>
              <a:ext cx="0" cy="972"/>
            </a:xfrm>
            <a:prstGeom prst="straightConnector1">
              <a:avLst/>
            </a:prstGeom>
            <a:noFill/>
            <a:ln cap="sq" cmpd="sng" w="158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328" name="Google Shape;1328;p51"/>
            <p:cNvCxnSpPr/>
            <p:nvPr/>
          </p:nvCxnSpPr>
          <p:spPr>
            <a:xfrm>
              <a:off x="2745" y="1125"/>
              <a:ext cx="0" cy="972"/>
            </a:xfrm>
            <a:prstGeom prst="straightConnector1">
              <a:avLst/>
            </a:prstGeom>
            <a:noFill/>
            <a:ln cap="sq" cmpd="sng" w="158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329" name="Google Shape;1329;p51"/>
            <p:cNvCxnSpPr/>
            <p:nvPr/>
          </p:nvCxnSpPr>
          <p:spPr>
            <a:xfrm>
              <a:off x="1541" y="2170"/>
              <a:ext cx="0" cy="276"/>
            </a:xfrm>
            <a:prstGeom prst="straightConnector1">
              <a:avLst/>
            </a:prstGeom>
            <a:noFill/>
            <a:ln cap="sq" cmpd="sng" w="158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330" name="Google Shape;1330;p51"/>
            <p:cNvCxnSpPr/>
            <p:nvPr/>
          </p:nvCxnSpPr>
          <p:spPr>
            <a:xfrm>
              <a:off x="1767" y="2170"/>
              <a:ext cx="0" cy="276"/>
            </a:xfrm>
            <a:prstGeom prst="straightConnector1">
              <a:avLst/>
            </a:prstGeom>
            <a:noFill/>
            <a:ln cap="sq" cmpd="sng" w="158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cxnSp>
          <p:nvCxnSpPr>
            <p:cNvPr id="1331" name="Google Shape;1331;p51"/>
            <p:cNvCxnSpPr/>
            <p:nvPr/>
          </p:nvCxnSpPr>
          <p:spPr>
            <a:xfrm>
              <a:off x="587" y="2128"/>
              <a:ext cx="2103" cy="0"/>
            </a:xfrm>
            <a:prstGeom prst="straightConnector1">
              <a:avLst/>
            </a:prstGeom>
            <a:noFill/>
            <a:ln cap="sq" cmpd="sng" w="158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1332" name="Google Shape;1332;p51"/>
            <p:cNvSpPr txBox="1"/>
            <p:nvPr/>
          </p:nvSpPr>
          <p:spPr>
            <a:xfrm>
              <a:off x="1583" y="2160"/>
              <a:ext cx="14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333" name="Google Shape;1333;p51"/>
            <p:cNvSpPr txBox="1"/>
            <p:nvPr/>
          </p:nvSpPr>
          <p:spPr>
            <a:xfrm>
              <a:off x="2391" y="1811"/>
              <a:ext cx="14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  <p:sp>
          <p:nvSpPr>
            <p:cNvPr id="1334" name="Google Shape;1334;p51"/>
            <p:cNvSpPr txBox="1"/>
            <p:nvPr/>
          </p:nvSpPr>
          <p:spPr>
            <a:xfrm>
              <a:off x="1950" y="1811"/>
              <a:ext cx="10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1335" name="Google Shape;1335;p51"/>
            <p:cNvSpPr txBox="1"/>
            <p:nvPr/>
          </p:nvSpPr>
          <p:spPr>
            <a:xfrm>
              <a:off x="1541" y="1811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336" name="Google Shape;1336;p51"/>
            <p:cNvSpPr txBox="1"/>
            <p:nvPr/>
          </p:nvSpPr>
          <p:spPr>
            <a:xfrm>
              <a:off x="1069" y="1811"/>
              <a:ext cx="14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  <p:sp>
          <p:nvSpPr>
            <p:cNvPr id="1337" name="Google Shape;1337;p51"/>
            <p:cNvSpPr txBox="1"/>
            <p:nvPr/>
          </p:nvSpPr>
          <p:spPr>
            <a:xfrm>
              <a:off x="648" y="1811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338" name="Google Shape;1338;p51"/>
            <p:cNvSpPr txBox="1"/>
            <p:nvPr/>
          </p:nvSpPr>
          <p:spPr>
            <a:xfrm>
              <a:off x="2384" y="1463"/>
              <a:ext cx="14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  <p:sp>
          <p:nvSpPr>
            <p:cNvPr id="1339" name="Google Shape;1339;p51"/>
            <p:cNvSpPr txBox="1"/>
            <p:nvPr/>
          </p:nvSpPr>
          <p:spPr>
            <a:xfrm>
              <a:off x="1950" y="1463"/>
              <a:ext cx="10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1340" name="Google Shape;1340;p51"/>
            <p:cNvSpPr txBox="1"/>
            <p:nvPr/>
          </p:nvSpPr>
          <p:spPr>
            <a:xfrm>
              <a:off x="1528" y="1463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341" name="Google Shape;1341;p51"/>
            <p:cNvSpPr txBox="1"/>
            <p:nvPr/>
          </p:nvSpPr>
          <p:spPr>
            <a:xfrm>
              <a:off x="1069" y="1463"/>
              <a:ext cx="14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  <p:sp>
          <p:nvSpPr>
            <p:cNvPr id="1342" name="Google Shape;1342;p51"/>
            <p:cNvSpPr txBox="1"/>
            <p:nvPr/>
          </p:nvSpPr>
          <p:spPr>
            <a:xfrm>
              <a:off x="635" y="1463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343" name="Google Shape;1343;p51"/>
            <p:cNvSpPr txBox="1"/>
            <p:nvPr/>
          </p:nvSpPr>
          <p:spPr>
            <a:xfrm>
              <a:off x="2388" y="1115"/>
              <a:ext cx="14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  <p:sp>
          <p:nvSpPr>
            <p:cNvPr id="1344" name="Google Shape;1344;p51"/>
            <p:cNvSpPr txBox="1"/>
            <p:nvPr/>
          </p:nvSpPr>
          <p:spPr>
            <a:xfrm>
              <a:off x="1950" y="1115"/>
              <a:ext cx="10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endParaRPr/>
            </a:p>
          </p:txBody>
        </p:sp>
        <p:sp>
          <p:nvSpPr>
            <p:cNvPr id="1345" name="Google Shape;1345;p51"/>
            <p:cNvSpPr txBox="1"/>
            <p:nvPr/>
          </p:nvSpPr>
          <p:spPr>
            <a:xfrm>
              <a:off x="1537" y="1115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346" name="Google Shape;1346;p51"/>
            <p:cNvSpPr txBox="1"/>
            <p:nvPr/>
          </p:nvSpPr>
          <p:spPr>
            <a:xfrm>
              <a:off x="1069" y="1115"/>
              <a:ext cx="142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  <p:sp>
          <p:nvSpPr>
            <p:cNvPr id="1347" name="Google Shape;1347;p51"/>
            <p:cNvSpPr txBox="1"/>
            <p:nvPr/>
          </p:nvSpPr>
          <p:spPr>
            <a:xfrm>
              <a:off x="644" y="1115"/>
              <a:ext cx="11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Times New Roman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endParaRPr/>
            </a:p>
          </p:txBody>
        </p:sp>
        <p:sp>
          <p:nvSpPr>
            <p:cNvPr id="1348" name="Google Shape;1348;p51"/>
            <p:cNvSpPr txBox="1"/>
            <p:nvPr/>
          </p:nvSpPr>
          <p:spPr>
            <a:xfrm>
              <a:off x="2559" y="1955"/>
              <a:ext cx="12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dz</a:t>
              </a:r>
              <a:endParaRPr/>
            </a:p>
          </p:txBody>
        </p:sp>
        <p:sp>
          <p:nvSpPr>
            <p:cNvPr id="1349" name="Google Shape;1349;p51"/>
            <p:cNvSpPr txBox="1"/>
            <p:nvPr/>
          </p:nvSpPr>
          <p:spPr>
            <a:xfrm>
              <a:off x="2060" y="1955"/>
              <a:ext cx="52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endParaRPr/>
            </a:p>
          </p:txBody>
        </p:sp>
        <p:sp>
          <p:nvSpPr>
            <p:cNvPr id="1350" name="Google Shape;1350;p51"/>
            <p:cNvSpPr txBox="1"/>
            <p:nvPr/>
          </p:nvSpPr>
          <p:spPr>
            <a:xfrm>
              <a:off x="1665" y="1955"/>
              <a:ext cx="52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endParaRPr/>
            </a:p>
          </p:txBody>
        </p:sp>
        <p:sp>
          <p:nvSpPr>
            <p:cNvPr id="1351" name="Google Shape;1351;p51"/>
            <p:cNvSpPr txBox="1"/>
            <p:nvPr/>
          </p:nvSpPr>
          <p:spPr>
            <a:xfrm>
              <a:off x="1212" y="1955"/>
              <a:ext cx="12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oz</a:t>
              </a:r>
              <a:endParaRPr/>
            </a:p>
          </p:txBody>
        </p:sp>
        <p:sp>
          <p:nvSpPr>
            <p:cNvPr id="1352" name="Google Shape;1352;p51"/>
            <p:cNvSpPr txBox="1"/>
            <p:nvPr/>
          </p:nvSpPr>
          <p:spPr>
            <a:xfrm>
              <a:off x="772" y="1955"/>
              <a:ext cx="52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z</a:t>
              </a:r>
              <a:endParaRPr/>
            </a:p>
          </p:txBody>
        </p:sp>
        <p:sp>
          <p:nvSpPr>
            <p:cNvPr id="1353" name="Google Shape;1353;p51"/>
            <p:cNvSpPr txBox="1"/>
            <p:nvPr/>
          </p:nvSpPr>
          <p:spPr>
            <a:xfrm>
              <a:off x="2558" y="1607"/>
              <a:ext cx="128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dy</a:t>
              </a:r>
              <a:endParaRPr/>
            </a:p>
          </p:txBody>
        </p:sp>
        <p:sp>
          <p:nvSpPr>
            <p:cNvPr id="1354" name="Google Shape;1354;p51"/>
            <p:cNvSpPr txBox="1"/>
            <p:nvPr/>
          </p:nvSpPr>
          <p:spPr>
            <a:xfrm>
              <a:off x="2067" y="1607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/>
            </a:p>
          </p:txBody>
        </p:sp>
        <p:sp>
          <p:nvSpPr>
            <p:cNvPr id="1355" name="Google Shape;1355;p51"/>
            <p:cNvSpPr txBox="1"/>
            <p:nvPr/>
          </p:nvSpPr>
          <p:spPr>
            <a:xfrm>
              <a:off x="1659" y="1607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/>
            </a:p>
          </p:txBody>
        </p:sp>
        <p:sp>
          <p:nvSpPr>
            <p:cNvPr id="1356" name="Google Shape;1356;p51"/>
            <p:cNvSpPr txBox="1"/>
            <p:nvPr/>
          </p:nvSpPr>
          <p:spPr>
            <a:xfrm>
              <a:off x="1218" y="1607"/>
              <a:ext cx="128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oy</a:t>
              </a:r>
              <a:endParaRPr/>
            </a:p>
          </p:txBody>
        </p:sp>
        <p:sp>
          <p:nvSpPr>
            <p:cNvPr id="1357" name="Google Shape;1357;p51"/>
            <p:cNvSpPr txBox="1"/>
            <p:nvPr/>
          </p:nvSpPr>
          <p:spPr>
            <a:xfrm>
              <a:off x="766" y="1607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/>
            </a:p>
          </p:txBody>
        </p:sp>
        <p:sp>
          <p:nvSpPr>
            <p:cNvPr id="1358" name="Google Shape;1358;p51"/>
            <p:cNvSpPr txBox="1"/>
            <p:nvPr/>
          </p:nvSpPr>
          <p:spPr>
            <a:xfrm>
              <a:off x="2558" y="1259"/>
              <a:ext cx="128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dx</a:t>
              </a:r>
              <a:endParaRPr/>
            </a:p>
          </p:txBody>
        </p:sp>
        <p:sp>
          <p:nvSpPr>
            <p:cNvPr id="1359" name="Google Shape;1359;p51"/>
            <p:cNvSpPr txBox="1"/>
            <p:nvPr/>
          </p:nvSpPr>
          <p:spPr>
            <a:xfrm>
              <a:off x="2060" y="1259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/>
            </a:p>
          </p:txBody>
        </p:sp>
        <p:sp>
          <p:nvSpPr>
            <p:cNvPr id="1360" name="Google Shape;1360;p51"/>
            <p:cNvSpPr txBox="1"/>
            <p:nvPr/>
          </p:nvSpPr>
          <p:spPr>
            <a:xfrm>
              <a:off x="1662" y="1259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/>
            </a:p>
          </p:txBody>
        </p:sp>
        <p:sp>
          <p:nvSpPr>
            <p:cNvPr id="1361" name="Google Shape;1361;p51"/>
            <p:cNvSpPr txBox="1"/>
            <p:nvPr/>
          </p:nvSpPr>
          <p:spPr>
            <a:xfrm>
              <a:off x="1213" y="1259"/>
              <a:ext cx="128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ox</a:t>
              </a:r>
              <a:endParaRPr/>
            </a:p>
          </p:txBody>
        </p:sp>
        <p:sp>
          <p:nvSpPr>
            <p:cNvPr id="1362" name="Google Shape;1362;p51"/>
            <p:cNvSpPr txBox="1"/>
            <p:nvPr/>
          </p:nvSpPr>
          <p:spPr>
            <a:xfrm>
              <a:off x="769" y="1259"/>
              <a:ext cx="60" cy="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Times New Roman"/>
                <a:buNone/>
              </a:pPr>
              <a:r>
                <a:rPr b="0" i="1" lang="en-US" sz="1700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/>
            </a:p>
          </p:txBody>
        </p:sp>
        <p:sp>
          <p:nvSpPr>
            <p:cNvPr id="1363" name="Google Shape;1363;p51"/>
            <p:cNvSpPr txBox="1"/>
            <p:nvPr/>
          </p:nvSpPr>
          <p:spPr>
            <a:xfrm>
              <a:off x="1785" y="1814"/>
              <a:ext cx="7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364" name="Google Shape;1364;p51"/>
            <p:cNvSpPr txBox="1"/>
            <p:nvPr/>
          </p:nvSpPr>
          <p:spPr>
            <a:xfrm>
              <a:off x="892" y="1814"/>
              <a:ext cx="7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365" name="Google Shape;1365;p51"/>
            <p:cNvSpPr txBox="1"/>
            <p:nvPr/>
          </p:nvSpPr>
          <p:spPr>
            <a:xfrm>
              <a:off x="1785" y="1466"/>
              <a:ext cx="7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366" name="Google Shape;1366;p51"/>
            <p:cNvSpPr txBox="1"/>
            <p:nvPr/>
          </p:nvSpPr>
          <p:spPr>
            <a:xfrm>
              <a:off x="892" y="1466"/>
              <a:ext cx="7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367" name="Google Shape;1367;p51"/>
            <p:cNvSpPr txBox="1"/>
            <p:nvPr/>
          </p:nvSpPr>
          <p:spPr>
            <a:xfrm>
              <a:off x="1785" y="1118"/>
              <a:ext cx="7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368" name="Google Shape;1368;p51"/>
            <p:cNvSpPr txBox="1"/>
            <p:nvPr/>
          </p:nvSpPr>
          <p:spPr>
            <a:xfrm>
              <a:off x="892" y="1118"/>
              <a:ext cx="76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−</a:t>
              </a:r>
              <a:endParaRPr/>
            </a:p>
          </p:txBody>
        </p:sp>
        <p:sp>
          <p:nvSpPr>
            <p:cNvPr id="1369" name="Google Shape;1369;p51"/>
            <p:cNvSpPr txBox="1"/>
            <p:nvPr/>
          </p:nvSpPr>
          <p:spPr>
            <a:xfrm>
              <a:off x="373" y="1953"/>
              <a:ext cx="184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0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=</a:t>
              </a:r>
              <a:endParaRPr/>
            </a:p>
          </p:txBody>
        </p:sp>
        <p:sp>
          <p:nvSpPr>
            <p:cNvPr id="1370" name="Google Shape;1370;p51"/>
            <p:cNvSpPr txBox="1"/>
            <p:nvPr/>
          </p:nvSpPr>
          <p:spPr>
            <a:xfrm>
              <a:off x="192" y="1953"/>
              <a:ext cx="127" cy="2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Noto Sans Symbols"/>
                <a:buNone/>
              </a:pPr>
              <a:r>
                <a:rPr b="0" i="1" lang="en-US" sz="2900" u="non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β</a:t>
              </a:r>
              <a:endParaRPr/>
            </a:p>
          </p:txBody>
        </p:sp>
      </p:grpSp>
      <p:sp>
        <p:nvSpPr>
          <p:cNvPr id="1371" name="Google Shape;1371;p51"/>
          <p:cNvSpPr txBox="1"/>
          <p:nvPr/>
        </p:nvSpPr>
        <p:spPr>
          <a:xfrm>
            <a:off x="6096000" y="4114800"/>
            <a:ext cx="2057400" cy="19240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   | denotes the determinant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copied mechanically </a:t>
            </a:r>
            <a:b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into code</a:t>
            </a:r>
            <a:endParaRPr/>
          </a:p>
        </p:txBody>
      </p:sp>
      <p:sp>
        <p:nvSpPr>
          <p:cNvPr id="1372" name="Google Shape;1372;p51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solve for one variable at a time in system of equations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52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pic>
        <p:nvPicPr>
          <p:cNvPr id="1380" name="Google Shape;1380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1955800"/>
            <a:ext cx="42672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52"/>
          <p:cNvSpPr txBox="1"/>
          <p:nvPr/>
        </p:nvSpPr>
        <p:spPr>
          <a:xfrm>
            <a:off x="152400" y="152400"/>
            <a:ext cx="8991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Barycentric Intersection</a:t>
            </a:r>
            <a:endParaRPr/>
          </a:p>
        </p:txBody>
      </p:sp>
      <p:sp>
        <p:nvSpPr>
          <p:cNvPr id="1382" name="Google Shape;1382;p52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Stores no plane equation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the barycentric coordinates for free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Useful for interpolation, texture mapping</a:t>
            </a:r>
            <a:endParaRPr/>
          </a:p>
        </p:txBody>
      </p:sp>
      <p:pic>
        <p:nvPicPr>
          <p:cNvPr id="1383" name="Google Shape;1383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67200" y="4635500"/>
            <a:ext cx="774700" cy="54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84" name="Google Shape;1384;p52"/>
          <p:cNvCxnSpPr/>
          <p:nvPr/>
        </p:nvCxnSpPr>
        <p:spPr>
          <a:xfrm flipH="1">
            <a:off x="3806825" y="4940300"/>
            <a:ext cx="692150" cy="1587"/>
          </a:xfrm>
          <a:prstGeom prst="straightConnector1">
            <a:avLst/>
          </a:prstGeom>
          <a:noFill/>
          <a:ln cap="sq" cmpd="sng" w="57225">
            <a:solidFill>
              <a:srgbClr val="CC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385" name="Google Shape;1385;p52"/>
          <p:cNvCxnSpPr/>
          <p:nvPr/>
        </p:nvCxnSpPr>
        <p:spPr>
          <a:xfrm flipH="1">
            <a:off x="301625" y="4940300"/>
            <a:ext cx="1301750" cy="1587"/>
          </a:xfrm>
          <a:prstGeom prst="straightConnector1">
            <a:avLst/>
          </a:prstGeom>
          <a:noFill/>
          <a:ln cap="sq" cmpd="sng" w="28425">
            <a:solidFill>
              <a:srgbClr val="FF7C8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386" name="Google Shape;1386;p52"/>
          <p:cNvSpPr txBox="1"/>
          <p:nvPr/>
        </p:nvSpPr>
        <p:spPr>
          <a:xfrm>
            <a:off x="4616450" y="4953000"/>
            <a:ext cx="471487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/>
          </a:p>
        </p:txBody>
      </p:sp>
      <p:sp>
        <p:nvSpPr>
          <p:cNvPr id="1387" name="Google Shape;1387;p52"/>
          <p:cNvSpPr txBox="1"/>
          <p:nvPr/>
        </p:nvSpPr>
        <p:spPr>
          <a:xfrm>
            <a:off x="3733800" y="4953000"/>
            <a:ext cx="471487" cy="50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0" baseline="-25000" i="0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</p:txBody>
      </p:sp>
      <p:sp>
        <p:nvSpPr>
          <p:cNvPr id="1388" name="Google Shape;1388;p52"/>
          <p:cNvSpPr/>
          <p:nvPr/>
        </p:nvSpPr>
        <p:spPr>
          <a:xfrm>
            <a:off x="1295400" y="3810000"/>
            <a:ext cx="1905000" cy="1905000"/>
          </a:xfrm>
          <a:custGeom>
            <a:rect b="b" l="l" r="r" t="t"/>
            <a:pathLst>
              <a:path extrusionOk="0" h="1200" w="1200">
                <a:moveTo>
                  <a:pt x="0" y="1104"/>
                </a:moveTo>
                <a:lnTo>
                  <a:pt x="864" y="0"/>
                </a:lnTo>
                <a:lnTo>
                  <a:pt x="1200" y="1200"/>
                </a:lnTo>
                <a:lnTo>
                  <a:pt x="0" y="1104"/>
                </a:lnTo>
                <a:close/>
              </a:path>
            </a:pathLst>
          </a:custGeom>
          <a:solidFill>
            <a:srgbClr val="CCCCFF"/>
          </a:solid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9" name="Google Shape;1389;p52"/>
          <p:cNvSpPr/>
          <p:nvPr/>
        </p:nvSpPr>
        <p:spPr>
          <a:xfrm>
            <a:off x="1219200" y="54864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0" name="Google Shape;1390;p52"/>
          <p:cNvSpPr/>
          <p:nvPr/>
        </p:nvSpPr>
        <p:spPr>
          <a:xfrm>
            <a:off x="3124200" y="56388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1" name="Google Shape;1391;p52"/>
          <p:cNvSpPr/>
          <p:nvPr/>
        </p:nvSpPr>
        <p:spPr>
          <a:xfrm>
            <a:off x="2590800" y="3733800"/>
            <a:ext cx="152400" cy="152400"/>
          </a:xfrm>
          <a:prstGeom prst="ellipse">
            <a:avLst/>
          </a:prstGeom>
          <a:solidFill>
            <a:srgbClr val="FFFF99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2" name="Google Shape;1392;p52"/>
          <p:cNvSpPr txBox="1"/>
          <p:nvPr/>
        </p:nvSpPr>
        <p:spPr>
          <a:xfrm>
            <a:off x="2476500" y="3200400"/>
            <a:ext cx="3619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393" name="Google Shape;1393;p52"/>
          <p:cNvSpPr txBox="1"/>
          <p:nvPr/>
        </p:nvSpPr>
        <p:spPr>
          <a:xfrm>
            <a:off x="1104900" y="5486400"/>
            <a:ext cx="3619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/>
          </a:p>
        </p:txBody>
      </p:sp>
      <p:sp>
        <p:nvSpPr>
          <p:cNvPr id="1394" name="Google Shape;1394;p52"/>
          <p:cNvSpPr txBox="1"/>
          <p:nvPr/>
        </p:nvSpPr>
        <p:spPr>
          <a:xfrm>
            <a:off x="3019425" y="5705475"/>
            <a:ext cx="3841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395" name="Google Shape;1395;p52"/>
          <p:cNvSpPr/>
          <p:nvPr/>
        </p:nvSpPr>
        <p:spPr>
          <a:xfrm>
            <a:off x="2520950" y="4864100"/>
            <a:ext cx="152400" cy="152400"/>
          </a:xfrm>
          <a:prstGeom prst="ellipse">
            <a:avLst/>
          </a:prstGeom>
          <a:solidFill>
            <a:srgbClr val="CC0000"/>
          </a:solidFill>
          <a:ln cap="sq" cmpd="sng" w="190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6" name="Google Shape;1396;p52"/>
          <p:cNvSpPr txBox="1"/>
          <p:nvPr/>
        </p:nvSpPr>
        <p:spPr>
          <a:xfrm>
            <a:off x="2133600" y="4495800"/>
            <a:ext cx="407987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</p:txBody>
      </p:sp>
      <p:cxnSp>
        <p:nvCxnSpPr>
          <p:cNvPr id="1397" name="Google Shape;1397;p52"/>
          <p:cNvCxnSpPr/>
          <p:nvPr/>
        </p:nvCxnSpPr>
        <p:spPr>
          <a:xfrm flipH="1">
            <a:off x="2587625" y="4940300"/>
            <a:ext cx="1911350" cy="1587"/>
          </a:xfrm>
          <a:prstGeom prst="straightConnector1">
            <a:avLst/>
          </a:prstGeom>
          <a:noFill/>
          <a:ln cap="sq" cmpd="sng" w="28425">
            <a:solidFill>
              <a:srgbClr val="FF7C80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53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05" name="Google Shape;1405;p53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/>
          </a:p>
        </p:txBody>
      </p:sp>
      <p:sp>
        <p:nvSpPr>
          <p:cNvPr id="1406" name="Google Shape;1406;p53"/>
          <p:cNvSpPr txBox="1"/>
          <p:nvPr/>
        </p:nvSpPr>
        <p:spPr>
          <a:xfrm>
            <a:off x="381000" y="1371600"/>
            <a:ext cx="8610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Casting Basics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and Ray Generation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Object Intersection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Sphere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Triangle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Quadric Surface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Recursive Ray Tracing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Mirror Reflection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Refraction</a:t>
            </a:r>
            <a:endParaRPr b="0" i="0" sz="32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7" name="Google Shape;1407;p53"/>
          <p:cNvSpPr/>
          <p:nvPr/>
        </p:nvSpPr>
        <p:spPr>
          <a:xfrm>
            <a:off x="7745412" y="5929312"/>
            <a:ext cx="6350" cy="1587"/>
          </a:xfrm>
          <a:custGeom>
            <a:rect b="b" l="l" r="r" t="t"/>
            <a:pathLst>
              <a:path extrusionOk="0" h="1587" w="4">
                <a:moveTo>
                  <a:pt x="4" y="0"/>
                </a:move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8" name="Google Shape;1408;p53"/>
          <p:cNvSpPr/>
          <p:nvPr/>
        </p:nvSpPr>
        <p:spPr>
          <a:xfrm>
            <a:off x="7594600" y="5911850"/>
            <a:ext cx="7937" cy="1587"/>
          </a:xfrm>
          <a:custGeom>
            <a:rect b="b" l="l" r="r" t="t"/>
            <a:pathLst>
              <a:path extrusionOk="0" h="1588" w="5">
                <a:moveTo>
                  <a:pt x="0" y="0"/>
                </a:move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9" name="Google Shape;140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0612" y="3821112"/>
            <a:ext cx="2744787" cy="1208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0" name="Google Shape;1410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990600"/>
            <a:ext cx="274320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1" name="Google Shape;1411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2200" y="2362200"/>
            <a:ext cx="27432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2" name="Google Shape;1412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5105400"/>
            <a:ext cx="2743200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54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20" name="Google Shape;1420;p54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Quadric Surfaces</a:t>
            </a:r>
            <a:endParaRPr/>
          </a:p>
        </p:txBody>
      </p:sp>
      <p:sp>
        <p:nvSpPr>
          <p:cNvPr id="1421" name="Google Shape;1421;p54"/>
          <p:cNvSpPr txBox="1"/>
          <p:nvPr/>
        </p:nvSpPr>
        <p:spPr>
          <a:xfrm>
            <a:off x="381000" y="1066800"/>
            <a:ext cx="8763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Common Quadric Surfaces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Ellipsoid	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/a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y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/b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z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/c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+ 1= 0)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Cone		(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/a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y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/b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z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/c</a:t>
            </a:r>
            <a:r>
              <a:rPr b="0" baseline="3000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0)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Cylinder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Hyperboloid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Paraboloid – Eliptic, Hyperbolic etc.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Check out the following links for the figures &amp; equations:</a:t>
            </a:r>
            <a:b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https://tutorial.math.lamar.edu/Classes/CalcIII/QuadricSurfaces.aspx</a:t>
            </a:r>
            <a:b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https://mrl.cs.nyu.edu/~dzorin/rend05/lecture2.pdf  (page12-14)</a:t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55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29" name="Google Shape;1429;p55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- Quadric Surface Intersection</a:t>
            </a:r>
            <a:endParaRPr/>
          </a:p>
        </p:txBody>
      </p:sp>
      <p:sp>
        <p:nvSpPr>
          <p:cNvPr id="1430" name="Google Shape;1430;p55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Quadric Surface Equation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</a:t>
            </a:r>
            <a:r>
              <a:rPr b="0" baseline="30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By</a:t>
            </a:r>
            <a:r>
              <a:rPr b="0" baseline="30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Cz</a:t>
            </a:r>
            <a:r>
              <a:rPr b="0" baseline="3000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Dxy + Eyz + Fxz + Gx + Hy +Iz + J = 0 … …(1)</a:t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Equation : 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P(t) = </a:t>
            </a: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t * </a:t>
            </a:r>
            <a:r>
              <a:rPr b="1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="1" baseline="-2500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P</a:t>
            </a:r>
            <a:r>
              <a:rPr b="0" baseline="-2500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R</a:t>
            </a:r>
            <a:r>
              <a:rPr b="0" baseline="-2500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0x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t*R</a:t>
            </a:r>
            <a:r>
              <a:rPr b="0" baseline="-2500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dx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Similar for P</a:t>
            </a:r>
            <a:r>
              <a:rPr b="0" baseline="-2500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</a:t>
            </a:r>
            <a:r>
              <a:rPr b="0" baseline="-2500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Put P</a:t>
            </a:r>
            <a:r>
              <a:rPr b="0" baseline="-2500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</a:t>
            </a:r>
            <a:r>
              <a:rPr b="0" baseline="-2500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</a:t>
            </a:r>
            <a:r>
              <a:rPr b="0" baseline="-2500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 x, y, z in eq.(1) and solve for t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Accept the smaller non –ve real value of t</a:t>
            </a:r>
            <a:endParaRPr/>
          </a:p>
          <a:p>
            <a:pPr indent="-1365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Char char="•"/>
            </a:pPr>
            <a:r>
              <a:rPr b="0" i="0" lang="en-US" sz="3600" u="none">
                <a:solidFill>
                  <a:srgbClr val="2D2DB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Quadric Surface Normal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partial derivatives!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56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38" name="Google Shape;1438;p56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/>
          </a:p>
        </p:txBody>
      </p:sp>
      <p:sp>
        <p:nvSpPr>
          <p:cNvPr id="1439" name="Google Shape;1439;p56"/>
          <p:cNvSpPr txBox="1"/>
          <p:nvPr/>
        </p:nvSpPr>
        <p:spPr>
          <a:xfrm>
            <a:off x="381000" y="1371600"/>
            <a:ext cx="8610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Casting Basics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and Ray Generation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Object Intersection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Sphere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Triangle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Quadric Surface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Recursive Ray Tracing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Mirror Reflection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Refraction</a:t>
            </a:r>
            <a:endParaRPr/>
          </a:p>
        </p:txBody>
      </p:sp>
      <p:sp>
        <p:nvSpPr>
          <p:cNvPr id="1440" name="Google Shape;1440;p56"/>
          <p:cNvSpPr/>
          <p:nvPr/>
        </p:nvSpPr>
        <p:spPr>
          <a:xfrm>
            <a:off x="7745412" y="5929312"/>
            <a:ext cx="6350" cy="1587"/>
          </a:xfrm>
          <a:custGeom>
            <a:rect b="b" l="l" r="r" t="t"/>
            <a:pathLst>
              <a:path extrusionOk="0" h="1587" w="4">
                <a:moveTo>
                  <a:pt x="4" y="0"/>
                </a:move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1" name="Google Shape;1441;p56"/>
          <p:cNvSpPr/>
          <p:nvPr/>
        </p:nvSpPr>
        <p:spPr>
          <a:xfrm>
            <a:off x="7594600" y="5911850"/>
            <a:ext cx="7937" cy="1587"/>
          </a:xfrm>
          <a:custGeom>
            <a:rect b="b" l="l" r="r" t="t"/>
            <a:pathLst>
              <a:path extrusionOk="0" h="1588" w="5">
                <a:moveTo>
                  <a:pt x="0" y="0"/>
                </a:move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2" name="Google Shape;144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0612" y="3821112"/>
            <a:ext cx="2744787" cy="1208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3" name="Google Shape;1443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2362200"/>
            <a:ext cx="27432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4" name="Google Shape;1444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2200" y="5105400"/>
            <a:ext cx="274320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5" name="Google Shape;1445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990600"/>
            <a:ext cx="2743200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57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53" name="Google Shape;1453;p57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Mirror Reflection</a:t>
            </a:r>
            <a:endParaRPr/>
          </a:p>
        </p:txBody>
      </p:sp>
      <p:sp>
        <p:nvSpPr>
          <p:cNvPr id="1454" name="Google Shape;1454;p57"/>
          <p:cNvSpPr txBox="1"/>
          <p:nvPr/>
        </p:nvSpPr>
        <p:spPr>
          <a:xfrm>
            <a:off x="381000" y="1371600"/>
            <a:ext cx="8610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reflected ray – according to law of reflection on an ideal mirror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 contribution of this reflection in color</a:t>
            </a:r>
            <a:endParaRPr/>
          </a:p>
        </p:txBody>
      </p:sp>
      <p:pic>
        <p:nvPicPr>
          <p:cNvPr id="1455" name="Google Shape;145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225" y="2886075"/>
            <a:ext cx="7953375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58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63" name="Google Shape;1463;p58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Mirror Reflection</a:t>
            </a:r>
            <a:endParaRPr/>
          </a:p>
        </p:txBody>
      </p:sp>
      <p:sp>
        <p:nvSpPr>
          <p:cNvPr id="1464" name="Google Shape;1464;p58"/>
          <p:cNvSpPr txBox="1"/>
          <p:nvPr/>
        </p:nvSpPr>
        <p:spPr>
          <a:xfrm>
            <a:off x="381000" y="1371600"/>
            <a:ext cx="8610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of recursion in reflection</a:t>
            </a:r>
            <a:endParaRPr/>
          </a:p>
          <a:p>
            <a:pPr indent="-1619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19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19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619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 = 0				Depth = 1				Depth = 2</a:t>
            </a:r>
            <a:endParaRPr/>
          </a:p>
        </p:txBody>
      </p:sp>
      <p:pic>
        <p:nvPicPr>
          <p:cNvPr id="1465" name="Google Shape;146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05000"/>
            <a:ext cx="9144000" cy="2068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59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73" name="Google Shape;1473;p59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/>
          </a:p>
        </p:txBody>
      </p:sp>
      <p:sp>
        <p:nvSpPr>
          <p:cNvPr id="1474" name="Google Shape;1474;p59"/>
          <p:cNvSpPr txBox="1"/>
          <p:nvPr/>
        </p:nvSpPr>
        <p:spPr>
          <a:xfrm>
            <a:off x="381000" y="1371600"/>
            <a:ext cx="8610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Casting Basics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and Ray Generation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Ray Object Intersection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Sphere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Triangle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Quadric Surface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Recursive Ray Tracing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Mirror Reflection</a:t>
            </a:r>
            <a:endParaRPr/>
          </a:p>
          <a:p>
            <a:pPr indent="-339725" lvl="1" marL="108267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−"/>
            </a:pP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Refraction</a:t>
            </a:r>
            <a:endParaRPr/>
          </a:p>
        </p:txBody>
      </p:sp>
      <p:sp>
        <p:nvSpPr>
          <p:cNvPr id="1475" name="Google Shape;1475;p59"/>
          <p:cNvSpPr/>
          <p:nvPr/>
        </p:nvSpPr>
        <p:spPr>
          <a:xfrm>
            <a:off x="7745412" y="5929312"/>
            <a:ext cx="6350" cy="1587"/>
          </a:xfrm>
          <a:custGeom>
            <a:rect b="b" l="l" r="r" t="t"/>
            <a:pathLst>
              <a:path extrusionOk="0" h="1587" w="4">
                <a:moveTo>
                  <a:pt x="4" y="0"/>
                </a:moveTo>
                <a:lnTo>
                  <a:pt x="0" y="0"/>
                </a:lnTo>
                <a:lnTo>
                  <a:pt x="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6" name="Google Shape;1476;p59"/>
          <p:cNvSpPr/>
          <p:nvPr/>
        </p:nvSpPr>
        <p:spPr>
          <a:xfrm>
            <a:off x="7594600" y="5911850"/>
            <a:ext cx="7937" cy="1587"/>
          </a:xfrm>
          <a:custGeom>
            <a:rect b="b" l="l" r="r" t="t"/>
            <a:pathLst>
              <a:path extrusionOk="0" h="1588" w="5">
                <a:moveTo>
                  <a:pt x="0" y="0"/>
                </a:moveTo>
                <a:lnTo>
                  <a:pt x="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77" name="Google Shape;147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0612" y="3821112"/>
            <a:ext cx="2744787" cy="1208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8" name="Google Shape;1478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2362200"/>
            <a:ext cx="27432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9" name="Google Shape;1479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2200" y="5105400"/>
            <a:ext cx="2743200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0" name="Google Shape;1480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72200" y="990600"/>
            <a:ext cx="2743200" cy="12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60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88" name="Google Shape;1488;p60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Refraction</a:t>
            </a:r>
            <a:endParaRPr/>
          </a:p>
        </p:txBody>
      </p:sp>
      <p:sp>
        <p:nvSpPr>
          <p:cNvPr id="1489" name="Google Shape;1489;p60"/>
          <p:cNvSpPr txBox="1"/>
          <p:nvPr/>
        </p:nvSpPr>
        <p:spPr>
          <a:xfrm>
            <a:off x="381000" y="1371600"/>
            <a:ext cx="8610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refracted ray – according to law of refraction</a:t>
            </a:r>
            <a:endParaRPr/>
          </a:p>
        </p:txBody>
      </p:sp>
      <p:pic>
        <p:nvPicPr>
          <p:cNvPr id="1490" name="Google Shape;149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667000"/>
            <a:ext cx="3819525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1" name="Google Shape;1491;p60"/>
          <p:cNvPicPr preferRelativeResize="0"/>
          <p:nvPr/>
        </p:nvPicPr>
        <p:blipFill rotWithShape="1">
          <a:blip r:embed="rId4">
            <a:alphaModFix/>
          </a:blip>
          <a:srcRect b="4403" l="0" r="0" t="0"/>
          <a:stretch/>
        </p:blipFill>
        <p:spPr>
          <a:xfrm>
            <a:off x="5200650" y="2724150"/>
            <a:ext cx="2800350" cy="198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2" name="Google Shape;1492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67400" y="4781550"/>
            <a:ext cx="1543050" cy="7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61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00" name="Google Shape;1500;p61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Case of Recursive Ray Tracing?</a:t>
            </a:r>
            <a:endParaRPr/>
          </a:p>
        </p:txBody>
      </p:sp>
      <p:sp>
        <p:nvSpPr>
          <p:cNvPr id="1501" name="Google Shape;1501;p61"/>
          <p:cNvSpPr txBox="1"/>
          <p:nvPr/>
        </p:nvSpPr>
        <p:spPr>
          <a:xfrm>
            <a:off x="381000" y="1371600"/>
            <a:ext cx="8610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fixed no. of times (controlling recursion depth)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ray contribution becomes insignificant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62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09" name="Google Shape;1509;p62"/>
          <p:cNvSpPr/>
          <p:nvPr/>
        </p:nvSpPr>
        <p:spPr>
          <a:xfrm>
            <a:off x="6221412" y="4967287"/>
            <a:ext cx="1828800" cy="1828800"/>
          </a:xfrm>
          <a:prstGeom prst="ellipse">
            <a:avLst/>
          </a:prstGeom>
          <a:solidFill>
            <a:srgbClr val="FFFF99"/>
          </a:solidFill>
          <a:ln cap="sq" cmpd="sng" w="381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0" name="Google Shape;1510;p62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 Issues</a:t>
            </a:r>
            <a:endParaRPr/>
          </a:p>
        </p:txBody>
      </p:sp>
      <p:sp>
        <p:nvSpPr>
          <p:cNvPr id="1511" name="Google Shape;1511;p62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happens when 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 is on an object?</a:t>
            </a:r>
            <a:endParaRPr/>
          </a:p>
          <a:p>
            <a:pPr indent="-282575" lvl="2" marL="113982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 shadowing!!</a:t>
            </a:r>
            <a:endParaRPr/>
          </a:p>
          <a:p>
            <a:pPr indent="-282575" lvl="2" marL="113982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 reflection!!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Grazing rays?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with floating-point approximation</a:t>
            </a:r>
            <a:endParaRPr/>
          </a:p>
        </p:txBody>
      </p:sp>
      <p:cxnSp>
        <p:nvCxnSpPr>
          <p:cNvPr id="1512" name="Google Shape;1512;p62"/>
          <p:cNvCxnSpPr/>
          <p:nvPr/>
        </p:nvCxnSpPr>
        <p:spPr>
          <a:xfrm flipH="1">
            <a:off x="5102225" y="6015037"/>
            <a:ext cx="1028700" cy="1587"/>
          </a:xfrm>
          <a:prstGeom prst="straightConnector1">
            <a:avLst/>
          </a:prstGeom>
          <a:noFill/>
          <a:ln cap="sq" cmpd="sng" w="76300">
            <a:solidFill>
              <a:srgbClr val="CC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513" name="Google Shape;1513;p62"/>
          <p:cNvCxnSpPr/>
          <p:nvPr/>
        </p:nvCxnSpPr>
        <p:spPr>
          <a:xfrm flipH="1">
            <a:off x="454025" y="6018212"/>
            <a:ext cx="7931150" cy="1587"/>
          </a:xfrm>
          <a:prstGeom prst="straightConnector1">
            <a:avLst/>
          </a:prstGeom>
          <a:noFill/>
          <a:ln cap="sq" cmpd="sng" w="12600">
            <a:solidFill>
              <a:srgbClr val="CC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14" name="Google Shape;1514;p62"/>
          <p:cNvSpPr/>
          <p:nvPr/>
        </p:nvSpPr>
        <p:spPr>
          <a:xfrm>
            <a:off x="1981200" y="4191000"/>
            <a:ext cx="1828800" cy="1828800"/>
          </a:xfrm>
          <a:prstGeom prst="ellipse">
            <a:avLst/>
          </a:prstGeom>
          <a:solidFill>
            <a:srgbClr val="FFFF99"/>
          </a:solidFill>
          <a:ln cap="sq" cmpd="sng" w="381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5" name="Google Shape;1515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5673725"/>
            <a:ext cx="660400" cy="6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63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pic>
        <p:nvPicPr>
          <p:cNvPr id="1523" name="Google Shape;152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505200"/>
            <a:ext cx="5943600" cy="2805112"/>
          </a:xfrm>
          <a:prstGeom prst="rect">
            <a:avLst/>
          </a:prstGeom>
          <a:noFill/>
          <a:ln>
            <a:noFill/>
          </a:ln>
        </p:spPr>
      </p:pic>
      <p:sp>
        <p:nvSpPr>
          <p:cNvPr id="1524" name="Google Shape;1524;p63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Evil </a:t>
            </a:r>
            <a:r>
              <a:rPr b="0" i="0" lang="en-US" sz="4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</a:t>
            </a:r>
            <a:endParaRPr/>
          </a:p>
        </p:txBody>
      </p:sp>
      <p:sp>
        <p:nvSpPr>
          <p:cNvPr id="1525" name="Google Shape;1525;p63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ray tracing, do NOT report intersection for rays starting at the surface (no false positive)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secondary rays requires epsilons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6" name="Google Shape;1526;p63"/>
          <p:cNvSpPr/>
          <p:nvPr/>
        </p:nvSpPr>
        <p:spPr>
          <a:xfrm>
            <a:off x="3467100" y="4249737"/>
            <a:ext cx="76200" cy="158750"/>
          </a:xfrm>
          <a:prstGeom prst="ellipse">
            <a:avLst/>
          </a:prstGeom>
          <a:solidFill>
            <a:srgbClr val="00CC99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27" name="Google Shape;1527;p63"/>
          <p:cNvCxnSpPr/>
          <p:nvPr/>
        </p:nvCxnSpPr>
        <p:spPr>
          <a:xfrm rot="10800000">
            <a:off x="3489325" y="4319587"/>
            <a:ext cx="892175" cy="231775"/>
          </a:xfrm>
          <a:prstGeom prst="straightConnector1">
            <a:avLst/>
          </a:prstGeom>
          <a:noFill/>
          <a:ln cap="sq" cmpd="sng" w="57225">
            <a:solidFill>
              <a:srgbClr val="E60202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28" name="Google Shape;1528;p63"/>
          <p:cNvCxnSpPr/>
          <p:nvPr/>
        </p:nvCxnSpPr>
        <p:spPr>
          <a:xfrm flipH="1" rot="10800000">
            <a:off x="3505200" y="2968625"/>
            <a:ext cx="228600" cy="1377950"/>
          </a:xfrm>
          <a:prstGeom prst="straightConnector1">
            <a:avLst/>
          </a:prstGeom>
          <a:noFill/>
          <a:ln cap="sq" cmpd="sng" w="76300">
            <a:solidFill>
              <a:srgbClr val="E6020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529" name="Google Shape;1529;p63"/>
          <p:cNvCxnSpPr/>
          <p:nvPr/>
        </p:nvCxnSpPr>
        <p:spPr>
          <a:xfrm flipH="1">
            <a:off x="2235200" y="4387850"/>
            <a:ext cx="663575" cy="160337"/>
          </a:xfrm>
          <a:prstGeom prst="straightConnector1">
            <a:avLst/>
          </a:prstGeom>
          <a:noFill/>
          <a:ln cap="sq" cmpd="sng" w="76300">
            <a:solidFill>
              <a:srgbClr val="E60202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530" name="Google Shape;1530;p63"/>
          <p:cNvCxnSpPr/>
          <p:nvPr/>
        </p:nvCxnSpPr>
        <p:spPr>
          <a:xfrm flipH="1" rot="10800000">
            <a:off x="2957512" y="4325937"/>
            <a:ext cx="547687" cy="53975"/>
          </a:xfrm>
          <a:prstGeom prst="straightConnector1">
            <a:avLst/>
          </a:prstGeom>
          <a:noFill/>
          <a:ln cap="sq" cmpd="sng" w="19075">
            <a:solidFill>
              <a:srgbClr val="E60202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1531" name="Google Shape;1531;p63"/>
          <p:cNvCxnSpPr/>
          <p:nvPr/>
        </p:nvCxnSpPr>
        <p:spPr>
          <a:xfrm flipH="1" rot="10800000">
            <a:off x="3505200" y="4035425"/>
            <a:ext cx="609600" cy="234950"/>
          </a:xfrm>
          <a:prstGeom prst="straightConnector1">
            <a:avLst/>
          </a:prstGeom>
          <a:noFill/>
          <a:ln cap="sq" cmpd="sng" w="76300">
            <a:solidFill>
              <a:srgbClr val="00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id="1532" name="Google Shape;1532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1400" y="2971800"/>
            <a:ext cx="787400" cy="838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3" name="Google Shape;1533;p63"/>
          <p:cNvCxnSpPr/>
          <p:nvPr/>
        </p:nvCxnSpPr>
        <p:spPr>
          <a:xfrm flipH="1" rot="10800000">
            <a:off x="3529012" y="3746500"/>
            <a:ext cx="304800" cy="508000"/>
          </a:xfrm>
          <a:prstGeom prst="straightConnector1">
            <a:avLst/>
          </a:prstGeom>
          <a:noFill/>
          <a:ln cap="sq" cmpd="sng" w="76300">
            <a:solidFill>
              <a:srgbClr val="FF99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534" name="Google Shape;1534;p63"/>
          <p:cNvSpPr txBox="1"/>
          <p:nvPr/>
        </p:nvSpPr>
        <p:spPr>
          <a:xfrm>
            <a:off x="2286000" y="3352800"/>
            <a:ext cx="133985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reflection</a:t>
            </a:r>
            <a:endParaRPr/>
          </a:p>
        </p:txBody>
      </p:sp>
      <p:sp>
        <p:nvSpPr>
          <p:cNvPr id="1535" name="Google Shape;1535;p63"/>
          <p:cNvSpPr txBox="1"/>
          <p:nvPr/>
        </p:nvSpPr>
        <p:spPr>
          <a:xfrm>
            <a:off x="1017587" y="4457700"/>
            <a:ext cx="139065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refraction</a:t>
            </a:r>
            <a:endParaRPr/>
          </a:p>
        </p:txBody>
      </p:sp>
      <p:sp>
        <p:nvSpPr>
          <p:cNvPr id="1536" name="Google Shape;1536;p63"/>
          <p:cNvSpPr/>
          <p:nvPr/>
        </p:nvSpPr>
        <p:spPr>
          <a:xfrm>
            <a:off x="4819650" y="4543425"/>
            <a:ext cx="120650" cy="203200"/>
          </a:xfrm>
          <a:custGeom>
            <a:rect b="b" l="l" r="r" t="t"/>
            <a:pathLst>
              <a:path extrusionOk="0" h="128" w="76">
                <a:moveTo>
                  <a:pt x="4" y="0"/>
                </a:moveTo>
                <a:lnTo>
                  <a:pt x="70" y="14"/>
                </a:lnTo>
                <a:lnTo>
                  <a:pt x="76" y="128"/>
                </a:lnTo>
                <a:lnTo>
                  <a:pt x="0" y="112"/>
                </a:lnTo>
                <a:lnTo>
                  <a:pt x="4" y="0"/>
                </a:lnTo>
                <a:close/>
              </a:path>
            </a:pathLst>
          </a:custGeom>
          <a:solidFill>
            <a:srgbClr val="FF9900"/>
          </a:solid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37" name="Google Shape;1537;p63"/>
          <p:cNvCxnSpPr/>
          <p:nvPr/>
        </p:nvCxnSpPr>
        <p:spPr>
          <a:xfrm rot="10800000">
            <a:off x="4840287" y="4667250"/>
            <a:ext cx="892175" cy="231775"/>
          </a:xfrm>
          <a:prstGeom prst="straightConnector1">
            <a:avLst/>
          </a:prstGeom>
          <a:noFill/>
          <a:ln cap="sq" cmpd="sng" w="57225">
            <a:solidFill>
              <a:srgbClr val="E60202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38" name="Google Shape;1538;p63"/>
          <p:cNvSpPr txBox="1"/>
          <p:nvPr/>
        </p:nvSpPr>
        <p:spPr>
          <a:xfrm>
            <a:off x="3733800" y="3657600"/>
            <a:ext cx="111125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imes New Roman"/>
              <a:buNone/>
            </a:pPr>
            <a:r>
              <a:rPr b="0" i="1" lang="en-US" sz="24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shadow</a:t>
            </a:r>
            <a:endParaRPr/>
          </a:p>
        </p:txBody>
      </p:sp>
      <p:pic>
        <p:nvPicPr>
          <p:cNvPr id="1539" name="Google Shape;1539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53200" y="2895600"/>
            <a:ext cx="2247900" cy="230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5" name="Shape 1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Google Shape;1546;p64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47" name="Google Shape;1547;p64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Evil </a:t>
            </a:r>
            <a:r>
              <a:rPr b="0" i="0" lang="en-US" sz="4400" u="non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ε : </a:t>
            </a: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</a:t>
            </a:r>
            <a:endParaRPr/>
          </a:p>
        </p:txBody>
      </p:sp>
      <p:sp>
        <p:nvSpPr>
          <p:cNvPr id="1548" name="Google Shape;1548;p64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Edges in triangle meshes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report intersection (otherwise not watertight)</a:t>
            </a:r>
            <a:endParaRPr/>
          </a:p>
          <a:p>
            <a:pPr indent="-282575" lvl="1" marL="739775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false negative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49" name="Google Shape;154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4330700"/>
            <a:ext cx="660400" cy="622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0" name="Google Shape;1550;p64"/>
          <p:cNvCxnSpPr/>
          <p:nvPr/>
        </p:nvCxnSpPr>
        <p:spPr>
          <a:xfrm flipH="1">
            <a:off x="5102225" y="4719637"/>
            <a:ext cx="1028700" cy="1587"/>
          </a:xfrm>
          <a:prstGeom prst="straightConnector1">
            <a:avLst/>
          </a:prstGeom>
          <a:noFill/>
          <a:ln cap="sq" cmpd="sng" w="76300">
            <a:solidFill>
              <a:srgbClr val="CC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551" name="Google Shape;1551;p64"/>
          <p:cNvSpPr/>
          <p:nvPr/>
        </p:nvSpPr>
        <p:spPr>
          <a:xfrm>
            <a:off x="1524000" y="3276600"/>
            <a:ext cx="1752600" cy="1828800"/>
          </a:xfrm>
          <a:custGeom>
            <a:rect b="b" l="l" r="r" t="t"/>
            <a:pathLst>
              <a:path extrusionOk="0" h="1152" w="1104">
                <a:moveTo>
                  <a:pt x="144" y="1152"/>
                </a:moveTo>
                <a:lnTo>
                  <a:pt x="1104" y="672"/>
                </a:lnTo>
                <a:lnTo>
                  <a:pt x="0" y="0"/>
                </a:lnTo>
                <a:lnTo>
                  <a:pt x="144" y="1152"/>
                </a:lnTo>
                <a:close/>
              </a:path>
            </a:pathLst>
          </a:custGeom>
          <a:solidFill>
            <a:srgbClr val="CCCCFF"/>
          </a:solid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2" name="Google Shape;1552;p64"/>
          <p:cNvSpPr/>
          <p:nvPr/>
        </p:nvSpPr>
        <p:spPr>
          <a:xfrm>
            <a:off x="1616075" y="4343400"/>
            <a:ext cx="1660525" cy="1184275"/>
          </a:xfrm>
          <a:custGeom>
            <a:rect b="b" l="l" r="r" t="t"/>
            <a:pathLst>
              <a:path extrusionOk="0" h="746" w="1046">
                <a:moveTo>
                  <a:pt x="86" y="480"/>
                </a:moveTo>
                <a:lnTo>
                  <a:pt x="1046" y="0"/>
                </a:lnTo>
                <a:lnTo>
                  <a:pt x="0" y="746"/>
                </a:lnTo>
                <a:lnTo>
                  <a:pt x="86" y="480"/>
                </a:lnTo>
                <a:close/>
              </a:path>
            </a:pathLst>
          </a:custGeom>
          <a:solidFill>
            <a:srgbClr val="9999FF"/>
          </a:solidFill>
          <a:ln cap="sq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53" name="Google Shape;1553;p64"/>
          <p:cNvCxnSpPr/>
          <p:nvPr/>
        </p:nvCxnSpPr>
        <p:spPr>
          <a:xfrm flipH="1">
            <a:off x="149225" y="4724400"/>
            <a:ext cx="1530350" cy="1587"/>
          </a:xfrm>
          <a:prstGeom prst="straightConnector1">
            <a:avLst/>
          </a:prstGeom>
          <a:noFill/>
          <a:ln cap="sq" cmpd="sng" w="12600">
            <a:solidFill>
              <a:srgbClr val="CC0000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554" name="Google Shape;1554;p64"/>
          <p:cNvSpPr/>
          <p:nvPr/>
        </p:nvSpPr>
        <p:spPr>
          <a:xfrm>
            <a:off x="2514600" y="4648200"/>
            <a:ext cx="74612" cy="144462"/>
          </a:xfrm>
          <a:prstGeom prst="ellipse">
            <a:avLst/>
          </a:prstGeom>
          <a:solidFill>
            <a:srgbClr val="CC0000"/>
          </a:solidFill>
          <a:ln cap="sq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55" name="Google Shape;1555;p64"/>
          <p:cNvCxnSpPr/>
          <p:nvPr/>
        </p:nvCxnSpPr>
        <p:spPr>
          <a:xfrm rot="10800000">
            <a:off x="2552700" y="4716462"/>
            <a:ext cx="5832475" cy="11112"/>
          </a:xfrm>
          <a:prstGeom prst="straightConnector1">
            <a:avLst/>
          </a:prstGeom>
          <a:noFill/>
          <a:ln cap="sq" cmpd="sng" w="12600">
            <a:solidFill>
              <a:srgbClr val="CC0000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65"/>
          <p:cNvSpPr txBox="1"/>
          <p:nvPr/>
        </p:nvSpPr>
        <p:spPr>
          <a:xfrm>
            <a:off x="7086600" y="63246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fld id="{00000000-1234-1234-1234-123412341234}" type="slidenum"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63" name="Google Shape;1563;p65"/>
          <p:cNvSpPr txBox="1"/>
          <p:nvPr/>
        </p:nvSpPr>
        <p:spPr>
          <a:xfrm>
            <a:off x="381000" y="152400"/>
            <a:ext cx="8610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/>
              <a:buNone/>
            </a:pPr>
            <a:r>
              <a:rPr b="0" i="0" lang="en-US" sz="4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1564" name="Google Shape;1564;p65"/>
          <p:cNvSpPr txBox="1"/>
          <p:nvPr/>
        </p:nvSpPr>
        <p:spPr>
          <a:xfrm>
            <a:off x="381000" y="1066800"/>
            <a:ext cx="8610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397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Textbook : Fundamentals of Computer Graphics (3</a:t>
            </a:r>
            <a:r>
              <a:rPr b="0" baseline="3000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edition) by Peter Shirley, Steve Marschner et. al – Chapter 4 (Extra – Chapter 13)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[May be insufficient]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Graphics – MIT OpenCourseWare : Lecture 11, 12, 13 (Extra resource – Lecture 14)</a:t>
            </a:r>
            <a:b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https://ocw.mit.edu/courses/electrical-engineering-and-computer-science/6-837-computer-graphics-fall-2012/lecture-notes/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https://tutorial.math.lamar.edu/Classes/CalcIII/QuadricSurfaces.aspx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https://mrl.cs.nyu.edu/~dzorin/rend05/lecture2.pdf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http://www.cs.tau.ac.il/~dcor/Graphics/adv-slides/ray-tracing06.pdf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Shirley P., M. Ashikhmin and S. Marschner, </a:t>
            </a:r>
            <a:r>
              <a:rPr b="0" i="1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Fundamentals of Computer Graphics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Shirley P. and R.K. Morley, Realistic Ray Tracing</a:t>
            </a:r>
            <a:endParaRPr/>
          </a:p>
          <a:p>
            <a:pPr indent="-339725" lvl="0" marL="339725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b="0" i="0" lang="en-US" sz="20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Jensen H.W., Realistic Image Synthesis Using Photon Mapping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66"/>
          <p:cNvSpPr txBox="1"/>
          <p:nvPr>
            <p:ph idx="1" type="body"/>
          </p:nvPr>
        </p:nvSpPr>
        <p:spPr>
          <a:xfrm>
            <a:off x="457200" y="7620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☺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2002-09-12T21:58:28Z</dcterms:created>
  <dc:creator>Fredo Durand</dc:creator>
</cp:coreProperties>
</file>