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Lobster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obs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650402cda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2650402cd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</a:t>
            </a:r>
            <a:r>
              <a:rPr lang="en"/>
              <a:t> = k.m+r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=&gt; a-r = k.m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Therefore, m|(a-r)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According to the definition of congruence, a is congruent to r mod m [</a:t>
            </a:r>
            <a:r>
              <a:rPr lang="en">
                <a:solidFill>
                  <a:schemeClr val="dk1"/>
                </a:solidFill>
              </a:rPr>
              <a:t>a 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≡ r (mod m)</a:t>
            </a:r>
            <a:r>
              <a:rPr lang="en"/>
              <a:t>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 know that, r = a mod 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Therefore,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</a:t>
            </a:r>
            <a:r>
              <a:rPr lang="en"/>
              <a:t> 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≡ r (mod m)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o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r, a ≡ (a mod m)(mod m)</a:t>
            </a:r>
            <a:endParaRPr sz="105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311700" y="1650150"/>
            <a:ext cx="8520600" cy="84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Lecture 14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1" name="Google Shape;51;p12"/>
          <p:cNvSpPr txBox="1"/>
          <p:nvPr/>
        </p:nvSpPr>
        <p:spPr>
          <a:xfrm>
            <a:off x="4303700" y="2678725"/>
            <a:ext cx="4868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Divisibility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Modular Arithmetic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Congruence Relation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 Divisibility and Modular Arithmetic</a:t>
            </a:r>
            <a:endParaRPr/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8520600" cy="36852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85" r="-284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 Divisibility and Modular Arithmetic (Continued)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78"/>
              <a:buNone/>
            </a:pPr>
            <a:r>
              <a:rPr b="0" i="0" lang="en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 Divisibility and Modular Arithmetic (Continued)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4.1.3 The Division Algorithm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4.1.3 The Division Algorithm (Continued)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8" r="-499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4.1.4 Modular Arithmetic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8" r="-499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4.1.4 Modular Arithmetic (Continued)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9" r="-499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4.1.4 Modular Arithmetic (Continued)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4.1.4 Modular Arithmetic (Continued)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4"/>
            <a:ext cx="8520600" cy="37243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8" r="-4075" t="-8345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4.1.5 Arithmetic Modulo m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4.1.5 Arithmetic Modulo m (Continued)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