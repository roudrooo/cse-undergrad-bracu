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Lobster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jck9FsaOyiCsxJDD05XXPIglwN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obster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5745446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574544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5745446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5745446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311700" y="154775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3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484375" y="2587675"/>
            <a:ext cx="5425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Compound Propositions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Tautology and Contradictions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Logical Equivalence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115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455046"/>
            <a:ext cx="882015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300" y="217175"/>
            <a:ext cx="284797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0950" y="737275"/>
            <a:ext cx="57816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46725"/>
            <a:ext cx="8839200" cy="94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953166"/>
            <a:ext cx="8839200" cy="277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3" cy="66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966199"/>
            <a:ext cx="8839200" cy="94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175" y="2571739"/>
            <a:ext cx="8839199" cy="133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2571740"/>
            <a:ext cx="7048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32188"/>
            <a:ext cx="8839204" cy="207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46538"/>
            <a:ext cx="8839200" cy="145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59050"/>
            <a:ext cx="8839199" cy="3825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73100"/>
            <a:ext cx="8839203" cy="99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3" cy="50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33232"/>
            <a:ext cx="8839199" cy="2677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20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175" y="2519526"/>
            <a:ext cx="73152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36625"/>
            <a:ext cx="8839201" cy="1470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66900"/>
            <a:ext cx="8839199" cy="87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9300" y="1701344"/>
            <a:ext cx="51054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13" y="307875"/>
            <a:ext cx="8839201" cy="94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3238" y="1485901"/>
            <a:ext cx="30575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567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976318"/>
            <a:ext cx="87153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58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828663"/>
            <a:ext cx="586740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395288"/>
            <a:ext cx="67532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625" y="152400"/>
            <a:ext cx="587676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5745446ec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using Series of Logical Equivalences</a:t>
            </a:r>
            <a:endParaRPr/>
          </a:p>
        </p:txBody>
      </p:sp>
      <p:sp>
        <p:nvSpPr>
          <p:cNvPr id="158" name="Google Shape;158;g2e5745446ec_0_0"/>
          <p:cNvSpPr txBox="1"/>
          <p:nvPr>
            <p:ph idx="1" type="body"/>
          </p:nvPr>
        </p:nvSpPr>
        <p:spPr>
          <a:xfrm>
            <a:off x="311700" y="1152475"/>
            <a:ext cx="2260200" cy="6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9" name="Google Shape;159;g2e5745446e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50" y="1152475"/>
            <a:ext cx="7572025" cy="34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5745446ec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Development using Series of Logical Equivalences (2)</a:t>
            </a:r>
            <a:endParaRPr/>
          </a:p>
        </p:txBody>
      </p:sp>
      <p:sp>
        <p:nvSpPr>
          <p:cNvPr id="165" name="Google Shape;165;g2e5745446ec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pic>
        <p:nvPicPr>
          <p:cNvPr id="166" name="Google Shape;166;g2e5745446e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60976"/>
            <a:ext cx="8520599" cy="293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e5745446ec_0_6"/>
          <p:cNvSpPr txBox="1"/>
          <p:nvPr/>
        </p:nvSpPr>
        <p:spPr>
          <a:xfrm>
            <a:off x="384750" y="1245375"/>
            <a:ext cx="7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following logical equivalence is used for Example 8: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</a:rPr>
              <a:t>p → q ≡ ¬p ∨ q</a:t>
            </a:r>
            <a:endParaRPr b="1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43350"/>
            <a:ext cx="8839201" cy="1856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1256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75" y="1605689"/>
            <a:ext cx="8839202" cy="193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5">
            <a:alphaModFix/>
          </a:blip>
          <a:srcRect b="5859" l="0" r="0" t="-5860"/>
          <a:stretch/>
        </p:blipFill>
        <p:spPr>
          <a:xfrm>
            <a:off x="577775" y="3810463"/>
            <a:ext cx="7884799" cy="130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