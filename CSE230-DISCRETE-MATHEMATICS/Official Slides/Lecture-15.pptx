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Lobster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obst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650402cda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2650402cd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311700" y="1650150"/>
            <a:ext cx="8520600" cy="84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latin typeface="Lobster"/>
                <a:ea typeface="Lobster"/>
                <a:cs typeface="Lobster"/>
                <a:sym typeface="Lobster"/>
              </a:rPr>
              <a:t>Lecture 15</a:t>
            </a:r>
            <a:endParaRPr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1" name="Google Shape;51;p12"/>
          <p:cNvSpPr txBox="1"/>
          <p:nvPr/>
        </p:nvSpPr>
        <p:spPr>
          <a:xfrm>
            <a:off x="4144375" y="2667325"/>
            <a:ext cx="4868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Topics: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 of Integer Representation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Decimal and Hexadecimal Representations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Binary Representation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Binary Addition Algorithm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mic Sans MS"/>
              <a:buAutoNum type="arabicPeriod"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Binary Multiplication Algorithm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 Integer Representations and Algorithms</a:t>
            </a:r>
            <a:endParaRPr/>
          </a:p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70015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57" r="-42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638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85" r="-284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4"/>
            <a:ext cx="8520600" cy="36930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214" r="-213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4.2.2 Representations of Integers (Continued)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28" r="-499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 (Continued)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1357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" name="Google Shape;125;p24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 (Continued)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 (Continued)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 (Continued)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642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4.2.4 Modular Exponentiation (Continued)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4"/>
            <a:ext cx="8520600" cy="35995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5998477" y="143525"/>
            <a:ext cx="3070200" cy="431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Self Study and Homework</a:t>
            </a:r>
            <a:endParaRPr b="0" i="0" sz="1600" u="none" cap="none" strike="noStrike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