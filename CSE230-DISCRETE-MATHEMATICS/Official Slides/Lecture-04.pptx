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Lobster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hJyfneVMN0cej2QOrbk5qz0Q2w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Lobster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title"/>
          </p:nvPr>
        </p:nvSpPr>
        <p:spPr>
          <a:xfrm>
            <a:off x="311700" y="1547750"/>
            <a:ext cx="8520600" cy="841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Lecture 4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3234025" y="2508000"/>
            <a:ext cx="5425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Topics: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Universal and Existential Quantification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De Morgan’s Law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Nested Quantifiers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Applying De Morgan’s Law in Nested Quantifier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02825"/>
            <a:ext cx="8839200" cy="2137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541153"/>
            <a:ext cx="8839198" cy="535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37338"/>
            <a:ext cx="8839200" cy="1868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60525"/>
            <a:ext cx="8839203" cy="1822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237" y="0"/>
            <a:ext cx="7304749" cy="2259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225" y="2408925"/>
            <a:ext cx="7664074" cy="27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9100"/>
            <a:ext cx="8839201" cy="4805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389600"/>
            <a:ext cx="8839201" cy="2364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1" cy="556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362102"/>
            <a:ext cx="8839200" cy="556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575" y="2571739"/>
            <a:ext cx="8839201" cy="820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5750" y="3140725"/>
            <a:ext cx="965850" cy="25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2" cy="660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760485"/>
            <a:ext cx="8839201" cy="1622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26975"/>
            <a:ext cx="8839202" cy="3289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1" cy="163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296083"/>
            <a:ext cx="8839200" cy="5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2999821"/>
            <a:ext cx="8839200" cy="800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419215"/>
            <a:ext cx="769620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388" y="2921565"/>
            <a:ext cx="87153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399650"/>
            <a:ext cx="8839200" cy="669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84013"/>
            <a:ext cx="8839202" cy="1975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99825"/>
            <a:ext cx="8839202" cy="4543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199" cy="531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397933"/>
            <a:ext cx="8839200" cy="2347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02438"/>
            <a:ext cx="8839201" cy="293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324825"/>
            <a:ext cx="8839199" cy="2493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52400"/>
            <a:ext cx="8839200" cy="556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199" cy="2944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3249252"/>
            <a:ext cx="8839199" cy="1643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199" cy="57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750175"/>
            <a:ext cx="8839199" cy="1643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542700"/>
            <a:ext cx="8839201" cy="4058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717663"/>
            <a:ext cx="8839203" cy="1708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199" cy="562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688" y="785824"/>
            <a:ext cx="8048625" cy="35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